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cf285b5808e42b4" /><Relationship Type="http://schemas.openxmlformats.org/officeDocument/2006/relationships/extended-properties" Target="/docProps/app.xml" Id="R007ed2ed1ca04904" /><Relationship Type="http://schemas.openxmlformats.org/officeDocument/2006/relationships/officeDocument" Target="/ppt/presentation.xml" Id="R0a5955b201e9421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fced47e170e4d96"/>
  </p:sldMasterIdLst>
  <p:notesMasterIdLst>
    <p:notesMasterId xmlns:r="http://schemas.openxmlformats.org/officeDocument/2006/relationships" r:id="R145020385b22416e"/>
  </p:notesMasterIdLst>
  <p:sldIdLst>
    <p:sldId xmlns:r="http://schemas.openxmlformats.org/officeDocument/2006/relationships" id="256" r:id="Reccddb494db143ab"/>
    <p:sldId xmlns:r="http://schemas.openxmlformats.org/officeDocument/2006/relationships" id="257" r:id="Raef5823150674386"/>
    <p:sldId xmlns:r="http://schemas.openxmlformats.org/officeDocument/2006/relationships" id="258" r:id="Raacbe641f0234c9b"/>
    <p:sldId xmlns:r="http://schemas.openxmlformats.org/officeDocument/2006/relationships" id="259" r:id="Rfca169c390ab4ef2"/>
    <p:sldId xmlns:r="http://schemas.openxmlformats.org/officeDocument/2006/relationships" id="260" r:id="R9acb669fb52f41d4"/>
    <p:sldId xmlns:r="http://schemas.openxmlformats.org/officeDocument/2006/relationships" id="261" r:id="R284ddc273a0e4cdc"/>
    <p:sldId xmlns:r="http://schemas.openxmlformats.org/officeDocument/2006/relationships" id="262" r:id="R6e68f6f32f18457d"/>
    <p:sldId xmlns:r="http://schemas.openxmlformats.org/officeDocument/2006/relationships" id="263" r:id="R75b49bc89d8f4cbb"/>
    <p:sldId xmlns:r="http://schemas.openxmlformats.org/officeDocument/2006/relationships" id="264" r:id="R0bc85cb2f5e142f3"/>
    <p:sldId xmlns:r="http://schemas.openxmlformats.org/officeDocument/2006/relationships" id="265" r:id="Rd519a5a42ce0496a"/>
    <p:sldId xmlns:r="http://schemas.openxmlformats.org/officeDocument/2006/relationships" id="266" r:id="R674c933a817e4365"/>
    <p:sldId xmlns:r="http://schemas.openxmlformats.org/officeDocument/2006/relationships" id="267" r:id="R2f218eaccef6468a"/>
    <p:sldId xmlns:r="http://schemas.openxmlformats.org/officeDocument/2006/relationships" id="268" r:id="Rd04922e443c74257"/>
    <p:sldId xmlns:r="http://schemas.openxmlformats.org/officeDocument/2006/relationships" id="269" r:id="R9e650677b94a46f3"/>
    <p:sldId xmlns:r="http://schemas.openxmlformats.org/officeDocument/2006/relationships" id="270" r:id="Rc59f343ca3ba4059"/>
    <p:sldId xmlns:r="http://schemas.openxmlformats.org/officeDocument/2006/relationships" id="271" r:id="R77b1bfeadc1c4fd5"/>
    <p:sldId xmlns:r="http://schemas.openxmlformats.org/officeDocument/2006/relationships" id="272" r:id="R5997da116d2d401f"/>
    <p:sldId xmlns:r="http://schemas.openxmlformats.org/officeDocument/2006/relationships" id="273" r:id="Rd45c532b15ce46ec"/>
    <p:sldId xmlns:r="http://schemas.openxmlformats.org/officeDocument/2006/relationships" id="274" r:id="R873aefc0a21b4043"/>
    <p:sldId xmlns:r="http://schemas.openxmlformats.org/officeDocument/2006/relationships" id="275" r:id="Rb01806fa4e04470e"/>
    <p:sldId xmlns:r="http://schemas.openxmlformats.org/officeDocument/2006/relationships" id="276" r:id="Rce8484a69e1c4152"/>
    <p:sldId xmlns:r="http://schemas.openxmlformats.org/officeDocument/2006/relationships" id="277" r:id="R09c8bb53b8c0499a"/>
    <p:sldId xmlns:r="http://schemas.openxmlformats.org/officeDocument/2006/relationships" id="278" r:id="Re6b24ff6fea34bf8"/>
  </p:sldIdLst>
  <p:sldSz cx="9144000" cy="5143500"/>
  <p:notesSz cx="6858000" cy="9144000"/>
  <p:embeddedFontLst>
    <p:embeddedFont>
      <p:font typeface="Cambria"/>
      <p:regular xmlns:r="http://schemas.openxmlformats.org/officeDocument/2006/relationships" r:id="Ra16df34fcc2d4a6f"/>
      <p:bold xmlns:r="http://schemas.openxmlformats.org/officeDocument/2006/relationships" r:id="R24640ff6971a4973"/>
      <p:italic xmlns:r="http://schemas.openxmlformats.org/officeDocument/2006/relationships" r:id="Rd0742410a3cd4b5c"/>
      <p:boldItalic xmlns:r="http://schemas.openxmlformats.org/officeDocument/2006/relationships" r:id="R19bbc617e62544d1"/>
    </p:embeddedFont>
    <p:embeddedFont>
      <p:font typeface="Lato"/>
      <p:regular xmlns:r="http://schemas.openxmlformats.org/officeDocument/2006/relationships" r:id="R0dfd4329537e46ea"/>
      <p:bold xmlns:r="http://schemas.openxmlformats.org/officeDocument/2006/relationships" r:id="Re5dc4a73b34b4626"/>
      <p:italic xmlns:r="http://schemas.openxmlformats.org/officeDocument/2006/relationships" r:id="R023b3e270e094ba5"/>
      <p:boldItalic xmlns:r="http://schemas.openxmlformats.org/officeDocument/2006/relationships" r:id="R018d81219e9b4463"/>
    </p:embeddedFont>
    <p:embeddedFont>
      <p:font typeface="Open Sans"/>
      <p:regular xmlns:r="http://schemas.openxmlformats.org/officeDocument/2006/relationships" r:id="Rcdcc56dcf1dc40ba"/>
      <p:bold xmlns:r="http://schemas.openxmlformats.org/officeDocument/2006/relationships" r:id="Rb1844c5ffd4a4b96"/>
      <p:italic xmlns:r="http://schemas.openxmlformats.org/officeDocument/2006/relationships" r:id="Rd2e8cfb2f2d74864"/>
      <p:boldItalic xmlns:r="http://schemas.openxmlformats.org/officeDocument/2006/relationships" r:id="R36d81adc4c894100"/>
    </p:embeddedFont>
    <p:embeddedFont>
      <p:font typeface="Raleway"/>
      <p:regular xmlns:r="http://schemas.openxmlformats.org/officeDocument/2006/relationships" r:id="R60652a0e7b77452a"/>
      <p:bold xmlns:r="http://schemas.openxmlformats.org/officeDocument/2006/relationships" r:id="R718fc3f3470043a1"/>
      <p:italic xmlns:r="http://schemas.openxmlformats.org/officeDocument/2006/relationships" r:id="Rd9857246515348a2"/>
      <p:boldItalic xmlns:r="http://schemas.openxmlformats.org/officeDocument/2006/relationships" r:id="Rdfccf3f905164e0b"/>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D7938E3-529E-4631-9AF0-4512DD22AB8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533f7d7a2054d66" /><Relationship Type="http://schemas.openxmlformats.org/officeDocument/2006/relationships/slideMaster" Target="/ppt/slideMasters/slideMaster1.xml" Id="R5fced47e170e4d96" /><Relationship Type="http://schemas.openxmlformats.org/officeDocument/2006/relationships/notesMaster" Target="/ppt/notesMasters/notesMaster1.xml" Id="R145020385b22416e" /><Relationship Type="http://schemas.openxmlformats.org/officeDocument/2006/relationships/presProps" Target="/ppt/presProps.xml" Id="R2fe399480a6b42e5" /><Relationship Type="http://schemas.openxmlformats.org/officeDocument/2006/relationships/viewProps" Target="/ppt/viewProps.xml" Id="R1f81bb38c599432f" /><Relationship Type="http://schemas.openxmlformats.org/officeDocument/2006/relationships/tableStyles" Target="/ppt/tableStyles.xml" Id="Ra0ce1d0621344259" /><Relationship Type="http://schemas.openxmlformats.org/officeDocument/2006/relationships/font" Target="/ppt/fonts/font.dat" Id="Ra16df34fcc2d4a6f" /><Relationship Type="http://schemas.openxmlformats.org/officeDocument/2006/relationships/font" Target="/ppt/fonts/font2.dat" Id="R24640ff6971a4973" /><Relationship Type="http://schemas.openxmlformats.org/officeDocument/2006/relationships/font" Target="/ppt/fonts/font3.dat" Id="Rd0742410a3cd4b5c" /><Relationship Type="http://schemas.openxmlformats.org/officeDocument/2006/relationships/font" Target="/ppt/fonts/font4.dat" Id="R19bbc617e62544d1" /><Relationship Type="http://schemas.openxmlformats.org/officeDocument/2006/relationships/font" Target="/ppt/fonts/font5.dat" Id="R0dfd4329537e46ea" /><Relationship Type="http://schemas.openxmlformats.org/officeDocument/2006/relationships/font" Target="/ppt/fonts/font6.dat" Id="Re5dc4a73b34b4626" /><Relationship Type="http://schemas.openxmlformats.org/officeDocument/2006/relationships/font" Target="/ppt/fonts/font7.dat" Id="R023b3e270e094ba5" /><Relationship Type="http://schemas.openxmlformats.org/officeDocument/2006/relationships/font" Target="/ppt/fonts/font8.dat" Id="R018d81219e9b4463" /><Relationship Type="http://schemas.openxmlformats.org/officeDocument/2006/relationships/font" Target="/ppt/fonts/font9.dat" Id="Rcdcc56dcf1dc40ba" /><Relationship Type="http://schemas.openxmlformats.org/officeDocument/2006/relationships/font" Target="/ppt/fonts/font10.dat" Id="Rb1844c5ffd4a4b96" /><Relationship Type="http://schemas.openxmlformats.org/officeDocument/2006/relationships/font" Target="/ppt/fonts/font11.dat" Id="Rd2e8cfb2f2d74864" /><Relationship Type="http://schemas.openxmlformats.org/officeDocument/2006/relationships/font" Target="/ppt/fonts/font12.dat" Id="R36d81adc4c894100" /><Relationship Type="http://schemas.openxmlformats.org/officeDocument/2006/relationships/font" Target="/ppt/fonts/font13.dat" Id="R60652a0e7b77452a" /><Relationship Type="http://schemas.openxmlformats.org/officeDocument/2006/relationships/font" Target="/ppt/fonts/font14.dat" Id="R718fc3f3470043a1" /><Relationship Type="http://schemas.openxmlformats.org/officeDocument/2006/relationships/font" Target="/ppt/fonts/font15.dat" Id="Rd9857246515348a2" /><Relationship Type="http://schemas.openxmlformats.org/officeDocument/2006/relationships/font" Target="/ppt/fonts/font16.dat" Id="Rdfccf3f905164e0b" /><Relationship Type="http://schemas.openxmlformats.org/officeDocument/2006/relationships/slide" Target="/ppt/slides/slide1.xml" Id="Reccddb494db143ab" /><Relationship Type="http://schemas.openxmlformats.org/officeDocument/2006/relationships/slide" Target="/ppt/slides/slide2.xml" Id="Raef5823150674386" /><Relationship Type="http://schemas.openxmlformats.org/officeDocument/2006/relationships/slide" Target="/ppt/slides/slide3.xml" Id="Raacbe641f0234c9b" /><Relationship Type="http://schemas.openxmlformats.org/officeDocument/2006/relationships/slide" Target="/ppt/slides/slide4.xml" Id="Rfca169c390ab4ef2" /><Relationship Type="http://schemas.openxmlformats.org/officeDocument/2006/relationships/slide" Target="/ppt/slides/slide5.xml" Id="R9acb669fb52f41d4" /><Relationship Type="http://schemas.openxmlformats.org/officeDocument/2006/relationships/slide" Target="/ppt/slides/slide6.xml" Id="R284ddc273a0e4cdc" /><Relationship Type="http://schemas.openxmlformats.org/officeDocument/2006/relationships/slide" Target="/ppt/slides/slide7.xml" Id="R6e68f6f32f18457d" /><Relationship Type="http://schemas.openxmlformats.org/officeDocument/2006/relationships/slide" Target="/ppt/slides/slide8.xml" Id="R75b49bc89d8f4cbb" /><Relationship Type="http://schemas.openxmlformats.org/officeDocument/2006/relationships/slide" Target="/ppt/slides/slide9.xml" Id="R0bc85cb2f5e142f3" /><Relationship Type="http://schemas.openxmlformats.org/officeDocument/2006/relationships/slide" Target="/ppt/slides/slide10.xml" Id="Rd519a5a42ce0496a" /><Relationship Type="http://schemas.openxmlformats.org/officeDocument/2006/relationships/slide" Target="/ppt/slides/slide11.xml" Id="R674c933a817e4365" /><Relationship Type="http://schemas.openxmlformats.org/officeDocument/2006/relationships/slide" Target="/ppt/slides/slide12.xml" Id="R2f218eaccef6468a" /><Relationship Type="http://schemas.openxmlformats.org/officeDocument/2006/relationships/slide" Target="/ppt/slides/slide13.xml" Id="Rd04922e443c74257" /><Relationship Type="http://schemas.openxmlformats.org/officeDocument/2006/relationships/slide" Target="/ppt/slides/slide14.xml" Id="R9e650677b94a46f3" /><Relationship Type="http://schemas.openxmlformats.org/officeDocument/2006/relationships/slide" Target="/ppt/slides/slide15.xml" Id="Rc59f343ca3ba4059" /><Relationship Type="http://schemas.openxmlformats.org/officeDocument/2006/relationships/slide" Target="/ppt/slides/slide16.xml" Id="R77b1bfeadc1c4fd5" /><Relationship Type="http://schemas.openxmlformats.org/officeDocument/2006/relationships/slide" Target="/ppt/slides/slide17.xml" Id="R5997da116d2d401f" /><Relationship Type="http://schemas.openxmlformats.org/officeDocument/2006/relationships/slide" Target="/ppt/slides/slide18.xml" Id="Rd45c532b15ce46ec" /><Relationship Type="http://schemas.openxmlformats.org/officeDocument/2006/relationships/slide" Target="/ppt/slides/slide19.xml" Id="R873aefc0a21b4043" /><Relationship Type="http://schemas.openxmlformats.org/officeDocument/2006/relationships/slide" Target="/ppt/slides/slide20.xml" Id="Rb01806fa4e04470e" /><Relationship Type="http://schemas.openxmlformats.org/officeDocument/2006/relationships/slide" Target="/ppt/slides/slide21.xml" Id="Rce8484a69e1c4152" /><Relationship Type="http://schemas.openxmlformats.org/officeDocument/2006/relationships/slide" Target="/ppt/slides/slide22.xml" Id="R09c8bb53b8c0499a" /><Relationship Type="http://schemas.openxmlformats.org/officeDocument/2006/relationships/slide" Target="/ppt/slides/slide23.xml" Id="Re6b24ff6fea34b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bcec3d2bdd49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89e1550bbf4a79" /><Relationship Type="http://schemas.openxmlformats.org/officeDocument/2006/relationships/notesMaster" Target="/ppt/notesMasters/notesMaster1.xml" Id="Raa21ee3eb1124d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deb6eba572425b" /><Relationship Type="http://schemas.openxmlformats.org/officeDocument/2006/relationships/notesMaster" Target="/ppt/notesMasters/notesMaster1.xml" Id="R7e837d2bb6c24e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f5df3f73174dfd" /><Relationship Type="http://schemas.openxmlformats.org/officeDocument/2006/relationships/notesMaster" Target="/ppt/notesMasters/notesMaster1.xml" Id="R2ee5feeb77b84b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5aeb13901746e6" /><Relationship Type="http://schemas.openxmlformats.org/officeDocument/2006/relationships/notesMaster" Target="/ppt/notesMasters/notesMaster1.xml" Id="R31d1fe629a8843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552a2393ed4704" /><Relationship Type="http://schemas.openxmlformats.org/officeDocument/2006/relationships/notesMaster" Target="/ppt/notesMasters/notesMaster1.xml" Id="R16ba51313b4141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2615bec4f24e2f" /><Relationship Type="http://schemas.openxmlformats.org/officeDocument/2006/relationships/notesMaster" Target="/ppt/notesMasters/notesMaster1.xml" Id="Rf8a46a9a3ae546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851002380a4eeb" /><Relationship Type="http://schemas.openxmlformats.org/officeDocument/2006/relationships/notesMaster" Target="/ppt/notesMasters/notesMaster1.xml" Id="Rbdb55c5116e642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b12ad9e8d64438" /><Relationship Type="http://schemas.openxmlformats.org/officeDocument/2006/relationships/notesMaster" Target="/ppt/notesMasters/notesMaster1.xml" Id="Rf7b7ce2d8ca54d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7d70077f9346d3" /><Relationship Type="http://schemas.openxmlformats.org/officeDocument/2006/relationships/notesMaster" Target="/ppt/notesMasters/notesMaster1.xml" Id="Rb59bf92aed2645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77ea9a2f2948e7" /><Relationship Type="http://schemas.openxmlformats.org/officeDocument/2006/relationships/notesMaster" Target="/ppt/notesMasters/notesMaster1.xml" Id="R25c4acfca4f14d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b6f9f1aeb94bd1" /><Relationship Type="http://schemas.openxmlformats.org/officeDocument/2006/relationships/notesMaster" Target="/ppt/notesMasters/notesMaster1.xml" Id="R7686690a89284b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88b98c7ecf498f" /><Relationship Type="http://schemas.openxmlformats.org/officeDocument/2006/relationships/notesMaster" Target="/ppt/notesMasters/notesMaster1.xml" Id="R2b49839f6d8243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287d749d561460d" /><Relationship Type="http://schemas.openxmlformats.org/officeDocument/2006/relationships/notesMaster" Target="/ppt/notesMasters/notesMaster1.xml" Id="R49c479eff2e9401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ba50d3773f4c48" /><Relationship Type="http://schemas.openxmlformats.org/officeDocument/2006/relationships/notesMaster" Target="/ppt/notesMasters/notesMaster1.xml" Id="R87a77609874046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caf1431b950492b" /><Relationship Type="http://schemas.openxmlformats.org/officeDocument/2006/relationships/notesMaster" Target="/ppt/notesMasters/notesMaster1.xml" Id="Rf2146b92545e4fa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21f4eba9cbc449b" /><Relationship Type="http://schemas.openxmlformats.org/officeDocument/2006/relationships/notesMaster" Target="/ppt/notesMasters/notesMaster1.xml" Id="R12eab189a1944e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3ade3371c084671" /><Relationship Type="http://schemas.openxmlformats.org/officeDocument/2006/relationships/notesMaster" Target="/ppt/notesMasters/notesMaster1.xml" Id="Rab98b17bf016402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7739a8243fe4cde" /><Relationship Type="http://schemas.openxmlformats.org/officeDocument/2006/relationships/notesMaster" Target="/ppt/notesMasters/notesMaster1.xml" Id="Re2d0cdc22be947b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84c9933673146ae" /><Relationship Type="http://schemas.openxmlformats.org/officeDocument/2006/relationships/notesMaster" Target="/ppt/notesMasters/notesMaster1.xml" Id="Rb984387f52de474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b9cf7083f184138" /><Relationship Type="http://schemas.openxmlformats.org/officeDocument/2006/relationships/notesMaster" Target="/ppt/notesMasters/notesMaster1.xml" Id="Rb1a0d9d05b2d461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607b674ad294bed" /><Relationship Type="http://schemas.openxmlformats.org/officeDocument/2006/relationships/notesMaster" Target="/ppt/notesMasters/notesMaster1.xml" Id="R8017639cc5e842a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e899f46bf3d4214" /><Relationship Type="http://schemas.openxmlformats.org/officeDocument/2006/relationships/notesMaster" Target="/ppt/notesMasters/notesMaster1.xml" Id="R8dabe88b80024de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ff91e961df845b0" /><Relationship Type="http://schemas.openxmlformats.org/officeDocument/2006/relationships/notesMaster" Target="/ppt/notesMasters/notesMaster1.xml" Id="Rd2e600eb038f4d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docs/Chapter 1-4 Manuscript v3.docx, title page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Final defense SWU 002.pptx, agenda and slide order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Imagine a busy neighborhood shop. A customer buys groceries and the cashier writes the sale in a notebook. The inventory worker updates a separate stock record later. When the owner needs to reorder, the notebook, stock count and receipts must first be compared. The pictures illustrate the fragmentation described in the manuscript. They are not a real respondent account. This is the operational problem that motivates linking sales, stock and reports in Kodigo.</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Chapters 1 and 4. Generated illustration: built-in Imagegen, 27 October 2026; prompt recorded in imagegen-prompts.md.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Evidence (not spoken):</a:t>
            </a: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0:20.</a:t>
            </a:r>
          </a:p>
          <a:p xmlns:a="http://schemas.openxmlformats.org/drawingml/2006/main">
            <a:r>
              <a:t/>
            </a:r>
          </a:p>
          <a:p xmlns:a="http://schemas.openxmlformats.org/drawingml/2006/main">
            <a:r>
              <a:t>The RQ1 evidence includes all eighteen targeted pre-survey respondents and all five interview transcripts. Both completion rates are one hundred percent. Operations staff form the largest role group, and respondents include both new and experienced personnel. These are baseline participants, not post-use acceptability respondents.</a:t>
            </a:r>
          </a:p>
          <a:p xmlns:a="http://schemas.openxmlformats.org/drawingml/2006/main">
            <a:r>
              <a:t/>
            </a:r>
          </a:p>
          <a:p xmlns:a="http://schemas.openxmlformats.org/drawingml/2006/main">
            <a:r>
              <a:t>Evidence (not spoken):</a:t>
            </a:r>
          </a:p>
          <a:p xmlns:a="http://schemas.openxmlformats.org/drawingml/2006/main">
            <a:r>
              <a:t>Current manuscript, Chapter 4 Response Rate and Figure 4.1. Counts of 6, 2, 3, 7 and 5, 2, 6, 5 reproduce the displayed percentages for n=18. User reference images 1 and 2.</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Reporting is the most frequently selected task, with thirteen of eighteen respondents. Stock counts follow with twelve. Ten respondents handle receiving and ten handle stock issuance or sales logging. Since participants could select several tasks, the percentages overlap. This profile shows that the diagnosed record problems affect connected daily responsibilities.</a:t>
            </a:r>
          </a:p>
          <a:p xmlns:a="http://schemas.openxmlformats.org/drawingml/2006/main">
            <a:r>
              <a:t/>
            </a:r>
          </a:p>
          <a:p xmlns:a="http://schemas.openxmlformats.org/drawingml/2006/main">
            <a:r>
              <a:t>Evidence (not spoken):</a:t>
            </a:r>
          </a:p>
          <a:p xmlns:a="http://schemas.openxmlformats.org/drawingml/2006/main">
            <a:r>
              <a:t>Current manuscript Figure 4.1, primary-tasks chart. Counts and labels match user reference image 2. Denominator n=18.</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0:25.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baseline establishes the scale of the problem. Thirteen respondents report an inventory update delay of sixteen minutes or more. Twelve report at least three discrepancies in thirty days. Sixteen experience decision delays from uncertain information at least sometimes, and all eighteen report mismatches between records at least sometimes. These describe the existing workflow, not measured improvements from Kodigo.</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Current manuscript Table 4.1. Four selected baseline indicators retained from the preceding presentation.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0:30.</a:t>
            </a:r>
          </a:p>
          <a:p xmlns:a="http://schemas.openxmlformats.org/drawingml/2006/main">
            <a:r>
              <a:t/>
            </a:r>
          </a:p>
          <a:p xmlns:a="http://schemas.openxmlformats.org/drawingml/2006/main">
            <a:r>
              <a:t>The interviews explain how the baseline problems develop. First, fragmented records prevent one dependable view of operations. Second, delayed updates mean that an accurate picture can arrive after a decision is needed. Third, inaccurate records affect customer promises, fulfillment and restocking. The quotations on the slide are the manuscript’s illustrative excerpts.</a:t>
            </a:r>
          </a:p>
          <a:p xmlns:a="http://schemas.openxmlformats.org/drawingml/2006/main">
            <a:r>
              <a:t/>
            </a:r>
          </a:p>
          <a:p xmlns:a="http://schemas.openxmlformats.org/drawingml/2006/main">
            <a:r>
              <a:t>Evidence (not spoken):</a:t>
            </a:r>
          </a:p>
          <a:p xmlns:a="http://schemas.openxmlformats.org/drawingml/2006/main">
            <a:r>
              <a:t>Current manuscript Table 4.4, rows 1–3.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remaining themes concern the cost of correction and the basis of trust. Recounting and after-hours verification draw effort away from normal operations. When records conflict, staff return to physical counts, signed slips and receipts. Together, these themes show why digitizing isolated records alone does not resolve the problem.</a:t>
            </a:r>
          </a:p>
          <a:p xmlns:a="http://schemas.openxmlformats.org/drawingml/2006/main">
            <a:r>
              <a:t/>
            </a:r>
          </a:p>
          <a:p xmlns:a="http://schemas.openxmlformats.org/drawingml/2006/main">
            <a:r>
              <a:t>Evidence (not spoken):</a:t>
            </a:r>
          </a:p>
          <a:p xmlns:a="http://schemas.openxmlformats.org/drawingml/2006/main">
            <a:r>
              <a:t>Current manuscript Table 4.4, rows 4–5.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survey and interviews converge on one operational finding: fragmented and delayed records make routine decisions depend on repeated checking. The effects include slower replenishment, customer-service disruption and avoidable correction costs. This supports Kodigo’s focus on connected records, while any claim of measured improvement still requires post-implementation evidence. I will now hand over to Presenter 2 for the developed system.</a:t>
            </a:r>
          </a:p>
          <a:p xmlns:a="http://schemas.openxmlformats.org/drawingml/2006/main">
            <a:r>
              <a:t/>
            </a:r>
          </a:p>
          <a:p xmlns:a="http://schemas.openxmlformats.org/drawingml/2006/main">
            <a:r>
              <a:t>Evidence (not spoken):</a:t>
            </a:r>
          </a:p>
          <a:p xmlns:a="http://schemas.openxmlformats.org/drawingml/2006/main">
            <a:r>
              <a:t>Current manuscript Table 4.5 and RQ1 Summary of Findings. User reference image 5 supplies the synthesis layout. The wording avoids an unverified claim of continuous real-time operation.</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README.md, intended users and capabilities</a:t>
            </a:r>
          </a:p>
          <a:p xmlns:a="http://schemas.openxmlformats.org/drawingml/2006/main">
            <a:pPr marL="457200" lvl="0" indent="-228600" algn="l">
              <a:lnSpc>
                <a:spcPct val="100000"/>
              </a:lnSpc>
              <a:spcBef>
                <a:spcPts val="0"/>
              </a:spcBef>
              <a:spcAft>
                <a:spcPts val="0"/>
              </a:spcAft>
              <a:buSzPts val="1100"/>
              <a:buNone/>
            </a:pPr>
            <a:r>
              <a:t>- kodigo-ui/src/App.tsx</a:t>
            </a: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p>
          <a:p xmlns:a="http://schemas.openxmlformats.org/drawingml/2006/main">
            <a:pPr marL="457200" lvl="0" indent="-228600" algn="l">
              <a:lnSpc>
                <a:spcPct val="100000"/>
              </a:lnSpc>
              <a:spcBef>
                <a:spcPts val="0"/>
              </a:spcBef>
              <a:spcAft>
                <a:spcPts val="0"/>
              </a:spcAft>
              <a:buSzPts val="1100"/>
              <a:buNone/>
            </a:pPr>
            <a:r>
              <a:t>- kodigo-ui/src/pages/ReportsPage.tsx</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is the current manuscript’s conceptual framework, condensed to keep its structure readable on a slide. Four roles use the Kodigo platform. Super Admin only generates Admin invite codes. Admin manages assigned-store operations, Inventory staff maintain products and stock, and Cashiers process sales and receipts. The platform groups authentication and role controls, store administration, inventory, purchasing, consignment, and POS reporting. Its outputs are validated connected records, base-unit movement history, reports derived from recorded transactions, and bounded queue replay after reconnection. Supplier information is recorded internally by authorized staff. These outputs describe the design and implementation; improved decision-making remains an evaluation objective.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3.2 and accompanying conceptual-framework description. Original figure extracted to assets/image2.png. Native slide recreation preserves its four roles, six platform groups and four output groups; wording is shortened for presentation.</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rectangle is the Kodigo system boundary. Each stick figure represents an actor role and each oval represents a user goal. The lines show which actor performs each use case. Admin manages assigned stores and users, purchasing and supplier balances, inventory, analytics and reports. Super Admin separately generates Admin invite codes. Cashier processes sales and payments and generates or reprints receipts. Inventory staff maintain product and stock records and view inventory reports. All roles authenticate, with TOTP assurance when configured. This is a presentation-level view of the current role separation. Suppliers are internal records, so there is no external Supplier actor.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3.3 and role descriptions. User-provided Bank ATM diagram is a notation/layout reference only. All Kodigo use cases come from the current manuscript and existing deck evidence.</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kodigo-ui/src/lib/supabase.ts</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supabase/functions/admin-users/index.ts</a:t>
            </a:r>
          </a:p>
          <a:p xmlns:a="http://schemas.openxmlformats.org/drawingml/2006/main">
            <a:pPr marL="0" lvl="0" indent="0" algn="l">
              <a:lnSpc>
                <a:spcPct val="100000"/>
              </a:lnSpc>
              <a:spcBef>
                <a:spcPts val="0"/>
              </a:spcBef>
              <a:spcAft>
                <a:spcPts val="0"/>
              </a:spcAft>
              <a:buSzPts val="1100"/>
              <a:buNone/>
            </a:pPr>
            <a:r>
              <a:t>- supabase/functions/generate-invite/index.ts</a:t>
            </a:r>
          </a:p>
          <a:p xmlns:a="http://schemas.openxmlformats.org/drawingml/2006/main">
            <a:pPr marL="0" lvl="0" indent="0" algn="l">
              <a:lnSpc>
                <a:spcPct val="100000"/>
              </a:lnSpc>
              <a:spcBef>
                <a:spcPts val="0"/>
              </a:spcBef>
              <a:spcAft>
                <a:spcPts val="0"/>
              </a:spcAft>
              <a:buSzPts val="1100"/>
              <a:buNone/>
            </a:pPr>
            <a:r>
              <a:t>- kodigo-ui/src/lib/branding.ts</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supabase_schema.sql, products/sales/sale_items</a:t>
            </a:r>
          </a:p>
          <a:p xmlns:a="http://schemas.openxmlformats.org/drawingml/2006/main">
            <a:pPr marL="0" lvl="0" indent="0" algn="l">
              <a:lnSpc>
                <a:spcPct val="100000"/>
              </a:lnSpc>
              <a:spcBef>
                <a:spcPts val="0"/>
              </a:spcBef>
              <a:spcAft>
                <a:spcPts val="0"/>
              </a:spcAft>
              <a:buSzPts val="1100"/>
              <a:buNone/>
            </a:pPr>
            <a:r>
              <a:t>- migration_20_product_selling_options.sql</a:t>
            </a: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p>
          <a:p xmlns:a="http://schemas.openxmlformats.org/drawingml/2006/main">
            <a:pPr marL="0" lvl="0" indent="0" algn="l">
              <a:lnSpc>
                <a:spcPct val="100000"/>
              </a:lnSpc>
              <a:spcBef>
                <a:spcPts val="0"/>
              </a:spcBef>
              <a:spcAft>
                <a:spcPts val="0"/>
              </a:spcAft>
              <a:buSzPts val="1100"/>
              <a:buNone/>
            </a:pPr>
            <a:r>
              <a:t>- migration_34_bulk_purchase_base_units.sql</a:t>
            </a:r>
          </a:p>
          <a:p xmlns:a="http://schemas.openxmlformats.org/drawingml/2006/main">
            <a:pPr marL="0" lvl="0" indent="0" algn="l">
              <a:lnSpc>
                <a:spcPct val="100000"/>
              </a:lnSpc>
              <a:spcBef>
                <a:spcPts val="0"/>
              </a:spcBef>
              <a:spcAft>
                <a:spcPts val="0"/>
              </a:spcAft>
              <a:buSzPts val="1100"/>
              <a:buNone/>
            </a:pPr>
            <a:r>
              <a:t>- migration_37_unit_aware_inventory_workflow.sql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Read the top flow from left to right. A checkout sends the cart and payment to the server. The server validates the caller, store, stock and pricing. A valid request commits the sale and stock updates and returns receipt data. An invalid request rejects or rolls back. The lower diagram makes bulk conversion tangible. Each block is one piece. There are twenty-four pieces before the sale. Two packs with six pieces each consume twelve pieces, leaving twelve. This is an arithmetic example, not an observed test result. Receiving performs the reverse stock conversion and records cost history. A selling-price change requires its own authorized review. I will now hand over to Presenter 3.</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Existing deck sources for process_pos_sale_v4, v3 transaction validation and stock triggers. Bulk arithmetic is illustrative: 24 - (2 × 6) = 12. No live transaction executed for this edit.</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kodigo-ui/package.json</a:t>
            </a:r>
          </a:p>
          <a:p xmlns:a="http://schemas.openxmlformats.org/drawingml/2006/main">
            <a:pPr marL="0" lvl="0" indent="0" algn="l">
              <a:lnSpc>
                <a:spcPct val="100000"/>
              </a:lnSpc>
              <a:spcBef>
                <a:spcPts val="0"/>
              </a:spcBef>
              <a:spcAft>
                <a:spcPts val="0"/>
              </a:spcAft>
              <a:buSzPts val="1100"/>
              <a:buNone/>
            </a:pPr>
            <a:r>
              <a:t>- kodigo-ui/src/lib/hardware.ts</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.github/workflows/ci.yml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system passed the application build checks, all seventeen calculation tests and all four protected-page checks. Twenty of twenty-two access-rule checks passed. Secure connections and record-access controls were also confirmed. The main finding is that basic safeguards are present, but two security gaps still need fixing. These are results of AI-assisted system checks conducted on 27 October 2026.</a:t>
            </a:r>
          </a:p>
          <a:p xmlns:a="http://schemas.openxmlformats.org/drawingml/2006/main">
            <a:r>
              <a:t/>
            </a:r>
          </a:p>
          <a:p xmlns:a="http://schemas.openxmlformats.org/drawingml/2006/main">
            <a:r>
              <a:t>Technical details and evidence for questions:</a:t>
            </a:r>
          </a:p>
          <a:p xmlns:a="http://schemas.openxmlformats.org/drawingml/2006/main">
            <a:r>
              <a:t>Presenter 3. Target 0:45.</a:t>
            </a:r>
          </a:p>
          <a:p xmlns:a="http://schemas.openxmlformats.org/drawingml/2006/main">
            <a:r>
              <a:t/>
            </a:r>
          </a:p>
          <a:p xmlns:a="http://schemas.openxmlformats.org/drawingml/2006/main">
            <a:r>
              <a:t>The technical assessment on October twenty-seven combined local checks, live deployment inspection and controlled scenarios. TypeScript, lint and production build passed. All seventeen unit tests passed. Twenty of twenty-two database scenarios passed, while four anonymous route checks and four HTTPS or API checks also passed. All thirty-six inspected public tables had RLS enabled and all eight views used invoker security. These counts represent technical checks from an AI-assisted assessment, not ratings from human experts. The next slide explains the two failures.</a:t>
            </a:r>
          </a:p>
          <a:p xmlns:a="http://schemas.openxmlformats.org/drawingml/2006/main">
            <a:r>
              <a:t/>
            </a:r>
          </a:p>
          <a:p xmlns:a="http://schemas.openxmlformats.org/drawingml/2006/main">
            <a:r>
              <a:t>Evidence (not spoken):</a:t>
            </a:r>
          </a:p>
          <a:p xmlns:a="http://schemas.openxmlformats.org/drawingml/2006/main">
            <a:r>
              <a:t>Revised thesis Table 4.6 and Kodigo_RQ2_Technical_Validation_Report.md. Assessment date 27 October 2026. Source evidence: outputs/rq2-validation-2026-10-27/. Database checks simulated roles and JWT claims inside rollback-only transactions. Browser checks used the local production preview. No new validation run is claimed for 28 October.</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Two issues remain. First, an administrator could create a store before completing the extra identity check. Second, a person who was not signed in could add an entry to the activity history. The system must enforce the identity check and restrict who can add activity records. Both fixes must be tested before giving a full security pass.</a:t>
            </a:r>
          </a:p>
          <a:p xmlns:a="http://schemas.openxmlformats.org/drawingml/2006/main">
            <a:r>
              <a:t/>
            </a:r>
          </a:p>
          <a:p xmlns:a="http://schemas.openxmlformats.org/drawingml/2006/main">
            <a:r>
              <a:t>Technical details and evidence for questions:</a:t>
            </a:r>
          </a:p>
          <a:p xmlns:a="http://schemas.openxmlformats.org/drawingml/2006/main">
            <a:r>
              <a:t>Presenter 3. Target 0:45.</a:t>
            </a:r>
          </a:p>
          <a:p xmlns:a="http://schemas.openxmlformats.org/drawingml/2006/main">
            <a:r>
              <a:t/>
            </a:r>
          </a:p>
          <a:p xmlns:a="http://schemas.openxmlformats.org/drawingml/2006/main">
            <a:r>
              <a:t>The two observed failures limit the security conclusion. A synthetic Admin with a verified MFA factor could create a store while its simulated session was still at AAL1. Separately, the anonymous role could insert an audit event through a database function. The first requires consistent assurance checks for privileged operations. The second requires restricted execution and caller validation. All test fixtures were rolled back. The conclusion is conditional technical suitability, with remediation and retesting still required for the assessed state. These results do not complete the separate qualified-evaluator survey requirement or RQ3 acceptability evaluation.</a:t>
            </a:r>
          </a:p>
          <a:p xmlns:a="http://schemas.openxmlformats.org/drawingml/2006/main">
            <a:r>
              <a:t/>
            </a:r>
          </a:p>
          <a:p xmlns:a="http://schemas.openxmlformats.org/drawingml/2006/main">
            <a:r>
              <a:t>Evidence (not spoken):</a:t>
            </a:r>
          </a:p>
          <a:p xmlns:a="http://schemas.openxmlformats.org/drawingml/2006/main">
            <a:r>
              <a:t>Revised thesis Table 4.7 and technical answer to RQ2. Failed scenarios DB17 and DB20 in controlled-security-results-v2.json. Follow-up cleanup verification recorded zero synthetic Auth users, stores, products and audit events. No production remediation or later retest is claimed.</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kodigo-ui/src/stores/productStore.ts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kodigo-ui/src/pages/ReportsPage.tsx</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51697e3f1240c9" /><Relationship Type="http://schemas.openxmlformats.org/officeDocument/2006/relationships/image" Target="/ppt/media/image2.png" Id="R14b1979edfe544e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0a502207da74022" /><Relationship Type="http://schemas.openxmlformats.org/officeDocument/2006/relationships/image" Target="/ppt/media/image3.png" Id="R7e8c5fd6be3d4fe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8c675481ee743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d5955c204c49a3" /><Relationship Type="http://schemas.openxmlformats.org/officeDocument/2006/relationships/image" Target="/ppt/media/image4.png" Id="Rfeb9d6b09ccd46f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a17201e14049ca" /><Relationship Type="http://schemas.openxmlformats.org/officeDocument/2006/relationships/image" Target="/ppt/media/image5.png" Id="R1266dcff65364d1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e8f6cf013847c5" /><Relationship Type="http://schemas.openxmlformats.org/officeDocument/2006/relationships/image" Target="/ppt/media/image6.png" Id="R07265050581340e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9849d6266044221" /><Relationship Type="http://schemas.openxmlformats.org/officeDocument/2006/relationships/image" Target="/ppt/media/image7.png" Id="R88e0f42f3ccb435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8c762e9289d4b0b" /><Relationship Type="http://schemas.openxmlformats.org/officeDocument/2006/relationships/image" Target="/ppt/media/image8.png" Id="R58040d5aab004c0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25e44f64d9447e6" /><Relationship Type="http://schemas.openxmlformats.org/officeDocument/2006/relationships/image" Target="/ppt/media/image9.png" Id="R12e04e3868d94c5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f77925c1950464f" /><Relationship Type="http://schemas.openxmlformats.org/officeDocument/2006/relationships/image" Target="/ppt/media/image10.png" Id="R6476f7bfa617428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d901d14176a4e0d" /><Relationship Type="http://schemas.openxmlformats.org/officeDocument/2006/relationships/image" Target="/ppt/media/image11.png" Id="Re52fed7ec6d643e8"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b5ee99e4bca4957" /><Relationship Type="http://schemas.openxmlformats.org/officeDocument/2006/relationships/image" Target="/ppt/media/image12.png" Id="R2b40c715f7a547e2"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2ad355cecf7b4488" /><Relationship Type="http://schemas.openxmlformats.org/officeDocument/2006/relationships/image" Target="/ppt/media/image13.png" Id="Rcc3d0a594c41473f"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31e6cec4c6ed4beb"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B78C119F-FA05-484F-A460-30AA9316474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4b1979edfe544ed">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E3FD2819-6E29-49B3-9595-84DCEE4F3861}"/>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a:endParaRPr/>
          </a:p>
        </p:txBody>
      </p:sp>
      <p:sp>
        <p:nvSpPr>
          <p:cNvPr id="13" name="Google Shape;13;p34">
            <a:extLst xmlns:a="http://schemas.openxmlformats.org/drawingml/2006/main">
              <a:ext uri="{FF2B5EF4-FFF2-40B4-BE49-F238E27FC236}">
                <a16:creationId xmlns:a16="http://schemas.microsoft.com/office/drawing/2014/main" id="{60F19785-834C-46AA-BC20-D1C265A95D93}"/>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a:endParaRPr/>
          </a:p>
        </p:txBody>
      </p:sp>
      <p:sp>
        <p:nvSpPr>
          <p:cNvPr id="14" name="Google Shape;14;p34">
            <a:extLst xmlns:a="http://schemas.openxmlformats.org/drawingml/2006/main">
              <a:ext uri="{FF2B5EF4-FFF2-40B4-BE49-F238E27FC236}">
                <a16:creationId xmlns:a16="http://schemas.microsoft.com/office/drawing/2014/main" id="{6F7A5E02-7FA1-454D-AA9B-672DE7F572B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45EC1823-3260-4995-AD9C-E1EF671F45C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e8c5fd6be3d4fe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DBA792E3-5E4B-4AD1-AC9E-65DEC5F5032F}"/>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18" name="Google Shape;18;p35">
            <a:extLst xmlns:a="http://schemas.openxmlformats.org/drawingml/2006/main">
              <a:ext uri="{FF2B5EF4-FFF2-40B4-BE49-F238E27FC236}">
                <a16:creationId xmlns:a16="http://schemas.microsoft.com/office/drawing/2014/main" id="{BC2A1484-BD50-48A6-AC7B-C061535F896D}"/>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19" name="Google Shape;19;p35">
            <a:extLst xmlns:a="http://schemas.openxmlformats.org/drawingml/2006/main">
              <a:ext uri="{FF2B5EF4-FFF2-40B4-BE49-F238E27FC236}">
                <a16:creationId xmlns:a16="http://schemas.microsoft.com/office/drawing/2014/main" id="{1875332A-FD83-484D-90D5-EDDC90FFCF1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E5273508-7422-49DB-A356-20A5D239C73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22" name="Google Shape;22;p36">
            <a:extLst xmlns:a="http://schemas.openxmlformats.org/drawingml/2006/main">
              <a:ext uri="{FF2B5EF4-FFF2-40B4-BE49-F238E27FC236}">
                <a16:creationId xmlns:a16="http://schemas.microsoft.com/office/drawing/2014/main" id="{5F84BFF2-E7A9-4E50-BE40-7E477289757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a:endParaRPr/>
          </a:p>
        </p:txBody>
      </p:sp>
      <p:sp>
        <p:nvSpPr>
          <p:cNvPr id="23" name="Google Shape;23;p36">
            <a:extLst xmlns:a="http://schemas.openxmlformats.org/drawingml/2006/main">
              <a:ext uri="{FF2B5EF4-FFF2-40B4-BE49-F238E27FC236}">
                <a16:creationId xmlns:a16="http://schemas.microsoft.com/office/drawing/2014/main" id="{0372792D-FACF-480B-8D1D-2290C73CE44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4" name="Google Shape;24;p36">
            <a:extLst xmlns:a="http://schemas.openxmlformats.org/drawingml/2006/main">
              <a:ext uri="{FF2B5EF4-FFF2-40B4-BE49-F238E27FC236}">
                <a16:creationId xmlns:a16="http://schemas.microsoft.com/office/drawing/2014/main" id="{4C017251-D745-42E7-853E-A5DC9EEE13F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5" name="Google Shape;25;p36">
            <a:extLst xmlns:a="http://schemas.openxmlformats.org/drawingml/2006/main">
              <a:ext uri="{FF2B5EF4-FFF2-40B4-BE49-F238E27FC236}">
                <a16:creationId xmlns:a16="http://schemas.microsoft.com/office/drawing/2014/main" id="{18C55257-2444-497E-A5C3-00B8C223C27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6D771321-0C25-4DB9-920C-DF934A33559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eb9d6b09ccd46f6">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5478E8C8-25CB-4CC7-85D5-1D0AEF378A9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266dcff65364d1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94DDBA12-0EBD-42A8-AD46-83D293BF16A1}"/>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1" name="Google Shape;31;p38">
            <a:extLst xmlns:a="http://schemas.openxmlformats.org/drawingml/2006/main">
              <a:ext uri="{FF2B5EF4-FFF2-40B4-BE49-F238E27FC236}">
                <a16:creationId xmlns:a16="http://schemas.microsoft.com/office/drawing/2014/main" id="{66A91650-B904-404B-8A8B-66512C5E0182}"/>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2" name="Google Shape;32;p38">
            <a:extLst xmlns:a="http://schemas.openxmlformats.org/drawingml/2006/main">
              <a:ext uri="{FF2B5EF4-FFF2-40B4-BE49-F238E27FC236}">
                <a16:creationId xmlns:a16="http://schemas.microsoft.com/office/drawing/2014/main" id="{265D410B-1BA1-4224-9510-5CCF6254F91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5B5BC19D-E2E0-46EE-B720-622C516BCA0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7265050581340e0">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BD87B0F8-3F3A-419A-B26D-8D7FF16AEDCF}"/>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6" name="Google Shape;36;p39">
            <a:extLst xmlns:a="http://schemas.openxmlformats.org/drawingml/2006/main">
              <a:ext uri="{FF2B5EF4-FFF2-40B4-BE49-F238E27FC236}">
                <a16:creationId xmlns:a16="http://schemas.microsoft.com/office/drawing/2014/main" id="{1F96ABC9-3348-4F13-9DB9-DBBA04456E75}"/>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7" name="Google Shape;37;p39">
            <a:extLst xmlns:a="http://schemas.openxmlformats.org/drawingml/2006/main">
              <a:ext uri="{FF2B5EF4-FFF2-40B4-BE49-F238E27FC236}">
                <a16:creationId xmlns:a16="http://schemas.microsoft.com/office/drawing/2014/main" id="{5DA02C5B-EB35-4746-B2F8-8AF0A625CC8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9B69797B-9211-4C6D-9821-5F6C17A678B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8e0f42f3ccb4351">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98BAA711-AF12-4B72-B1B7-AB02BEA254B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1" name="Google Shape;41;p40">
            <a:extLst xmlns:a="http://schemas.openxmlformats.org/drawingml/2006/main">
              <a:ext uri="{FF2B5EF4-FFF2-40B4-BE49-F238E27FC236}">
                <a16:creationId xmlns:a16="http://schemas.microsoft.com/office/drawing/2014/main" id="{545BD462-F1CD-49FD-9E1F-224AC8557BB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2" name="Google Shape;42;p40">
            <a:extLst xmlns:a="http://schemas.openxmlformats.org/drawingml/2006/main">
              <a:ext uri="{FF2B5EF4-FFF2-40B4-BE49-F238E27FC236}">
                <a16:creationId xmlns:a16="http://schemas.microsoft.com/office/drawing/2014/main" id="{56A8D3B0-3CF7-4921-8480-76AFEA39987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EF3422D9-D5F5-40D9-8069-023B75418CA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8040d5aab004c0d">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FEA27301-9EF5-4E3F-8D35-272D6C7DD7B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6" name="Google Shape;46;p41">
            <a:extLst xmlns:a="http://schemas.openxmlformats.org/drawingml/2006/main">
              <a:ext uri="{FF2B5EF4-FFF2-40B4-BE49-F238E27FC236}">
                <a16:creationId xmlns:a16="http://schemas.microsoft.com/office/drawing/2014/main" id="{C3FAF10B-2B6B-4BBE-9B94-544167D1C2F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7" name="Google Shape;47;p41">
            <a:extLst xmlns:a="http://schemas.openxmlformats.org/drawingml/2006/main">
              <a:ext uri="{FF2B5EF4-FFF2-40B4-BE49-F238E27FC236}">
                <a16:creationId xmlns:a16="http://schemas.microsoft.com/office/drawing/2014/main" id="{15A41B10-675E-4F96-86E9-3B5FB85CD45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33E521E5-67DE-44EE-B9CA-0543AA147E0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2e04e3868d94c51">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3937242C-E99A-4993-BB4A-57A4D786B127}"/>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1" name="Google Shape;51;p42">
            <a:extLst xmlns:a="http://schemas.openxmlformats.org/drawingml/2006/main">
              <a:ext uri="{FF2B5EF4-FFF2-40B4-BE49-F238E27FC236}">
                <a16:creationId xmlns:a16="http://schemas.microsoft.com/office/drawing/2014/main" id="{1656244C-BBB5-4E26-8247-7B10CB1D19F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2" name="Google Shape;52;p42">
            <a:extLst xmlns:a="http://schemas.openxmlformats.org/drawingml/2006/main">
              <a:ext uri="{FF2B5EF4-FFF2-40B4-BE49-F238E27FC236}">
                <a16:creationId xmlns:a16="http://schemas.microsoft.com/office/drawing/2014/main" id="{2354BB82-E288-4D8C-81B4-62102BAC104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CE0B2FE1-3A7F-45A8-9C68-C1AD037DFFC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476f7bfa6174280">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E003984E-E977-4049-B476-A5081884395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6" name="Google Shape;56;p43">
            <a:extLst xmlns:a="http://schemas.openxmlformats.org/drawingml/2006/main">
              <a:ext uri="{FF2B5EF4-FFF2-40B4-BE49-F238E27FC236}">
                <a16:creationId xmlns:a16="http://schemas.microsoft.com/office/drawing/2014/main" id="{12C9C8B1-1839-4082-B018-059AEEB530A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7" name="Google Shape;57;p43">
            <a:extLst xmlns:a="http://schemas.openxmlformats.org/drawingml/2006/main">
              <a:ext uri="{FF2B5EF4-FFF2-40B4-BE49-F238E27FC236}">
                <a16:creationId xmlns:a16="http://schemas.microsoft.com/office/drawing/2014/main" id="{B8C53D3C-0EE7-492E-B48F-6E513A79C97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656BD7E0-BE0A-4E8D-9F28-123ABC3BA43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52fed7ec6d643e8">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9A3AA0B3-1B0F-4C86-AC4D-B542AD426F41}"/>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1" name="Google Shape;61;p44">
            <a:extLst xmlns:a="http://schemas.openxmlformats.org/drawingml/2006/main">
              <a:ext uri="{FF2B5EF4-FFF2-40B4-BE49-F238E27FC236}">
                <a16:creationId xmlns:a16="http://schemas.microsoft.com/office/drawing/2014/main" id="{4BF8D23D-4151-4ADC-BB5B-613061B40579}"/>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2" name="Google Shape;62;p44">
            <a:extLst xmlns:a="http://schemas.openxmlformats.org/drawingml/2006/main">
              <a:ext uri="{FF2B5EF4-FFF2-40B4-BE49-F238E27FC236}">
                <a16:creationId xmlns:a16="http://schemas.microsoft.com/office/drawing/2014/main" id="{58648794-5749-4A33-A203-4744CD5FCF0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6DFA0368-0B76-43D9-A888-C60110BD46A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b40c715f7a547e2">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33EE5B29-10C2-474B-A90F-19A61F81D783}"/>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6" name="Google Shape;66;p45">
            <a:extLst xmlns:a="http://schemas.openxmlformats.org/drawingml/2006/main">
              <a:ext uri="{FF2B5EF4-FFF2-40B4-BE49-F238E27FC236}">
                <a16:creationId xmlns:a16="http://schemas.microsoft.com/office/drawing/2014/main" id="{96DD6A37-EEDD-43B7-AD9B-DB14E5C6529C}"/>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7" name="Google Shape;67;p45">
            <a:extLst xmlns:a="http://schemas.openxmlformats.org/drawingml/2006/main">
              <a:ext uri="{FF2B5EF4-FFF2-40B4-BE49-F238E27FC236}">
                <a16:creationId xmlns:a16="http://schemas.microsoft.com/office/drawing/2014/main" id="{1D1D05B2-BAEC-4409-A074-CE58EACE461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EA9A0550-52A0-43E9-8654-3E7B593700C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c3d0a594c41473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55BC15AC-6C6E-4A60-AD4E-780F6A0B1E05}"/>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71" name="Google Shape;71;p46">
            <a:extLst xmlns:a="http://schemas.openxmlformats.org/drawingml/2006/main">
              <a:ext uri="{FF2B5EF4-FFF2-40B4-BE49-F238E27FC236}">
                <a16:creationId xmlns:a16="http://schemas.microsoft.com/office/drawing/2014/main" id="{4EC4BB52-41F4-4B3E-BF3A-91AD3D9B256B}"/>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72" name="Google Shape;72;p46">
            <a:extLst xmlns:a="http://schemas.openxmlformats.org/drawingml/2006/main">
              <a:ext uri="{FF2B5EF4-FFF2-40B4-BE49-F238E27FC236}">
                <a16:creationId xmlns:a16="http://schemas.microsoft.com/office/drawing/2014/main" id="{DE1C184F-30AE-4460-A31D-6537412B677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0EFFD2C9-FAF4-46FE-B1A1-776FF44E6E2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A3E84D06-0172-44F0-979C-DEE41B182C84}"/>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20c05cb2af1f4233" /><Relationship Type="http://schemas.openxmlformats.org/officeDocument/2006/relationships/theme" Target="/ppt/slideMasters/theme/theme2.xml" Id="Rf55e734cf41e4f8f" /><Relationship Type="http://schemas.openxmlformats.org/officeDocument/2006/relationships/slideLayout" Target="/ppt/slideLayouts/slideLayout1.xml" Id="R3e3c0affbbb44661" /><Relationship Type="http://schemas.openxmlformats.org/officeDocument/2006/relationships/slideLayout" Target="/ppt/slideLayouts/slideLayout2.xml" Id="R659d8e34e4264610" /><Relationship Type="http://schemas.openxmlformats.org/officeDocument/2006/relationships/slideLayout" Target="/ppt/slideLayouts/slideLayout3.xml" Id="R3a32b47f20bb477a" /><Relationship Type="http://schemas.openxmlformats.org/officeDocument/2006/relationships/slideLayout" Target="/ppt/slideLayouts/slideLayout4.xml" Id="R9254c1cefb164eba" /><Relationship Type="http://schemas.openxmlformats.org/officeDocument/2006/relationships/slideLayout" Target="/ppt/slideLayouts/slideLayout5.xml" Id="R0c7ac53d8fa24610" /><Relationship Type="http://schemas.openxmlformats.org/officeDocument/2006/relationships/slideLayout" Target="/ppt/slideLayouts/slideLayout6.xml" Id="Rf25f34adacc14808" /><Relationship Type="http://schemas.openxmlformats.org/officeDocument/2006/relationships/slideLayout" Target="/ppt/slideLayouts/slideLayout7.xml" Id="R8b643cc9f35744f8" /><Relationship Type="http://schemas.openxmlformats.org/officeDocument/2006/relationships/slideLayout" Target="/ppt/slideLayouts/slideLayout8.xml" Id="R36a2b0553d274e6b" /><Relationship Type="http://schemas.openxmlformats.org/officeDocument/2006/relationships/slideLayout" Target="/ppt/slideLayouts/slideLayout9.xml" Id="R7452bd15aa174fa9" /><Relationship Type="http://schemas.openxmlformats.org/officeDocument/2006/relationships/slideLayout" Target="/ppt/slideLayouts/slideLayout10.xml" Id="R2b196279703644e7" /><Relationship Type="http://schemas.openxmlformats.org/officeDocument/2006/relationships/slideLayout" Target="/ppt/slideLayouts/slideLayout11.xml" Id="Rb8df11a052f04fa6" /><Relationship Type="http://schemas.openxmlformats.org/officeDocument/2006/relationships/slideLayout" Target="/ppt/slideLayouts/slideLayout12.xml" Id="Rc3c18da081e249db" /><Relationship Type="http://schemas.openxmlformats.org/officeDocument/2006/relationships/slideLayout" Target="/ppt/slideLayouts/slideLayout13.xml" Id="R4d80a81ac1cd4d3a" /><Relationship Type="http://schemas.openxmlformats.org/officeDocument/2006/relationships/slideLayout" Target="/ppt/slideLayouts/slideLayout14.xml" Id="R2292d5bd13eb45c8"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43730E29-2141-47CE-9791-82BE7C3068C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a:endParaRPr/>
          </a:p>
        </p:txBody>
      </p:sp>
      <p:sp>
        <p:nvSpPr>
          <p:cNvPr id="7" name="Google Shape;7;p33">
            <a:extLst xmlns:a="http://schemas.openxmlformats.org/drawingml/2006/main">
              <a:ext uri="{FF2B5EF4-FFF2-40B4-BE49-F238E27FC236}">
                <a16:creationId xmlns:a16="http://schemas.microsoft.com/office/drawing/2014/main" id="{6E36A32F-7FBD-4A1B-8C28-6F5E9EAC2F2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a:endParaRPr/>
          </a:p>
        </p:txBody>
      </p:sp>
      <p:sp>
        <p:nvSpPr>
          <p:cNvPr id="8" name="Google Shape;8;p33">
            <a:extLst xmlns:a="http://schemas.openxmlformats.org/drawingml/2006/main">
              <a:ext uri="{FF2B5EF4-FFF2-40B4-BE49-F238E27FC236}">
                <a16:creationId xmlns:a16="http://schemas.microsoft.com/office/drawing/2014/main" id="{1A52CF9F-3E3A-405D-83A8-813D71CD58E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ECBF6360-0347-49E6-BAA5-6568EF19303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0c05cb2af1f423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e3c0affbbb44661"/>
    <p:sldLayoutId xmlns:r="http://schemas.openxmlformats.org/officeDocument/2006/relationships" id="2147483650" r:id="R659d8e34e4264610"/>
    <p:sldLayoutId xmlns:r="http://schemas.openxmlformats.org/officeDocument/2006/relationships" id="2147483651" r:id="R3a32b47f20bb477a"/>
    <p:sldLayoutId xmlns:r="http://schemas.openxmlformats.org/officeDocument/2006/relationships" id="2147483652" r:id="R9254c1cefb164eba"/>
    <p:sldLayoutId xmlns:r="http://schemas.openxmlformats.org/officeDocument/2006/relationships" id="2147483653" r:id="R0c7ac53d8fa24610"/>
    <p:sldLayoutId xmlns:r="http://schemas.openxmlformats.org/officeDocument/2006/relationships" id="2147483654" r:id="Rf25f34adacc14808"/>
    <p:sldLayoutId xmlns:r="http://schemas.openxmlformats.org/officeDocument/2006/relationships" id="2147483655" r:id="R8b643cc9f35744f8"/>
    <p:sldLayoutId xmlns:r="http://schemas.openxmlformats.org/officeDocument/2006/relationships" id="2147483656" r:id="R36a2b0553d274e6b"/>
    <p:sldLayoutId xmlns:r="http://schemas.openxmlformats.org/officeDocument/2006/relationships" id="2147483657" r:id="R7452bd15aa174fa9"/>
    <p:sldLayoutId xmlns:r="http://schemas.openxmlformats.org/officeDocument/2006/relationships" id="2147483658" r:id="R2b196279703644e7"/>
    <p:sldLayoutId xmlns:r="http://schemas.openxmlformats.org/officeDocument/2006/relationships" id="2147483659" r:id="Rb8df11a052f04fa6"/>
    <p:sldLayoutId xmlns:r="http://schemas.openxmlformats.org/officeDocument/2006/relationships" id="2147483660" r:id="Rc3c18da081e249db"/>
    <p:sldLayoutId xmlns:r="http://schemas.openxmlformats.org/officeDocument/2006/relationships" id="2147483661" r:id="R4d80a81ac1cd4d3a"/>
    <p:sldLayoutId xmlns:r="http://schemas.openxmlformats.org/officeDocument/2006/relationships" id="2147483662" r:id="R2292d5bd13eb45c8"/>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56351e29af4583" /><Relationship Type="http://schemas.openxmlformats.org/officeDocument/2006/relationships/image" Target="/ppt/media/image14.png" Id="R4fc4f83c0f5f401f" /><Relationship Type="http://schemas.openxmlformats.org/officeDocument/2006/relationships/notesSlide" Target="/ppt/notesSlides/notesSlide1.xml" Id="Rcc4457b664e843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891ac6101ca6405e" /><Relationship Type="http://schemas.openxmlformats.org/officeDocument/2006/relationships/image" Target="/ppt/media/image15.png" Id="R3b4c1e2b09e24d15" /><Relationship Type="http://schemas.openxmlformats.org/officeDocument/2006/relationships/notesSlide" Target="/ppt/notesSlides/notesSlide2.xml" Id="R777ddecbe2374b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f321dee23b63480c" /><Relationship Type="http://schemas.openxmlformats.org/officeDocument/2006/relationships/image" Target="/ppt/media/image15.png" Id="R7ddb6e6e0cff4b82" /><Relationship Type="http://schemas.openxmlformats.org/officeDocument/2006/relationships/image" Target="/ppt/media/image16.png" Id="R644515c6224b42f8" /><Relationship Type="http://schemas.openxmlformats.org/officeDocument/2006/relationships/notesSlide" Target="/ppt/notesSlides/notesSlide3.xml" Id="R5d7fe2a76a7849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fa125f7838e94c14" /><Relationship Type="http://schemas.openxmlformats.org/officeDocument/2006/relationships/image" Target="/ppt/media/image15.png" Id="R6af9f60158f742d8" /><Relationship Type="http://schemas.openxmlformats.org/officeDocument/2006/relationships/notesSlide" Target="/ppt/notesSlides/notesSlide4.xml" Id="R759f7a0b066a4b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5a09ea33c219457a" /><Relationship Type="http://schemas.openxmlformats.org/officeDocument/2006/relationships/image" Target="/ppt/media/image15.png" Id="R5eba0770a6cd4e4b" /><Relationship Type="http://schemas.openxmlformats.org/officeDocument/2006/relationships/notesSlide" Target="/ppt/notesSlides/notesSlide5.xml" Id="Rc1894b875b7b42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2cd7a533299b4fcd" /><Relationship Type="http://schemas.openxmlformats.org/officeDocument/2006/relationships/image" Target="/ppt/media/image15.png" Id="Redbc94421ee945a3" /><Relationship Type="http://schemas.openxmlformats.org/officeDocument/2006/relationships/notesSlide" Target="/ppt/notesSlides/notesSlide6.xml" Id="Ra9f00030503c49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506bdbd273594a21" /><Relationship Type="http://schemas.openxmlformats.org/officeDocument/2006/relationships/image" Target="/ppt/media/image15.png" Id="Rf753aaa61f5d4ec3" /><Relationship Type="http://schemas.openxmlformats.org/officeDocument/2006/relationships/notesSlide" Target="/ppt/notesSlides/notesSlide7.xml" Id="R397f215a06014a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7003ca87b40e4543" /><Relationship Type="http://schemas.openxmlformats.org/officeDocument/2006/relationships/image" Target="/ppt/media/image17.png" Id="R685e8a6f9dce468b" /><Relationship Type="http://schemas.openxmlformats.org/officeDocument/2006/relationships/chart" Target="/ppt/slides/charts/chart1.xml" Id="R4ca1e158101a4fc9" /><Relationship Type="http://schemas.openxmlformats.org/officeDocument/2006/relationships/chart" Target="/ppt/slides/charts/chart2.xml" Id="Rec2332fc271646fe" /><Relationship Type="http://schemas.openxmlformats.org/officeDocument/2006/relationships/notesSlide" Target="/ppt/notesSlides/notesSlide8.xml" Id="Rb94abbbc868445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617deec0645e4824" /><Relationship Type="http://schemas.openxmlformats.org/officeDocument/2006/relationships/image" Target="/ppt/media/image18.png" Id="Ra472e1b850b247b0" /><Relationship Type="http://schemas.openxmlformats.org/officeDocument/2006/relationships/chart" Target="/ppt/slides/charts/chart3.xml" Id="Rde2427240bad431a" /><Relationship Type="http://schemas.openxmlformats.org/officeDocument/2006/relationships/notesSlide" Target="/ppt/notesSlides/notesSlide9.xml" Id="R59a72273ca7a48a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7e2ef4ba7a3048d1" /><Relationship Type="http://schemas.openxmlformats.org/officeDocument/2006/relationships/image" Target="/ppt/media/image15.png" Id="Rf54e6ad42a344907" /><Relationship Type="http://schemas.openxmlformats.org/officeDocument/2006/relationships/notesSlide" Target="/ppt/notesSlides/notesSlide10.xml" Id="R1d71dd853cdc40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a817afd6c9864d66" /><Relationship Type="http://schemas.openxmlformats.org/officeDocument/2006/relationships/image" Target="/ppt/media/image19.png" Id="R1652208ae7b441b0" /><Relationship Type="http://schemas.openxmlformats.org/officeDocument/2006/relationships/notesSlide" Target="/ppt/notesSlides/notesSlide11.xml" Id="Rd45c2071e55644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001ce5ebe2fe4450" /><Relationship Type="http://schemas.openxmlformats.org/officeDocument/2006/relationships/image" Target="/ppt/media/image20.png" Id="R0155827c759f4302" /><Relationship Type="http://schemas.openxmlformats.org/officeDocument/2006/relationships/notesSlide" Target="/ppt/notesSlides/notesSlide12.xml" Id="R91a350f596a240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32bf152aa4144507" /><Relationship Type="http://schemas.openxmlformats.org/officeDocument/2006/relationships/image" Target="/ppt/media/image21.png" Id="R142885d5480f4672" /><Relationship Type="http://schemas.openxmlformats.org/officeDocument/2006/relationships/notesSlide" Target="/ppt/notesSlides/notesSlide13.xml" Id="R6061fd89e97d4b2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bb9649ca43ff4738" /><Relationship Type="http://schemas.openxmlformats.org/officeDocument/2006/relationships/image" Target="/ppt/media/image15.png" Id="R7cf48a716a744a3d" /><Relationship Type="http://schemas.openxmlformats.org/officeDocument/2006/relationships/image" Target="/ppt/media/image22.png" Id="R877e8b732a924da6" /><Relationship Type="http://schemas.openxmlformats.org/officeDocument/2006/relationships/notesSlide" Target="/ppt/notesSlides/notesSlide14.xml" Id="R66660940fc81434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2d52be9a2e9b4274" /><Relationship Type="http://schemas.openxmlformats.org/officeDocument/2006/relationships/image" Target="/ppt/media/image15.png" Id="Refec691620d14b71" /><Relationship Type="http://schemas.openxmlformats.org/officeDocument/2006/relationships/notesSlide" Target="/ppt/notesSlides/notesSlide15.xml" Id="Ra8198fb4306842f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ac0f7bbe33424ee1" /><Relationship Type="http://schemas.openxmlformats.org/officeDocument/2006/relationships/image" Target="/ppt/media/image15.png" Id="R328a1338b0fe4923" /><Relationship Type="http://schemas.openxmlformats.org/officeDocument/2006/relationships/notesSlide" Target="/ppt/notesSlides/notesSlide16.xml" Id="R9fff2318375a48c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3aec3c6472034aa1" /><Relationship Type="http://schemas.openxmlformats.org/officeDocument/2006/relationships/image" Target="/ppt/media/image15.png" Id="Rcb623e2a87684030" /><Relationship Type="http://schemas.openxmlformats.org/officeDocument/2006/relationships/notesSlide" Target="/ppt/notesSlides/notesSlide17.xml" Id="Rbb150138e5f645c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ca81ca9f64024e33" /><Relationship Type="http://schemas.openxmlformats.org/officeDocument/2006/relationships/image" Target="/ppt/media/image15.png" Id="Rb620118f4b5c4da8" /><Relationship Type="http://schemas.openxmlformats.org/officeDocument/2006/relationships/notesSlide" Target="/ppt/notesSlides/notesSlide18.xml" Id="R7746b5ee2e044e1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c8754686d45640fc" /><Relationship Type="http://schemas.openxmlformats.org/officeDocument/2006/relationships/image" Target="/ppt/media/image15.png" Id="Re97543cb599b42d5" /><Relationship Type="http://schemas.openxmlformats.org/officeDocument/2006/relationships/notesSlide" Target="/ppt/notesSlides/notesSlide19.xml" Id="R8bf93a7bc6204a6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8f974a76dd7d4c5c" /><Relationship Type="http://schemas.openxmlformats.org/officeDocument/2006/relationships/image" Target="/ppt/media/image15.png" Id="R36f22406e5a34f52" /><Relationship Type="http://schemas.openxmlformats.org/officeDocument/2006/relationships/notesSlide" Target="/ppt/notesSlides/notesSlide20.xml" Id="Rac315bde4bc348d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3d0d1f9b123e49b7" /><Relationship Type="http://schemas.openxmlformats.org/officeDocument/2006/relationships/image" Target="/ppt/media/image23.png" Id="R02863ebe11f2441f" /><Relationship Type="http://schemas.openxmlformats.org/officeDocument/2006/relationships/notesSlide" Target="/ppt/notesSlides/notesSlide21.xml" Id="R31e2e371f72e401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3d56fca6429e4c71" /><Relationship Type="http://schemas.openxmlformats.org/officeDocument/2006/relationships/image" Target="/ppt/media/image24.png" Id="R0a97ee61e3954770" /><Relationship Type="http://schemas.openxmlformats.org/officeDocument/2006/relationships/notesSlide" Target="/ppt/notesSlides/notesSlide22.xml" Id="R1ef5ec972a344f7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dca6e19380d443d5" /><Relationship Type="http://schemas.openxmlformats.org/officeDocument/2006/relationships/image" Target="/ppt/media/image15.png" Id="Ra9e704e464d44026" /><Relationship Type="http://schemas.openxmlformats.org/officeDocument/2006/relationships/notesSlide" Target="/ppt/notesSlides/notesSlide23.xml" Id="R992d467bc9b1422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Role in the organization</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Ref>
              <c:f>'Chart Data'!$A$2:$A$5</c:f>
              <c:strCache>
                <c:ptCount val="4"/>
                <c:pt idx="0">
                  <c:v>Owner /
Manager</c:v>
                </c:pt>
                <c:pt idx="1">
                  <c:v>Stock
Custodian</c:v>
                </c:pt>
                <c:pt idx="2">
                  <c:v>Cashier / Sales
Encoder</c:v>
                </c:pt>
                <c:pt idx="3">
                  <c:v>Operations
Staff</c:v>
                </c:pt>
              </c:strCache>
            </c:strRef>
          </c:cat>
          <c:val>
            <c:numRef>
              <c:f>'Chart Data'!$B$2:$B$5</c:f>
              <c:numCache>
                <c:formatCode>0</c:formatCode>
                <c:ptCount val="4"/>
                <c:pt idx="0">
                  <c:v>6</c:v>
                </c:pt>
                <c:pt idx="1">
                  <c:v>2</c:v>
                </c:pt>
                <c:pt idx="2">
                  <c:v>3</c:v>
                </c:pt>
                <c:pt idx="3">
                  <c:v>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900">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975">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Years in current role</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Ref>
              <c:f>'Chart Data'!$A$2:$A$5</c:f>
              <c:strCache>
                <c:ptCount val="4"/>
                <c:pt idx="0">
                  <c:v>Less than
1 year</c:v>
                </c:pt>
                <c:pt idx="1">
                  <c:v>1–2 years</c:v>
                </c:pt>
                <c:pt idx="2">
                  <c:v>3–5 years</c:v>
                </c:pt>
                <c:pt idx="3">
                  <c:v>More than
5 years</c:v>
                </c:pt>
              </c:strCache>
            </c:strRef>
          </c:cat>
          <c:val>
            <c:numRef>
              <c:f>'Chart Data'!$B$2:$B$5</c:f>
              <c:numCache>
                <c:formatCode>0</c:formatCode>
                <c:ptCount val="4"/>
                <c:pt idx="0">
                  <c:v>5</c:v>
                </c:pt>
                <c:pt idx="1">
                  <c:v>2</c:v>
                </c:pt>
                <c:pt idx="2">
                  <c:v>6</c:v>
                </c:pt>
                <c:pt idx="3">
                  <c:v>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900">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975">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C61"/>
                </a:solidFill>
                <a:latin typeface="Arial"/>
                <a:ea typeface="Arial"/>
                <a:cs typeface="Arial"/>
              </a:rPr>
              <a:t>Primary tasks related to inventory and finance</a:t>
            </a:r>
          </a:p>
        </c:rich>
      </c:tx>
      <c:overlay val="0"/>
      <c:txPr>
        <a:bodyPr xmlns:a="http://schemas.openxmlformats.org/drawingml/2006/main" anchorCtr="1"/>
        <a:lstStyle xmlns:a="http://schemas.openxmlformats.org/drawingml/2006/main"/>
        <a:p xmlns:a="http://schemas.openxmlformats.org/drawingml/2006/main">
          <a:pPr>
            <a:defRPr sz="1725" b="1">
              <a:solidFill>
                <a:srgbClr val="202C61"/>
              </a:solidFill>
              <a:latin typeface="Arial"/>
              <a:ea typeface="Arial"/>
              <a:cs typeface="Arial"/>
            </a:defRPr>
          </a:pPr>
        </a:p>
      </c:txPr>
    </c:title>
    <c:plotArea>
      <c:barChart>
        <c:barDir val="bar"/>
        <c:grouping val="clustered"/>
        <c:varyColors val="0"/>
        <c:ser>
          <c:idx val="0"/>
          <c:order val="0"/>
          <c:tx>
            <c:v>Respondents</c:v>
          </c:tx>
          <c:spPr>
            <a:solidFill xmlns:a="http://schemas.openxmlformats.org/drawingml/2006/main">
              <a:srgbClr val="4CAF50"/>
            </a:solidFill>
          </c:spPr>
          <c:invertIfNegative val="0"/>
          <c:dLbls>
            <c:dLbl>
              <c:idx val="0"/>
              <c:tx>
                <c:rich>
                  <a:bodyPr xmlns:a="http://schemas.openxmlformats.org/drawingml/2006/main"/>
                  <a:lstStyle xmlns:a="http://schemas.openxmlformats.org/drawingml/2006/main"/>
                  <a:p xmlns:a="http://schemas.openxmlformats.org/drawingml/2006/main">
                    <a:r>
                      <a:rPr sz="1275">
                        <a:solidFill>
                          <a:srgbClr val="171717"/>
                        </a:solidFill>
                      </a:rPr>
                      <a:t>2 (11.1%)</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275">
                        <a:solidFill>
                          <a:srgbClr val="171717"/>
                        </a:solidFill>
                      </a:rPr>
                      <a:t>13 (72.2%)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275">
                        <a:solidFill>
                          <a:srgbClr val="171717"/>
                        </a:solidFill>
                      </a:rPr>
                      <a:t>4 (22.2%)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3"/>
              <c:tx>
                <c:rich>
                  <a:bodyPr xmlns:a="http://schemas.openxmlformats.org/drawingml/2006/main"/>
                  <a:lstStyle xmlns:a="http://schemas.openxmlformats.org/drawingml/2006/main"/>
                  <a:p xmlns:a="http://schemas.openxmlformats.org/drawingml/2006/main">
                    <a:r>
                      <a:rPr sz="1275">
                        <a:solidFill>
                          <a:srgbClr val="171717"/>
                        </a:solidFill>
                      </a:rPr>
                      <a:t>12 (66.7%)</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4"/>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5"/>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s>
          <c:cat>
            <c:strRef>
              <c:f>'Chart Data'!$A$2:$A$7</c:f>
              <c:strCache>
                <c:ptCount val="6"/>
                <c:pt idx="0">
                  <c:v>Approvals</c:v>
                </c:pt>
                <c:pt idx="1">
                  <c:v>Reporting</c:v>
                </c:pt>
                <c:pt idx="2">
                  <c:v>Reconciliation</c:v>
                </c:pt>
                <c:pt idx="3">
                  <c:v>Stock counts</c:v>
                </c:pt>
                <c:pt idx="4">
                  <c:v>Stock issuance / sales logging</c:v>
                </c:pt>
                <c:pt idx="5">
                  <c:v>Stock receiving</c:v>
                </c:pt>
              </c:strCache>
            </c:strRef>
          </c:cat>
          <c:val>
            <c:numRef>
              <c:f>'Chart Data'!$B$2:$B$7</c:f>
              <c:numCache>
                <c:formatCode>0</c:formatCode>
                <c:ptCount val="6"/>
                <c:pt idx="0">
                  <c:v>2</c:v>
                </c:pt>
                <c:pt idx="1">
                  <c:v>13</c:v>
                </c:pt>
                <c:pt idx="2">
                  <c:v>4</c:v>
                </c:pt>
                <c:pt idx="3">
                  <c:v>12</c:v>
                </c:pt>
                <c:pt idx="4">
                  <c:v>10</c:v>
                </c:pt>
                <c:pt idx="5">
                  <c:v>10</c:v>
                </c:pt>
              </c:numCache>
            </c:numRef>
          </c:val>
        </c:ser>
        <c:dLbls>
          <c:txPr>
            <a:bodyPr xmlns:a="http://schemas.openxmlformats.org/drawingml/2006/main" anchorCtr="1"/>
            <a:lstStyle xmlns:a="http://schemas.openxmlformats.org/drawingml/2006/main"/>
            <a:p xmlns:a="http://schemas.openxmlformats.org/drawingml/2006/main">
              <a:pPr>
                <a:defRPr sz="1275">
                  <a:solidFill>
                    <a:srgbClr val="171717"/>
                  </a:solidFill>
                  <a:latin typeface="Arial"/>
                  <a:ea typeface="Arial"/>
                  <a:cs typeface="Arial"/>
                </a:defRPr>
              </a:pPr>
            </a:p>
          </c:txPr>
          <c:dLblPos val="outEnd"/>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350">
                <a:solidFill>
                  <a:srgbClr val="171717"/>
                </a:solidFill>
                <a:latin typeface="Arial"/>
                <a:ea typeface="Arial"/>
                <a:cs typeface="Arial"/>
              </a:defRPr>
            </a:pPr>
          </a:p>
        </c:txPr>
        <c:crossAx val="48672768"/>
      </c:catAx>
      <c:valAx>
        <c:axId val="48672768"/>
        <c:scaling>
          <c:orientation val="minMax"/>
          <c:max val="15"/>
          <c:min val="0"/>
        </c:scaling>
        <c:delete val="0"/>
        <c:axPos val="b"/>
        <c:majorGridlines>
          <c:spPr>
            <a:ln xmlns:a="http://schemas.openxmlformats.org/drawingml/2006/main" w="7620">
              <a:solidFill>
                <a:srgbClr val="E5E7EB"/>
              </a:solidFill>
              <a:prstDash val="solid"/>
            </a:ln>
          </c:spPr>
        </c:majorGridlines>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200">
                <a:solidFill>
                  <a:srgbClr val="595959"/>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66E7D5A0-D8C3-4064-A453-E9F58DC243CB}"/>
              </a:ext>
            </a:extLst>
          </p:cNvPr>
          <p:cNvPicPr>
            <a:picLocks xmlns:a="http://schemas.openxmlformats.org/drawingml/2006/main" noChangeAspect="1"/>
          </p:cNvPicPr>
          <p:nvPr/>
        </p:nvPicPr>
        <p:blipFill>
          <a:blip xmlns:r="http://schemas.openxmlformats.org/officeDocument/2006/relationships" xmlns:a="http://schemas.openxmlformats.org/drawingml/2006/main" r:embed="R4fc4f83c0f5f401f"/>
          <a:stretch xmlns:a="http://schemas.openxmlformats.org/drawingml/2006/main"/>
        </p:blipFill>
        <p:spPr>
          <a:xfrm xmlns:a="http://schemas.openxmlformats.org/drawingml/2006/main">
            <a:off x="533400" y="853066"/>
            <a:ext cx="4429125" cy="703693"/>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9A8B55B4-EE3D-4D37-84B3-56BF4D5DF89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buNone/>
              <a:defRPr sz="1050" b="0">
                <a:solidFill>
                  <a:srgbClr val="595959"/>
                </a:solidFill>
                <a:latin typeface="Arial"/>
                <a:ea typeface="Arial"/>
                <a:cs typeface="Arial"/>
              </a:defRPr>
            </a:lvl1pPr>
            <a:lvl2pPr algn="r">
              <a:buNone/>
              <a:defRPr sz="1050" b="0">
                <a:solidFill>
                  <a:srgbClr val="595959"/>
                </a:solidFill>
                <a:latin typeface="Arial"/>
                <a:ea typeface="Arial"/>
                <a:cs typeface="Arial"/>
              </a:defRPr>
            </a:lvl2pPr>
            <a:lvl3pPr algn="r">
              <a:buNone/>
              <a:defRPr sz="1050" b="0">
                <a:solidFill>
                  <a:srgbClr val="595959"/>
                </a:solidFill>
                <a:latin typeface="Arial"/>
                <a:ea typeface="Arial"/>
                <a:cs typeface="Arial"/>
              </a:defRPr>
            </a:lvl3pPr>
            <a:lvl4pPr algn="r">
              <a:buNone/>
              <a:defRPr sz="1050" b="0">
                <a:solidFill>
                  <a:srgbClr val="595959"/>
                </a:solidFill>
                <a:latin typeface="Arial"/>
                <a:ea typeface="Arial"/>
                <a:cs typeface="Arial"/>
              </a:defRPr>
            </a:lvl4pPr>
            <a:lvl5pPr algn="r">
              <a:buNone/>
              <a:defRPr sz="1050" b="0">
                <a:solidFill>
                  <a:srgbClr val="595959"/>
                </a:solidFill>
                <a:latin typeface="Arial"/>
                <a:ea typeface="Arial"/>
                <a:cs typeface="Arial"/>
              </a:defRPr>
            </a:lvl5pPr>
            <a:lvl6pPr algn="r">
              <a:buNone/>
              <a:defRPr sz="1050" b="0">
                <a:solidFill>
                  <a:srgbClr val="595959"/>
                </a:solidFill>
                <a:latin typeface="Arial"/>
                <a:ea typeface="Arial"/>
                <a:cs typeface="Arial"/>
              </a:defRPr>
            </a:lvl6pPr>
            <a:lvl7pPr algn="r">
              <a:buNone/>
              <a:defRPr sz="1050" b="0">
                <a:solidFill>
                  <a:srgbClr val="595959"/>
                </a:solidFill>
                <a:latin typeface="Arial"/>
                <a:ea typeface="Arial"/>
                <a:cs typeface="Arial"/>
              </a:defRPr>
            </a:lvl7pPr>
            <a:lvl8pPr algn="r">
              <a:buNone/>
              <a:defRPr sz="1050" b="0">
                <a:solidFill>
                  <a:srgbClr val="595959"/>
                </a:solidFill>
                <a:latin typeface="Arial"/>
                <a:ea typeface="Arial"/>
                <a:cs typeface="Arial"/>
              </a:defRPr>
            </a:lvl8pPr>
            <a:lvl9pPr algn="r">
              <a:buNone/>
              <a:defRPr sz="1050" b="0">
                <a:solidFill>
                  <a:srgbClr val="595959"/>
                </a:solidFill>
                <a:latin typeface="Arial"/>
                <a:ea typeface="Arial"/>
                <a:cs typeface="Arial"/>
              </a:defRPr>
            </a:lvl9pPr>
          </a:lstStyle>
          <a:p xmlns:a="http://schemas.openxmlformats.org/drawingml/2006/main">
            <a:pPr algn="r">
              <a:buNone/>
              <a:defRPr sz="1050" b="0">
                <a:solidFill>
                  <a:srgbClr val="595959"/>
                </a:solidFill>
                <a:latin typeface="Arial"/>
                <a:ea typeface="Arial"/>
                <a:cs typeface="Arial"/>
              </a:defRPr>
            </a:pPr>
            <a:r>
              <a:rPr sz="1050" b="0">
                <a:solidFill>
                  <a:srgbClr val="595959"/>
                </a:solidFill>
                <a:latin typeface="Arial"/>
                <a:ea typeface="Arial"/>
                <a:cs typeface="Arial"/>
              </a:rPr>
              <a:t>01 / 23</a:t>
            </a:r>
          </a:p>
        </p:txBody>
      </p:sp>
      <p:sp>
        <p:nvSpPr>
          <p:cNvPr id="3" name="current-content-34">
            <a:extLst xmlns:a="http://schemas.openxmlformats.org/drawingml/2006/main">
              <a:ext uri="{FF2B5EF4-FFF2-40B4-BE49-F238E27FC236}">
                <a16:creationId xmlns:a16="http://schemas.microsoft.com/office/drawing/2014/main" id="{A85BBD2A-BBF3-4C94-BE87-64CAE2EE6201}"/>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buNone/>
              <a:defRPr sz="1950" b="1">
                <a:solidFill>
                  <a:srgbClr val="0070C0"/>
                </a:solidFill>
                <a:latin typeface="Raleway"/>
                <a:ea typeface="Raleway"/>
                <a:cs typeface="Raleway"/>
              </a:defRPr>
            </a:lvl1pPr>
            <a:lvl2pPr algn="l">
              <a:buNone/>
              <a:defRPr sz="1950" b="1">
                <a:solidFill>
                  <a:srgbClr val="0070C0"/>
                </a:solidFill>
                <a:latin typeface="Raleway"/>
                <a:ea typeface="Raleway"/>
                <a:cs typeface="Raleway"/>
              </a:defRPr>
            </a:lvl2pPr>
            <a:lvl3pPr algn="l">
              <a:buNone/>
              <a:defRPr sz="1950" b="1">
                <a:solidFill>
                  <a:srgbClr val="0070C0"/>
                </a:solidFill>
                <a:latin typeface="Raleway"/>
                <a:ea typeface="Raleway"/>
                <a:cs typeface="Raleway"/>
              </a:defRPr>
            </a:lvl3pPr>
            <a:lvl4pPr algn="l">
              <a:buNone/>
              <a:defRPr sz="1950" b="1">
                <a:solidFill>
                  <a:srgbClr val="0070C0"/>
                </a:solidFill>
                <a:latin typeface="Raleway"/>
                <a:ea typeface="Raleway"/>
                <a:cs typeface="Raleway"/>
              </a:defRPr>
            </a:lvl4pPr>
            <a:lvl5pPr algn="l">
              <a:buNone/>
              <a:defRPr sz="1950" b="1">
                <a:solidFill>
                  <a:srgbClr val="0070C0"/>
                </a:solidFill>
                <a:latin typeface="Raleway"/>
                <a:ea typeface="Raleway"/>
                <a:cs typeface="Raleway"/>
              </a:defRPr>
            </a:lvl5pPr>
            <a:lvl6pPr algn="l">
              <a:buNone/>
              <a:defRPr sz="1950" b="1">
                <a:solidFill>
                  <a:srgbClr val="0070C0"/>
                </a:solidFill>
                <a:latin typeface="Raleway"/>
                <a:ea typeface="Raleway"/>
                <a:cs typeface="Raleway"/>
              </a:defRPr>
            </a:lvl6pPr>
            <a:lvl7pPr algn="l">
              <a:buNone/>
              <a:defRPr sz="1950" b="1">
                <a:solidFill>
                  <a:srgbClr val="0070C0"/>
                </a:solidFill>
                <a:latin typeface="Raleway"/>
                <a:ea typeface="Raleway"/>
                <a:cs typeface="Raleway"/>
              </a:defRPr>
            </a:lvl7pPr>
            <a:lvl8pPr algn="l">
              <a:buNone/>
              <a:defRPr sz="1950" b="1">
                <a:solidFill>
                  <a:srgbClr val="0070C0"/>
                </a:solidFill>
                <a:latin typeface="Raleway"/>
                <a:ea typeface="Raleway"/>
                <a:cs typeface="Raleway"/>
              </a:defRPr>
            </a:lvl8pPr>
            <a:lvl9pPr algn="l">
              <a:buNone/>
              <a:defRPr sz="1950" b="1">
                <a:solidFill>
                  <a:srgbClr val="0070C0"/>
                </a:solidFill>
                <a:latin typeface="Raleway"/>
                <a:ea typeface="Raleway"/>
                <a:cs typeface="Raleway"/>
              </a:defRPr>
            </a:lvl9pPr>
          </a:lstStyle>
          <a:p xmlns:a="http://schemas.openxmlformats.org/drawingml/2006/main">
            <a:pPr algn="l">
              <a:buNone/>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517BCBE7-82AC-464A-8C54-6EEEABBA7A6B}"/>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buNone/>
              <a:defRPr sz="1875" b="1">
                <a:solidFill>
                  <a:srgbClr val="171717"/>
                </a:solidFill>
                <a:latin typeface="Cambria"/>
                <a:ea typeface="Cambria"/>
                <a:cs typeface="Cambria"/>
              </a:defRPr>
            </a:lvl1pPr>
            <a:lvl2pPr algn="ctr">
              <a:buNone/>
              <a:defRPr sz="1875" b="1">
                <a:solidFill>
                  <a:srgbClr val="171717"/>
                </a:solidFill>
                <a:latin typeface="Cambria"/>
                <a:ea typeface="Cambria"/>
                <a:cs typeface="Cambria"/>
              </a:defRPr>
            </a:lvl2pPr>
            <a:lvl3pPr algn="ctr">
              <a:buNone/>
              <a:defRPr sz="1875" b="1">
                <a:solidFill>
                  <a:srgbClr val="171717"/>
                </a:solidFill>
                <a:latin typeface="Cambria"/>
                <a:ea typeface="Cambria"/>
                <a:cs typeface="Cambria"/>
              </a:defRPr>
            </a:lvl3pPr>
            <a:lvl4pPr algn="ctr">
              <a:buNone/>
              <a:defRPr sz="1875" b="1">
                <a:solidFill>
                  <a:srgbClr val="171717"/>
                </a:solidFill>
                <a:latin typeface="Cambria"/>
                <a:ea typeface="Cambria"/>
                <a:cs typeface="Cambria"/>
              </a:defRPr>
            </a:lvl4pPr>
            <a:lvl5pPr algn="ctr">
              <a:buNone/>
              <a:defRPr sz="1875" b="1">
                <a:solidFill>
                  <a:srgbClr val="171717"/>
                </a:solidFill>
                <a:latin typeface="Cambria"/>
                <a:ea typeface="Cambria"/>
                <a:cs typeface="Cambria"/>
              </a:defRPr>
            </a:lvl5pPr>
            <a:lvl6pPr algn="ctr">
              <a:buNone/>
              <a:defRPr sz="1875" b="1">
                <a:solidFill>
                  <a:srgbClr val="171717"/>
                </a:solidFill>
                <a:latin typeface="Cambria"/>
                <a:ea typeface="Cambria"/>
                <a:cs typeface="Cambria"/>
              </a:defRPr>
            </a:lvl6pPr>
            <a:lvl7pPr algn="ctr">
              <a:buNone/>
              <a:defRPr sz="1875" b="1">
                <a:solidFill>
                  <a:srgbClr val="171717"/>
                </a:solidFill>
                <a:latin typeface="Cambria"/>
                <a:ea typeface="Cambria"/>
                <a:cs typeface="Cambria"/>
              </a:defRPr>
            </a:lvl7pPr>
            <a:lvl8pPr algn="ctr">
              <a:buNone/>
              <a:defRPr sz="1875" b="1">
                <a:solidFill>
                  <a:srgbClr val="171717"/>
                </a:solidFill>
                <a:latin typeface="Cambria"/>
                <a:ea typeface="Cambria"/>
                <a:cs typeface="Cambria"/>
              </a:defRPr>
            </a:lvl8pPr>
            <a:lvl9pPr algn="ctr">
              <a:buNone/>
              <a:defRPr sz="1875" b="1">
                <a:solidFill>
                  <a:srgbClr val="171717"/>
                </a:solidFill>
                <a:latin typeface="Cambria"/>
                <a:ea typeface="Cambria"/>
                <a:cs typeface="Cambria"/>
              </a:defRPr>
            </a:lvl9pPr>
          </a:lstStyle>
          <a:p xmlns:a="http://schemas.openxmlformats.org/drawingml/2006/main">
            <a:pPr algn="ctr">
              <a:buNone/>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CCAB4FF6-7412-4DAC-AD1A-1DDC96E79BE6}"/>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buNone/>
              <a:defRPr sz="1350" b="1">
                <a:solidFill>
                  <a:srgbClr val="171717"/>
                </a:solidFill>
                <a:latin typeface="Arial"/>
                <a:ea typeface="Arial"/>
                <a:cs typeface="Arial"/>
              </a:defRPr>
            </a:lvl1pPr>
            <a:lvl2pPr algn="ctr">
              <a:buNone/>
              <a:defRPr sz="1350" b="1">
                <a:solidFill>
                  <a:srgbClr val="171717"/>
                </a:solidFill>
                <a:latin typeface="Arial"/>
                <a:ea typeface="Arial"/>
                <a:cs typeface="Arial"/>
              </a:defRPr>
            </a:lvl2pPr>
            <a:lvl3pPr algn="ctr">
              <a:buNone/>
              <a:defRPr sz="1350" b="1">
                <a:solidFill>
                  <a:srgbClr val="171717"/>
                </a:solidFill>
                <a:latin typeface="Arial"/>
                <a:ea typeface="Arial"/>
                <a:cs typeface="Arial"/>
              </a:defRPr>
            </a:lvl3pPr>
            <a:lvl4pPr algn="ctr">
              <a:buNone/>
              <a:defRPr sz="1350" b="1">
                <a:solidFill>
                  <a:srgbClr val="171717"/>
                </a:solidFill>
                <a:latin typeface="Arial"/>
                <a:ea typeface="Arial"/>
                <a:cs typeface="Arial"/>
              </a:defRPr>
            </a:lvl4pPr>
            <a:lvl5pPr algn="ctr">
              <a:buNone/>
              <a:defRPr sz="1350" b="1">
                <a:solidFill>
                  <a:srgbClr val="171717"/>
                </a:solidFill>
                <a:latin typeface="Arial"/>
                <a:ea typeface="Arial"/>
                <a:cs typeface="Arial"/>
              </a:defRPr>
            </a:lvl5pPr>
            <a:lvl6pPr algn="ctr">
              <a:buNone/>
              <a:defRPr sz="1350" b="1">
                <a:solidFill>
                  <a:srgbClr val="171717"/>
                </a:solidFill>
                <a:latin typeface="Arial"/>
                <a:ea typeface="Arial"/>
                <a:cs typeface="Arial"/>
              </a:defRPr>
            </a:lvl6pPr>
            <a:lvl7pPr algn="ctr">
              <a:buNone/>
              <a:defRPr sz="1350" b="1">
                <a:solidFill>
                  <a:srgbClr val="171717"/>
                </a:solidFill>
                <a:latin typeface="Arial"/>
                <a:ea typeface="Arial"/>
                <a:cs typeface="Arial"/>
              </a:defRPr>
            </a:lvl7pPr>
            <a:lvl8pPr algn="ctr">
              <a:buNone/>
              <a:defRPr sz="1350" b="1">
                <a:solidFill>
                  <a:srgbClr val="171717"/>
                </a:solidFill>
                <a:latin typeface="Arial"/>
                <a:ea typeface="Arial"/>
                <a:cs typeface="Arial"/>
              </a:defRPr>
            </a:lvl8pPr>
            <a:lvl9pPr algn="ctr">
              <a:buNone/>
              <a:defRPr sz="1350" b="1">
                <a:solidFill>
                  <a:srgbClr val="171717"/>
                </a:solidFill>
                <a:latin typeface="Arial"/>
                <a:ea typeface="Arial"/>
                <a:cs typeface="Arial"/>
              </a:defRPr>
            </a:lvl9pPr>
          </a:lstStyle>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83BBA259-3D6F-4B74-9D05-2CD7DF889BFE}"/>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buNone/>
              <a:defRPr sz="1050" b="0">
                <a:solidFill>
                  <a:srgbClr val="595959"/>
                </a:solidFill>
                <a:latin typeface="Arial"/>
                <a:ea typeface="Arial"/>
                <a:cs typeface="Arial"/>
              </a:defRPr>
            </a:lvl1pPr>
            <a:lvl2pPr algn="ctr">
              <a:buNone/>
              <a:defRPr sz="1050" b="0">
                <a:solidFill>
                  <a:srgbClr val="595959"/>
                </a:solidFill>
                <a:latin typeface="Arial"/>
                <a:ea typeface="Arial"/>
                <a:cs typeface="Arial"/>
              </a:defRPr>
            </a:lvl2pPr>
            <a:lvl3pPr algn="ctr">
              <a:buNone/>
              <a:defRPr sz="1050" b="0">
                <a:solidFill>
                  <a:srgbClr val="595959"/>
                </a:solidFill>
                <a:latin typeface="Arial"/>
                <a:ea typeface="Arial"/>
                <a:cs typeface="Arial"/>
              </a:defRPr>
            </a:lvl3pPr>
            <a:lvl4pPr algn="ctr">
              <a:buNone/>
              <a:defRPr sz="1050" b="0">
                <a:solidFill>
                  <a:srgbClr val="595959"/>
                </a:solidFill>
                <a:latin typeface="Arial"/>
                <a:ea typeface="Arial"/>
                <a:cs typeface="Arial"/>
              </a:defRPr>
            </a:lvl4pPr>
            <a:lvl5pPr algn="ctr">
              <a:buNone/>
              <a:defRPr sz="1050" b="0">
                <a:solidFill>
                  <a:srgbClr val="595959"/>
                </a:solidFill>
                <a:latin typeface="Arial"/>
                <a:ea typeface="Arial"/>
                <a:cs typeface="Arial"/>
              </a:defRPr>
            </a:lvl5pPr>
            <a:lvl6pPr algn="ctr">
              <a:buNone/>
              <a:defRPr sz="1050" b="0">
                <a:solidFill>
                  <a:srgbClr val="595959"/>
                </a:solidFill>
                <a:latin typeface="Arial"/>
                <a:ea typeface="Arial"/>
                <a:cs typeface="Arial"/>
              </a:defRPr>
            </a:lvl6pPr>
            <a:lvl7pPr algn="ctr">
              <a:buNone/>
              <a:defRPr sz="1050" b="0">
                <a:solidFill>
                  <a:srgbClr val="595959"/>
                </a:solidFill>
                <a:latin typeface="Arial"/>
                <a:ea typeface="Arial"/>
                <a:cs typeface="Arial"/>
              </a:defRPr>
            </a:lvl7pPr>
            <a:lvl8pPr algn="ctr">
              <a:buNone/>
              <a:defRPr sz="1050" b="0">
                <a:solidFill>
                  <a:srgbClr val="595959"/>
                </a:solidFill>
                <a:latin typeface="Arial"/>
                <a:ea typeface="Arial"/>
                <a:cs typeface="Arial"/>
              </a:defRPr>
            </a:lvl8pPr>
            <a:lvl9pPr algn="ctr">
              <a:buNone/>
              <a:defRPr sz="1050" b="0">
                <a:solidFill>
                  <a:srgbClr val="595959"/>
                </a:solidFill>
                <a:latin typeface="Arial"/>
                <a:ea typeface="Arial"/>
                <a:cs typeface="Arial"/>
              </a:defRPr>
            </a:lvl9pPr>
          </a:lstStyle>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1B47997C-1B73-4A7C-8BC3-B2D9480F2EBD}"/>
              </a:ext>
            </a:extLst>
          </p:cNvPr>
          <p:cNvSpPr>
            <a:spLocks xmlns:a="http://schemas.openxmlformats.org/drawingml/2006/main" noGrp="1"/>
          </p:cNvSpPr>
          <p:nvPr/>
        </p:nvSpPr>
        <p:spPr>
          <a:xfrm xmlns:a="http://schemas.openxmlformats.org/drawingml/2006/main">
            <a:off x="533400" y="44767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buNone/>
              <a:defRPr sz="975" b="0">
                <a:solidFill>
                  <a:srgbClr val="595959"/>
                </a:solidFill>
                <a:latin typeface="Arial"/>
                <a:ea typeface="Arial"/>
                <a:cs typeface="Arial"/>
              </a:defRPr>
            </a:lvl1pPr>
            <a:lvl2pPr algn="l">
              <a:buNone/>
              <a:defRPr sz="975" b="0">
                <a:solidFill>
                  <a:srgbClr val="595959"/>
                </a:solidFill>
                <a:latin typeface="Arial"/>
                <a:ea typeface="Arial"/>
                <a:cs typeface="Arial"/>
              </a:defRPr>
            </a:lvl2pPr>
            <a:lvl3pPr algn="l">
              <a:buNone/>
              <a:defRPr sz="975" b="0">
                <a:solidFill>
                  <a:srgbClr val="595959"/>
                </a:solidFill>
                <a:latin typeface="Arial"/>
                <a:ea typeface="Arial"/>
                <a:cs typeface="Arial"/>
              </a:defRPr>
            </a:lvl3pPr>
            <a:lvl4pPr algn="l">
              <a:buNone/>
              <a:defRPr sz="975" b="0">
                <a:solidFill>
                  <a:srgbClr val="595959"/>
                </a:solidFill>
                <a:latin typeface="Arial"/>
                <a:ea typeface="Arial"/>
                <a:cs typeface="Arial"/>
              </a:defRPr>
            </a:lvl4pPr>
            <a:lvl5pPr algn="l">
              <a:buNone/>
              <a:defRPr sz="975" b="0">
                <a:solidFill>
                  <a:srgbClr val="595959"/>
                </a:solidFill>
                <a:latin typeface="Arial"/>
                <a:ea typeface="Arial"/>
                <a:cs typeface="Arial"/>
              </a:defRPr>
            </a:lvl5pPr>
            <a:lvl6pPr algn="l">
              <a:buNone/>
              <a:defRPr sz="975" b="0">
                <a:solidFill>
                  <a:srgbClr val="595959"/>
                </a:solidFill>
                <a:latin typeface="Arial"/>
                <a:ea typeface="Arial"/>
                <a:cs typeface="Arial"/>
              </a:defRPr>
            </a:lvl6pPr>
            <a:lvl7pPr algn="l">
              <a:buNone/>
              <a:defRPr sz="975" b="0">
                <a:solidFill>
                  <a:srgbClr val="595959"/>
                </a:solidFill>
                <a:latin typeface="Arial"/>
                <a:ea typeface="Arial"/>
                <a:cs typeface="Arial"/>
              </a:defRPr>
            </a:lvl7pPr>
            <a:lvl8pPr algn="l">
              <a:buNone/>
              <a:defRPr sz="975" b="0">
                <a:solidFill>
                  <a:srgbClr val="595959"/>
                </a:solidFill>
                <a:latin typeface="Arial"/>
                <a:ea typeface="Arial"/>
                <a:cs typeface="Arial"/>
              </a:defRPr>
            </a:lvl8pPr>
            <a:lvl9pPr algn="l">
              <a:buNone/>
              <a:defRPr sz="975" b="0">
                <a:solidFill>
                  <a:srgbClr val="595959"/>
                </a:solidFill>
                <a:latin typeface="Arial"/>
                <a:ea typeface="Arial"/>
                <a:cs typeface="Arial"/>
              </a:defRPr>
            </a:lvl9pPr>
          </a:lstStyle>
          <a:p xmlns:a="http://schemas.openxmlformats.org/drawingml/2006/main">
            <a:pPr algn="l">
              <a:buNone/>
              <a:defRPr sz="975" b="0">
                <a:solidFill>
                  <a:srgbClr val="595959"/>
                </a:solidFill>
                <a:latin typeface="Arial"/>
                <a:ea typeface="Arial"/>
                <a:cs typeface="Arial"/>
              </a:defRPr>
            </a:pPr>
            <a:r>
              <a:rPr sz="975" b="0">
                <a:solidFill>
                  <a:srgbClr val="595959"/>
                </a:solidFill>
                <a:latin typeface="Arial"/>
                <a:ea typeface="Arial"/>
                <a:cs typeface="Arial"/>
              </a:rPr>
              <a:t>Adviser:</a:t>
            </a:r>
            <a:r>
              <a:rPr sz="975" b="0">
                <a:solidFill>
                  <a:srgbClr val="595959"/>
                </a:solidFill>
                <a:latin typeface="Arial"/>
                <a:ea typeface="Arial"/>
                <a:cs typeface="Arial"/>
              </a:rPr>
              <a:t>Almie</a:t>
            </a:r>
            <a:r>
              <a:rPr sz="975" b="0">
                <a:solidFill>
                  <a:srgbClr val="595959"/>
                </a:solidFill>
                <a:latin typeface="Arial"/>
                <a:ea typeface="Arial"/>
                <a:cs typeface="Arial"/>
              </a:rPr>
              <a:t> Joy </a:t>
            </a:r>
            <a:r>
              <a:rPr sz="975" b="0">
                <a:solidFill>
                  <a:srgbClr val="595959"/>
                </a:solidFill>
                <a:latin typeface="Arial"/>
                <a:ea typeface="Arial"/>
                <a:cs typeface="Arial"/>
              </a:rPr>
              <a:t>Illustrisimo</a:t>
            </a:r>
            <a:r>
              <a:rPr sz="975" b="0">
                <a:solidFill>
                  <a:srgbClr val="595959"/>
                </a:solidFill>
                <a:latin typeface="Arial"/>
                <a:ea typeface="Arial"/>
                <a:cs typeface="Arial"/>
              </a:rPr>
              <a:t>     Academic year:</a:t>
            </a:r>
            <a:r>
              <a:rPr sz="975" b="0">
                <a:solidFill>
                  <a:srgbClr val="595959"/>
                </a:solidFill>
                <a:latin typeface="Arial"/>
                <a:ea typeface="Arial"/>
                <a:cs typeface="Arial"/>
              </a:rPr>
              <a:t> 2026-2027</a:t>
            </a:r>
            <a:endParaRPr sz="975" b="0">
              <a:solidFill>
                <a:srgbClr val="595959"/>
              </a:solidFill>
              <a:latin typeface="Arial"/>
              <a:ea typeface="Arial"/>
              <a:cs typeface="Arial"/>
            </a:endParaRPr>
          </a:p>
        </p:txBody>
      </p:sp>
    </p:spTree>
    <p:extLst>
      <p:ext uri="{BB962C8B-B14F-4D97-AF65-F5344CB8AC3E}">
        <p14:creationId xmlns:p14="http://schemas.microsoft.com/office/powerpoint/2010/main" val="15883431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04FD4E19-CA72-4419-99DF-A36AF56B639C}"/>
              </a:ext>
            </a:extLst>
          </p:cNvPr>
          <p:cNvPicPr>
            <a:picLocks xmlns:a="http://schemas.openxmlformats.org/drawingml/2006/main" noChangeAspect="1"/>
          </p:cNvPicPr>
          <p:nvPr/>
        </p:nvPicPr>
        <p:blipFill>
          <a:blip xmlns:r="http://schemas.openxmlformats.org/officeDocument/2006/relationships" xmlns:a="http://schemas.openxmlformats.org/drawingml/2006/main" r:embed="R3b4c1e2b09e24d1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
            <a:extLst xmlns:a="http://schemas.openxmlformats.org/drawingml/2006/main">
              <a:ext uri="{FF2B5EF4-FFF2-40B4-BE49-F238E27FC236}">
                <a16:creationId xmlns:a16="http://schemas.microsoft.com/office/drawing/2014/main" id="{977EAFB0-1622-4611-A0FD-0BD4F76DCE8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sp>
        <p:nvSpPr>
          <p:cNvPr id="4" name="current-content-39">
            <a:extLst xmlns:a="http://schemas.openxmlformats.org/drawingml/2006/main">
              <a:ext uri="{FF2B5EF4-FFF2-40B4-BE49-F238E27FC236}">
                <a16:creationId xmlns:a16="http://schemas.microsoft.com/office/drawing/2014/main" id="{4F52C8E1-A014-435B-AF81-EF2AA0BAC18A}"/>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5" name="current-content-40">
            <a:extLst xmlns:a="http://schemas.openxmlformats.org/drawingml/2006/main">
              <a:ext uri="{FF2B5EF4-FFF2-40B4-BE49-F238E27FC236}">
                <a16:creationId xmlns:a16="http://schemas.microsoft.com/office/drawing/2014/main" id="{CF6BFD9A-987F-4C58-AE49-6E51C0FD419A}"/>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6" name="current-content-41">
            <a:extLst xmlns:a="http://schemas.openxmlformats.org/drawingml/2006/main">
              <a:ext uri="{FF2B5EF4-FFF2-40B4-BE49-F238E27FC236}">
                <a16:creationId xmlns:a16="http://schemas.microsoft.com/office/drawing/2014/main" id="{383FE3F4-D43B-42FC-B907-DC3D5B58BE6B}"/>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7" name="current-content-42">
            <a:extLst xmlns:a="http://schemas.openxmlformats.org/drawingml/2006/main">
              <a:ext uri="{FF2B5EF4-FFF2-40B4-BE49-F238E27FC236}">
                <a16:creationId xmlns:a16="http://schemas.microsoft.com/office/drawing/2014/main" id="{6286F181-7833-4C9F-87F9-82F31901161E}"/>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RQ1 survey and interview findings</a:t>
            </a:r>
          </a:p>
        </p:txBody>
      </p:sp>
      <p:sp>
        <p:nvSpPr>
          <p:cNvPr id="8" name="current-content-43">
            <a:extLst xmlns:a="http://schemas.openxmlformats.org/drawingml/2006/main">
              <a:ext uri="{FF2B5EF4-FFF2-40B4-BE49-F238E27FC236}">
                <a16:creationId xmlns:a16="http://schemas.microsoft.com/office/drawing/2014/main" id="{E1241F91-0DB9-46B1-9C90-265457B63875}"/>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9" name="current-content-44">
            <a:extLst xmlns:a="http://schemas.openxmlformats.org/drawingml/2006/main">
              <a:ext uri="{FF2B5EF4-FFF2-40B4-BE49-F238E27FC236}">
                <a16:creationId xmlns:a16="http://schemas.microsoft.com/office/drawing/2014/main" id="{A5B0EB82-5E30-40B1-9972-2C1C6D3A6523}"/>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0" name="current-content-45">
            <a:extLst xmlns:a="http://schemas.openxmlformats.org/drawingml/2006/main">
              <a:ext uri="{FF2B5EF4-FFF2-40B4-BE49-F238E27FC236}">
                <a16:creationId xmlns:a16="http://schemas.microsoft.com/office/drawing/2014/main" id="{DD785F2D-CD2F-44B2-B99B-DAF59DDC1302}"/>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1" name="current-content-46">
            <a:extLst xmlns:a="http://schemas.openxmlformats.org/drawingml/2006/main">
              <a:ext uri="{FF2B5EF4-FFF2-40B4-BE49-F238E27FC236}">
                <a16:creationId xmlns:a16="http://schemas.microsoft.com/office/drawing/2014/main" id="{AFE86C62-56C7-4328-8A4E-0CABB643D1D0}"/>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RQ2 technical assessment and limitations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15236314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6692B756-F141-48B6-A24C-176E0519D730}"/>
              </a:ext>
            </a:extLst>
          </p:cNvPr>
          <p:cNvPicPr>
            <a:picLocks xmlns:a="http://schemas.openxmlformats.org/drawingml/2006/main" noChangeAspect="1"/>
          </p:cNvPicPr>
          <p:nvPr/>
        </p:nvPicPr>
        <p:blipFill>
          <a:blip xmlns:r="http://schemas.openxmlformats.org/officeDocument/2006/relationships" xmlns:a="http://schemas.openxmlformats.org/drawingml/2006/main" r:embed="R7ddb6e6e0cff4b8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4">
            <a:extLst xmlns:a="http://schemas.openxmlformats.org/drawingml/2006/main">
              <a:ext uri="{FF2B5EF4-FFF2-40B4-BE49-F238E27FC236}">
                <a16:creationId xmlns:a16="http://schemas.microsoft.com/office/drawing/2014/main" id="{CA9FDC82-657E-483B-B646-82F81E25CFB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sp>
        <p:nvSpPr>
          <p:cNvPr id="13" name="">
            <a:extLst xmlns:a="http://schemas.openxmlformats.org/drawingml/2006/main">
              <a:ext uri="{FF2B5EF4-FFF2-40B4-BE49-F238E27FC236}">
                <a16:creationId xmlns:a16="http://schemas.microsoft.com/office/drawing/2014/main" id="{5AFB0669-C95F-4A7B-96D7-8F77D7950844}"/>
              </a:ext>
            </a:extLst>
          </p:cNvPr>
          <p:cNvSpPr>
            <a:spLocks xmlns:a="http://schemas.openxmlformats.org/drawingml/2006/main" noGrp="1"/>
          </p:cNvSpPr>
          <p:nvPr/>
        </p:nvSpPr>
        <p:spPr>
          <a:xfrm xmlns:a="http://schemas.openxmlformats.org/drawingml/2006/main">
            <a:off x="533400" y="1171575"/>
            <a:ext cx="8058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One sale, three separate records</a:t>
            </a:r>
          </a:p>
        </p:txBody>
      </p:sp>
      <p:pic>
        <p:nvPicPr>
          <p:cNvPr id="14" name="">
            <a:extLst xmlns:a="http://schemas.openxmlformats.org/drawingml/2006/main">
              <a:ext uri="{FF2B5EF4-FFF2-40B4-BE49-F238E27FC236}">
                <a16:creationId xmlns:a16="http://schemas.microsoft.com/office/drawing/2014/main" id="{F4C0F951-7BDC-4485-9FE9-0D6BFDD304AF}"/>
              </a:ext>
            </a:extLst>
          </p:cNvPr>
          <p:cNvPicPr>
            <a:picLocks xmlns:a="http://schemas.openxmlformats.org/drawingml/2006/main" noChangeAspect="1"/>
          </p:cNvPicPr>
          <p:nvPr/>
        </p:nvPicPr>
        <p:blipFill>
          <a:blip xmlns:r="http://schemas.openxmlformats.org/officeDocument/2006/relationships" xmlns:a="http://schemas.openxmlformats.org/drawingml/2006/main" r:embed="R644515c6224b42f8"/>
          <a:stretch xmlns:a="http://schemas.openxmlformats.org/drawingml/2006/main"/>
        </p:blipFill>
        <p:spPr>
          <a:xfrm xmlns:a="http://schemas.openxmlformats.org/drawingml/2006/main">
            <a:off x="414338" y="1600200"/>
            <a:ext cx="8315325" cy="27717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AE5D73C-FC69-428D-BDC4-7E81AC579FE7}"/>
              </a:ext>
            </a:extLst>
          </p:cNvPr>
          <p:cNvSpPr>
            <a:spLocks xmlns:a="http://schemas.openxmlformats.org/drawingml/2006/main" noGrp="1"/>
          </p:cNvSpPr>
          <p:nvPr/>
        </p:nvSpPr>
        <p:spPr>
          <a:xfrm xmlns:a="http://schemas.openxmlformats.org/drawingml/2006/main">
            <a:off x="53340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1  A sale is written down</a:t>
            </a:r>
          </a:p>
        </p:txBody>
      </p:sp>
      <p:sp>
        <p:nvSpPr>
          <p:cNvPr id="16" name="">
            <a:extLst xmlns:a="http://schemas.openxmlformats.org/drawingml/2006/main">
              <a:ext uri="{FF2B5EF4-FFF2-40B4-BE49-F238E27FC236}">
                <a16:creationId xmlns:a16="http://schemas.microsoft.com/office/drawing/2014/main" id="{53A2A11A-C027-45F1-BAB4-8D6587A5EEF8}"/>
              </a:ext>
            </a:extLst>
          </p:cNvPr>
          <p:cNvSpPr>
            <a:spLocks xmlns:a="http://schemas.openxmlformats.org/drawingml/2006/main" noGrp="1"/>
          </p:cNvSpPr>
          <p:nvPr/>
        </p:nvSpPr>
        <p:spPr>
          <a:xfrm xmlns:a="http://schemas.openxmlformats.org/drawingml/2006/main">
            <a:off x="53340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The cashier records it in a notebook.</a:t>
            </a:r>
          </a:p>
        </p:txBody>
      </p:sp>
      <p:sp>
        <p:nvSpPr>
          <p:cNvPr id="17" name="">
            <a:extLst xmlns:a="http://schemas.openxmlformats.org/drawingml/2006/main">
              <a:ext uri="{FF2B5EF4-FFF2-40B4-BE49-F238E27FC236}">
                <a16:creationId xmlns:a16="http://schemas.microsoft.com/office/drawing/2014/main" id="{D877639A-8292-4C3B-B708-E6735FF3CD43}"/>
              </a:ext>
            </a:extLst>
          </p:cNvPr>
          <p:cNvSpPr>
            <a:spLocks xmlns:a="http://schemas.openxmlformats.org/drawingml/2006/main" noGrp="1"/>
          </p:cNvSpPr>
          <p:nvPr/>
        </p:nvSpPr>
        <p:spPr>
          <a:xfrm xmlns:a="http://schemas.openxmlformats.org/drawingml/2006/main">
            <a:off x="3286125"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2  Stock waits for an update</a:t>
            </a:r>
          </a:p>
        </p:txBody>
      </p:sp>
      <p:sp>
        <p:nvSpPr>
          <p:cNvPr id="18" name="">
            <a:extLst xmlns:a="http://schemas.openxmlformats.org/drawingml/2006/main">
              <a:ext uri="{FF2B5EF4-FFF2-40B4-BE49-F238E27FC236}">
                <a16:creationId xmlns:a16="http://schemas.microsoft.com/office/drawing/2014/main" id="{D331255B-F90B-48B5-BC88-A6A2A1FDD5FD}"/>
              </a:ext>
            </a:extLst>
          </p:cNvPr>
          <p:cNvSpPr>
            <a:spLocks xmlns:a="http://schemas.openxmlformats.org/drawingml/2006/main" noGrp="1"/>
          </p:cNvSpPr>
          <p:nvPr/>
        </p:nvSpPr>
        <p:spPr>
          <a:xfrm xmlns:a="http://schemas.openxmlformats.org/drawingml/2006/main">
            <a:off x="3286125"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 separate count is encoded later.</a:t>
            </a:r>
          </a:p>
        </p:txBody>
      </p:sp>
      <p:sp>
        <p:nvSpPr>
          <p:cNvPr id="19" name="">
            <a:extLst xmlns:a="http://schemas.openxmlformats.org/drawingml/2006/main">
              <a:ext uri="{FF2B5EF4-FFF2-40B4-BE49-F238E27FC236}">
                <a16:creationId xmlns:a16="http://schemas.microsoft.com/office/drawing/2014/main" id="{A3EF7756-8F01-43C9-A55D-821C5FC791DA}"/>
              </a:ext>
            </a:extLst>
          </p:cNvPr>
          <p:cNvSpPr>
            <a:spLocks xmlns:a="http://schemas.openxmlformats.org/drawingml/2006/main" noGrp="1"/>
          </p:cNvSpPr>
          <p:nvPr/>
        </p:nvSpPr>
        <p:spPr>
          <a:xfrm xmlns:a="http://schemas.openxmlformats.org/drawingml/2006/main">
            <a:off x="603885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3  The owner checks again</a:t>
            </a:r>
          </a:p>
        </p:txBody>
      </p:sp>
      <p:sp>
        <p:nvSpPr>
          <p:cNvPr id="20" name="">
            <a:extLst xmlns:a="http://schemas.openxmlformats.org/drawingml/2006/main">
              <a:ext uri="{FF2B5EF4-FFF2-40B4-BE49-F238E27FC236}">
                <a16:creationId xmlns:a16="http://schemas.microsoft.com/office/drawing/2014/main" id="{C7FA0BA2-6656-44F1-B68E-9E85C2236E86}"/>
              </a:ext>
            </a:extLst>
          </p:cNvPr>
          <p:cNvSpPr>
            <a:spLocks xmlns:a="http://schemas.openxmlformats.org/drawingml/2006/main" noGrp="1"/>
          </p:cNvSpPr>
          <p:nvPr/>
        </p:nvSpPr>
        <p:spPr>
          <a:xfrm xmlns:a="http://schemas.openxmlformats.org/drawingml/2006/main">
            <a:off x="603885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Ordering waits for reconciliation.</a:t>
            </a:r>
          </a:p>
        </p:txBody>
      </p:sp>
    </p:spTree>
    <p:extLst>
      <p:ext uri="{BB962C8B-B14F-4D97-AF65-F5344CB8AC3E}">
        <p14:creationId xmlns:p14="http://schemas.microsoft.com/office/powerpoint/2010/main" val="15115355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3" name="Picture 12">
            <a:extLst xmlns:a="http://schemas.openxmlformats.org/drawingml/2006/main">
              <a:ext uri="{FF2B5EF4-FFF2-40B4-BE49-F238E27FC236}">
                <a16:creationId xmlns:a16="http://schemas.microsoft.com/office/drawing/2014/main" id="{D637FEEB-D42D-4435-AF2E-522BF58BB8D2}"/>
              </a:ext>
            </a:extLst>
          </p:cNvPr>
          <p:cNvPicPr>
            <a:picLocks xmlns:a="http://schemas.openxmlformats.org/drawingml/2006/main" noChangeAspect="1"/>
          </p:cNvPicPr>
          <p:nvPr/>
        </p:nvPicPr>
        <p:blipFill>
          <a:blip xmlns:r="http://schemas.openxmlformats.org/officeDocument/2006/relationships" xmlns:a="http://schemas.openxmlformats.org/drawingml/2006/main" r:embed="R6af9f60158f742d8"/>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6">
            <a:extLst xmlns:a="http://schemas.openxmlformats.org/drawingml/2006/main">
              <a:ext uri="{FF2B5EF4-FFF2-40B4-BE49-F238E27FC236}">
                <a16:creationId xmlns:a16="http://schemas.microsoft.com/office/drawing/2014/main" id="{C96036E6-7D73-4454-BAE9-81E0A1EFCEC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sp>
        <p:nvSpPr>
          <p:cNvPr id="4" name="current-content-50">
            <a:extLst xmlns:a="http://schemas.openxmlformats.org/drawingml/2006/main">
              <a:ext uri="{FF2B5EF4-FFF2-40B4-BE49-F238E27FC236}">
                <a16:creationId xmlns:a16="http://schemas.microsoft.com/office/drawing/2014/main" id="{F7E30109-24A4-45F5-8A94-3CD20A1CB65B}"/>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5" name="current-content-51">
            <a:extLst xmlns:a="http://schemas.openxmlformats.org/drawingml/2006/main">
              <a:ext uri="{FF2B5EF4-FFF2-40B4-BE49-F238E27FC236}">
                <a16:creationId xmlns:a16="http://schemas.microsoft.com/office/drawing/2014/main" id="{C78A0394-38EF-4A07-B1BB-D0ED68FE1E05}"/>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6" name="Straight Connector 5">
            <a:extLst xmlns:a="http://schemas.openxmlformats.org/drawingml/2006/main">
              <a:ext uri="{FF2B5EF4-FFF2-40B4-BE49-F238E27FC236}">
                <a16:creationId xmlns:a16="http://schemas.microsoft.com/office/drawing/2014/main" id="{CAE87423-3430-4C2F-B546-0E04F06C32B2}"/>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52">
            <a:extLst xmlns:a="http://schemas.openxmlformats.org/drawingml/2006/main">
              <a:ext uri="{FF2B5EF4-FFF2-40B4-BE49-F238E27FC236}">
                <a16:creationId xmlns:a16="http://schemas.microsoft.com/office/drawing/2014/main" id="{512178D7-EEA9-446B-9F30-B22A030B4A72}"/>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8" name="current-content-53">
            <a:extLst xmlns:a="http://schemas.openxmlformats.org/drawingml/2006/main">
              <a:ext uri="{FF2B5EF4-FFF2-40B4-BE49-F238E27FC236}">
                <a16:creationId xmlns:a16="http://schemas.microsoft.com/office/drawing/2014/main" id="{6E55514F-87AB-4838-8748-D2A318661832}"/>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9" name="Straight Connector 8">
            <a:extLst xmlns:a="http://schemas.openxmlformats.org/drawingml/2006/main">
              <a:ext uri="{FF2B5EF4-FFF2-40B4-BE49-F238E27FC236}">
                <a16:creationId xmlns:a16="http://schemas.microsoft.com/office/drawing/2014/main" id="{83515362-FE55-4C45-B033-17901D26AFA6}"/>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54">
            <a:extLst xmlns:a="http://schemas.openxmlformats.org/drawingml/2006/main">
              <a:ext uri="{FF2B5EF4-FFF2-40B4-BE49-F238E27FC236}">
                <a16:creationId xmlns:a16="http://schemas.microsoft.com/office/drawing/2014/main" id="{D83ED1C3-FC67-46B7-8709-342EB5CA2E69}"/>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1" name="current-content-55">
            <a:extLst xmlns:a="http://schemas.openxmlformats.org/drawingml/2006/main">
              <a:ext uri="{FF2B5EF4-FFF2-40B4-BE49-F238E27FC236}">
                <a16:creationId xmlns:a16="http://schemas.microsoft.com/office/drawing/2014/main" id="{134AC473-7AEE-4568-99AF-60F1FCC40442}"/>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Tree>
    <p:extLst>
      <p:ext uri="{BB962C8B-B14F-4D97-AF65-F5344CB8AC3E}">
        <p14:creationId xmlns:p14="http://schemas.microsoft.com/office/powerpoint/2010/main" val="11066968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50293847-1192-4081-BC7D-F2F102D727A4}"/>
              </a:ext>
            </a:extLst>
          </p:cNvPr>
          <p:cNvPicPr>
            <a:picLocks xmlns:a="http://schemas.openxmlformats.org/drawingml/2006/main" noChangeAspect="1"/>
          </p:cNvPicPr>
          <p:nvPr/>
        </p:nvPicPr>
        <p:blipFill>
          <a:blip xmlns:r="http://schemas.openxmlformats.org/officeDocument/2006/relationships" xmlns:a="http://schemas.openxmlformats.org/drawingml/2006/main" r:embed="R5eba0770a6cd4e4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8">
            <a:extLst xmlns:a="http://schemas.openxmlformats.org/drawingml/2006/main">
              <a:ext uri="{FF2B5EF4-FFF2-40B4-BE49-F238E27FC236}">
                <a16:creationId xmlns:a16="http://schemas.microsoft.com/office/drawing/2014/main" id="{96122154-EF9E-4592-ABC9-87F9DC97E9D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sp>
        <p:nvSpPr>
          <p:cNvPr id="4" name="current-content-57">
            <a:extLst xmlns:a="http://schemas.openxmlformats.org/drawingml/2006/main">
              <a:ext uri="{FF2B5EF4-FFF2-40B4-BE49-F238E27FC236}">
                <a16:creationId xmlns:a16="http://schemas.microsoft.com/office/drawing/2014/main" id="{A9675C94-0128-42B6-81B5-741353777660}"/>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buNone/>
              <a:defRPr sz="2100" b="1">
                <a:solidFill>
                  <a:srgbClr val="171717"/>
                </a:solidFill>
                <a:latin typeface="Arial"/>
                <a:ea typeface="Arial"/>
                <a:cs typeface="Arial"/>
              </a:defRPr>
            </a:lvl1pPr>
            <a:lvl2pPr algn="l">
              <a:buNone/>
              <a:defRPr sz="2100" b="1">
                <a:solidFill>
                  <a:srgbClr val="171717"/>
                </a:solidFill>
                <a:latin typeface="Arial"/>
                <a:ea typeface="Arial"/>
                <a:cs typeface="Arial"/>
              </a:defRPr>
            </a:lvl2pPr>
            <a:lvl3pPr algn="l">
              <a:buNone/>
              <a:defRPr sz="2100" b="1">
                <a:solidFill>
                  <a:srgbClr val="171717"/>
                </a:solidFill>
                <a:latin typeface="Arial"/>
                <a:ea typeface="Arial"/>
                <a:cs typeface="Arial"/>
              </a:defRPr>
            </a:lvl3pPr>
            <a:lvl4pPr algn="l">
              <a:buNone/>
              <a:defRPr sz="2100" b="1">
                <a:solidFill>
                  <a:srgbClr val="171717"/>
                </a:solidFill>
                <a:latin typeface="Arial"/>
                <a:ea typeface="Arial"/>
                <a:cs typeface="Arial"/>
              </a:defRPr>
            </a:lvl4pPr>
            <a:lvl5pPr algn="l">
              <a:buNone/>
              <a:defRPr sz="2100" b="1">
                <a:solidFill>
                  <a:srgbClr val="171717"/>
                </a:solidFill>
                <a:latin typeface="Arial"/>
                <a:ea typeface="Arial"/>
                <a:cs typeface="Arial"/>
              </a:defRPr>
            </a:lvl5pPr>
            <a:lvl6pPr algn="l">
              <a:buNone/>
              <a:defRPr sz="2100" b="1">
                <a:solidFill>
                  <a:srgbClr val="171717"/>
                </a:solidFill>
                <a:latin typeface="Arial"/>
                <a:ea typeface="Arial"/>
                <a:cs typeface="Arial"/>
              </a:defRPr>
            </a:lvl6pPr>
            <a:lvl7pPr algn="l">
              <a:buNone/>
              <a:defRPr sz="2100" b="1">
                <a:solidFill>
                  <a:srgbClr val="171717"/>
                </a:solidFill>
                <a:latin typeface="Arial"/>
                <a:ea typeface="Arial"/>
                <a:cs typeface="Arial"/>
              </a:defRPr>
            </a:lvl7pPr>
            <a:lvl8pPr algn="l">
              <a:buNone/>
              <a:defRPr sz="2100" b="1">
                <a:solidFill>
                  <a:srgbClr val="171717"/>
                </a:solidFill>
                <a:latin typeface="Arial"/>
                <a:ea typeface="Arial"/>
                <a:cs typeface="Arial"/>
              </a:defRPr>
            </a:lvl8pPr>
            <a:lvl9pPr algn="l">
              <a:buNone/>
              <a:defRPr sz="2100" b="1">
                <a:solidFill>
                  <a:srgbClr val="171717"/>
                </a:solidFill>
                <a:latin typeface="Arial"/>
                <a:ea typeface="Arial"/>
                <a:cs typeface="Arial"/>
              </a:defRPr>
            </a:lvl9pPr>
          </a:lstStyle>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5" name="current-content-58">
            <a:extLst xmlns:a="http://schemas.openxmlformats.org/drawingml/2006/main">
              <a:ext uri="{FF2B5EF4-FFF2-40B4-BE49-F238E27FC236}">
                <a16:creationId xmlns:a16="http://schemas.microsoft.com/office/drawing/2014/main" id="{86194BBD-BBFC-44B7-A620-6F8FE7C00C04}"/>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6" name="current-content-59">
            <a:extLst xmlns:a="http://schemas.openxmlformats.org/drawingml/2006/main">
              <a:ext uri="{FF2B5EF4-FFF2-40B4-BE49-F238E27FC236}">
                <a16:creationId xmlns:a16="http://schemas.microsoft.com/office/drawing/2014/main" id="{62B21C64-E506-4D4C-AC29-DF37E9C981A9}"/>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7" name="current-content-60">
            <a:extLst xmlns:a="http://schemas.openxmlformats.org/drawingml/2006/main">
              <a:ext uri="{FF2B5EF4-FFF2-40B4-BE49-F238E27FC236}">
                <a16:creationId xmlns:a16="http://schemas.microsoft.com/office/drawing/2014/main" id="{ED3DC73A-B7B7-428A-81D7-9673971B9C0C}"/>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8" name="current-content-61">
            <a:extLst xmlns:a="http://schemas.openxmlformats.org/drawingml/2006/main">
              <a:ext uri="{FF2B5EF4-FFF2-40B4-BE49-F238E27FC236}">
                <a16:creationId xmlns:a16="http://schemas.microsoft.com/office/drawing/2014/main" id="{F217CEA4-760C-4EAE-9CB0-AFC62BB16D51}"/>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9" name="current-content-62">
            <a:extLst xmlns:a="http://schemas.openxmlformats.org/drawingml/2006/main">
              <a:ext uri="{FF2B5EF4-FFF2-40B4-BE49-F238E27FC236}">
                <a16:creationId xmlns:a16="http://schemas.microsoft.com/office/drawing/2014/main" id="{4848B60D-F6F5-4901-B503-B4C454F7934C}"/>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0" name="current-content-63">
            <a:extLst xmlns:a="http://schemas.openxmlformats.org/drawingml/2006/main">
              <a:ext uri="{FF2B5EF4-FFF2-40B4-BE49-F238E27FC236}">
                <a16:creationId xmlns:a16="http://schemas.microsoft.com/office/drawing/2014/main" id="{1D23B83F-CFBD-4809-AF0B-2FCB09755119}"/>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Tree>
    <p:extLst>
      <p:ext uri="{BB962C8B-B14F-4D97-AF65-F5344CB8AC3E}">
        <p14:creationId xmlns:p14="http://schemas.microsoft.com/office/powerpoint/2010/main" val="23202611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0E59676F-62D6-46D0-A2FA-B09E97C21EFB}"/>
              </a:ext>
            </a:extLst>
          </p:cNvPr>
          <p:cNvPicPr>
            <a:picLocks xmlns:a="http://schemas.openxmlformats.org/drawingml/2006/main" noChangeAspect="1"/>
          </p:cNvPicPr>
          <p:nvPr/>
        </p:nvPicPr>
        <p:blipFill>
          <a:blip xmlns:r="http://schemas.openxmlformats.org/officeDocument/2006/relationships" xmlns:a="http://schemas.openxmlformats.org/drawingml/2006/main" r:embed="Redbc94421ee945a3"/>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0">
            <a:extLst xmlns:a="http://schemas.openxmlformats.org/drawingml/2006/main">
              <a:ext uri="{FF2B5EF4-FFF2-40B4-BE49-F238E27FC236}">
                <a16:creationId xmlns:a16="http://schemas.microsoft.com/office/drawing/2014/main" id="{D0459ECB-6C5A-4E2D-A301-3F3AF375A89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sp>
        <p:nvSpPr>
          <p:cNvPr id="4" name="current-content-65">
            <a:extLst xmlns:a="http://schemas.openxmlformats.org/drawingml/2006/main">
              <a:ext uri="{FF2B5EF4-FFF2-40B4-BE49-F238E27FC236}">
                <a16:creationId xmlns:a16="http://schemas.microsoft.com/office/drawing/2014/main" id="{952807F5-772C-43AF-B2C8-9A243CDF5C23}"/>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5" name="current-content-66">
            <a:extLst xmlns:a="http://schemas.openxmlformats.org/drawingml/2006/main">
              <a:ext uri="{FF2B5EF4-FFF2-40B4-BE49-F238E27FC236}">
                <a16:creationId xmlns:a16="http://schemas.microsoft.com/office/drawing/2014/main" id="{975E424D-A118-410E-9684-BDCBA379FB4F}"/>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6" name="current-content-67">
            <a:extLst xmlns:a="http://schemas.openxmlformats.org/drawingml/2006/main">
              <a:ext uri="{FF2B5EF4-FFF2-40B4-BE49-F238E27FC236}">
                <a16:creationId xmlns:a16="http://schemas.microsoft.com/office/drawing/2014/main" id="{85B646E1-578A-44E8-84E9-0BEC92E5DABD}"/>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7" name="Straight Connector 6">
            <a:extLst xmlns:a="http://schemas.openxmlformats.org/drawingml/2006/main">
              <a:ext uri="{FF2B5EF4-FFF2-40B4-BE49-F238E27FC236}">
                <a16:creationId xmlns:a16="http://schemas.microsoft.com/office/drawing/2014/main" id="{648F71B1-4994-4E33-AB6D-D50E2B8E37BE}"/>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8" name="current-content-68">
            <a:extLst xmlns:a="http://schemas.openxmlformats.org/drawingml/2006/main">
              <a:ext uri="{FF2B5EF4-FFF2-40B4-BE49-F238E27FC236}">
                <a16:creationId xmlns:a16="http://schemas.microsoft.com/office/drawing/2014/main" id="{949B4E23-969D-42A9-8078-F8E29FA9F97C}"/>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9" name="current-content-69">
            <a:extLst xmlns:a="http://schemas.openxmlformats.org/drawingml/2006/main">
              <a:ext uri="{FF2B5EF4-FFF2-40B4-BE49-F238E27FC236}">
                <a16:creationId xmlns:a16="http://schemas.microsoft.com/office/drawing/2014/main" id="{57D89509-B5E2-4D38-A4D6-1E4210C7813F}"/>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0" name="current-content-70">
            <a:extLst xmlns:a="http://schemas.openxmlformats.org/drawingml/2006/main">
              <a:ext uri="{FF2B5EF4-FFF2-40B4-BE49-F238E27FC236}">
                <a16:creationId xmlns:a16="http://schemas.microsoft.com/office/drawing/2014/main" id="{DB6EE8FB-9BC2-4487-B627-F39368FBAD73}"/>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1" name="Straight Connector 10">
            <a:extLst xmlns:a="http://schemas.openxmlformats.org/drawingml/2006/main">
              <a:ext uri="{FF2B5EF4-FFF2-40B4-BE49-F238E27FC236}">
                <a16:creationId xmlns:a16="http://schemas.microsoft.com/office/drawing/2014/main" id="{5761F31C-D93A-40AB-90C1-0E0B034E275A}"/>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2" name="current-content-71">
            <a:extLst xmlns:a="http://schemas.openxmlformats.org/drawingml/2006/main">
              <a:ext uri="{FF2B5EF4-FFF2-40B4-BE49-F238E27FC236}">
                <a16:creationId xmlns:a16="http://schemas.microsoft.com/office/drawing/2014/main" id="{80E92504-DF02-47F3-8ABD-C0AED989344F}"/>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3" name="current-content-72">
            <a:extLst xmlns:a="http://schemas.openxmlformats.org/drawingml/2006/main">
              <a:ext uri="{FF2B5EF4-FFF2-40B4-BE49-F238E27FC236}">
                <a16:creationId xmlns:a16="http://schemas.microsoft.com/office/drawing/2014/main" id="{09EE5884-491F-41AF-B44B-84178924E8D4}"/>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4" name="current-content-73">
            <a:extLst xmlns:a="http://schemas.openxmlformats.org/drawingml/2006/main">
              <a:ext uri="{FF2B5EF4-FFF2-40B4-BE49-F238E27FC236}">
                <a16:creationId xmlns:a16="http://schemas.microsoft.com/office/drawing/2014/main" id="{D28F4FF1-39F0-43D3-B19D-972C214E5524}"/>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Tree>
    <p:extLst>
      <p:ext uri="{BB962C8B-B14F-4D97-AF65-F5344CB8AC3E}">
        <p14:creationId xmlns:p14="http://schemas.microsoft.com/office/powerpoint/2010/main" val="484074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5" name="Picture 14">
            <a:extLst xmlns:a="http://schemas.openxmlformats.org/drawingml/2006/main">
              <a:ext uri="{FF2B5EF4-FFF2-40B4-BE49-F238E27FC236}">
                <a16:creationId xmlns:a16="http://schemas.microsoft.com/office/drawing/2014/main" id="{EDB9C8F3-F876-4E84-B81D-5EB10D3D070D}"/>
              </a:ext>
            </a:extLst>
          </p:cNvPr>
          <p:cNvPicPr>
            <a:picLocks xmlns:a="http://schemas.openxmlformats.org/drawingml/2006/main" noChangeAspect="1"/>
          </p:cNvPicPr>
          <p:nvPr/>
        </p:nvPicPr>
        <p:blipFill>
          <a:blip xmlns:r="http://schemas.openxmlformats.org/officeDocument/2006/relationships" xmlns:a="http://schemas.openxmlformats.org/drawingml/2006/main" r:embed="Rf753aaa61f5d4ec3"/>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2">
            <a:extLst xmlns:a="http://schemas.openxmlformats.org/drawingml/2006/main">
              <a:ext uri="{FF2B5EF4-FFF2-40B4-BE49-F238E27FC236}">
                <a16:creationId xmlns:a16="http://schemas.microsoft.com/office/drawing/2014/main" id="{712932B3-7839-4831-93A3-9EFE638548F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sp>
        <p:nvSpPr>
          <p:cNvPr id="4" name="current-content-75">
            <a:extLst xmlns:a="http://schemas.openxmlformats.org/drawingml/2006/main">
              <a:ext uri="{FF2B5EF4-FFF2-40B4-BE49-F238E27FC236}">
                <a16:creationId xmlns:a16="http://schemas.microsoft.com/office/drawing/2014/main" id="{40ECE8E1-D718-41AB-B7DD-200B77673798}"/>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buNone/>
              <a:defRPr sz="2175" b="1">
                <a:solidFill>
                  <a:srgbClr val="202C61"/>
                </a:solidFill>
                <a:latin typeface="Raleway"/>
                <a:ea typeface="Raleway"/>
                <a:cs typeface="Raleway"/>
              </a:defRPr>
            </a:lvl1pPr>
            <a:lvl2pPr algn="l">
              <a:buNone/>
              <a:defRPr sz="2175" b="1">
                <a:solidFill>
                  <a:srgbClr val="202C61"/>
                </a:solidFill>
                <a:latin typeface="Raleway"/>
                <a:ea typeface="Raleway"/>
                <a:cs typeface="Raleway"/>
              </a:defRPr>
            </a:lvl2pPr>
            <a:lvl3pPr algn="l">
              <a:buNone/>
              <a:defRPr sz="2175" b="1">
                <a:solidFill>
                  <a:srgbClr val="202C61"/>
                </a:solidFill>
                <a:latin typeface="Raleway"/>
                <a:ea typeface="Raleway"/>
                <a:cs typeface="Raleway"/>
              </a:defRPr>
            </a:lvl3pPr>
            <a:lvl4pPr algn="l">
              <a:buNone/>
              <a:defRPr sz="2175" b="1">
                <a:solidFill>
                  <a:srgbClr val="202C61"/>
                </a:solidFill>
                <a:latin typeface="Raleway"/>
                <a:ea typeface="Raleway"/>
                <a:cs typeface="Raleway"/>
              </a:defRPr>
            </a:lvl4pPr>
            <a:lvl5pPr algn="l">
              <a:buNone/>
              <a:defRPr sz="2175" b="1">
                <a:solidFill>
                  <a:srgbClr val="202C61"/>
                </a:solidFill>
                <a:latin typeface="Raleway"/>
                <a:ea typeface="Raleway"/>
                <a:cs typeface="Raleway"/>
              </a:defRPr>
            </a:lvl5pPr>
            <a:lvl6pPr algn="l">
              <a:buNone/>
              <a:defRPr sz="2175" b="1">
                <a:solidFill>
                  <a:srgbClr val="202C61"/>
                </a:solidFill>
                <a:latin typeface="Raleway"/>
                <a:ea typeface="Raleway"/>
                <a:cs typeface="Raleway"/>
              </a:defRPr>
            </a:lvl6pPr>
            <a:lvl7pPr algn="l">
              <a:buNone/>
              <a:defRPr sz="2175" b="1">
                <a:solidFill>
                  <a:srgbClr val="202C61"/>
                </a:solidFill>
                <a:latin typeface="Raleway"/>
                <a:ea typeface="Raleway"/>
                <a:cs typeface="Raleway"/>
              </a:defRPr>
            </a:lvl7pPr>
            <a:lvl8pPr algn="l">
              <a:buNone/>
              <a:defRPr sz="2175" b="1">
                <a:solidFill>
                  <a:srgbClr val="202C61"/>
                </a:solidFill>
                <a:latin typeface="Raleway"/>
                <a:ea typeface="Raleway"/>
                <a:cs typeface="Raleway"/>
              </a:defRPr>
            </a:lvl8pPr>
            <a:lvl9pPr algn="l">
              <a:buNone/>
              <a:defRPr sz="2175" b="1">
                <a:solidFill>
                  <a:srgbClr val="202C61"/>
                </a:solidFill>
                <a:latin typeface="Raleway"/>
                <a:ea typeface="Raleway"/>
                <a:cs typeface="Raleway"/>
              </a:defRPr>
            </a:lvl9pPr>
          </a:lstStyle>
          <a:p xmlns:a="http://schemas.openxmlformats.org/drawingml/2006/main">
            <a:pPr algn="l">
              <a:buNone/>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5" name="current-content-76">
            <a:extLst xmlns:a="http://schemas.openxmlformats.org/drawingml/2006/main">
              <a:ext uri="{FF2B5EF4-FFF2-40B4-BE49-F238E27FC236}">
                <a16:creationId xmlns:a16="http://schemas.microsoft.com/office/drawing/2014/main" id="{2C0EAEF8-F915-4963-B8EC-733025631FDD}"/>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6" name="current-content-77">
            <a:extLst xmlns:a="http://schemas.openxmlformats.org/drawingml/2006/main">
              <a:ext uri="{FF2B5EF4-FFF2-40B4-BE49-F238E27FC236}">
                <a16:creationId xmlns:a16="http://schemas.microsoft.com/office/drawing/2014/main" id="{8853BA7B-6969-4FEE-B33A-D189FD749060}"/>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7" name="current-content-78">
            <a:extLst xmlns:a="http://schemas.openxmlformats.org/drawingml/2006/main">
              <a:ext uri="{FF2B5EF4-FFF2-40B4-BE49-F238E27FC236}">
                <a16:creationId xmlns:a16="http://schemas.microsoft.com/office/drawing/2014/main" id="{1B961E9B-1CAE-4178-BF4C-B3ED1B81BE22}"/>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8" name="current-content-79">
            <a:extLst xmlns:a="http://schemas.openxmlformats.org/drawingml/2006/main">
              <a:ext uri="{FF2B5EF4-FFF2-40B4-BE49-F238E27FC236}">
                <a16:creationId xmlns:a16="http://schemas.microsoft.com/office/drawing/2014/main" id="{BE147152-70D2-4FDA-80EA-816680E06295}"/>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9" name="current-content-80">
            <a:extLst xmlns:a="http://schemas.openxmlformats.org/drawingml/2006/main">
              <a:ext uri="{FF2B5EF4-FFF2-40B4-BE49-F238E27FC236}">
                <a16:creationId xmlns:a16="http://schemas.microsoft.com/office/drawing/2014/main" id="{A8328037-BBEA-4CCF-B6E7-6CDB70995102}"/>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0" name="current-content-81">
            <a:extLst xmlns:a="http://schemas.openxmlformats.org/drawingml/2006/main">
              <a:ext uri="{FF2B5EF4-FFF2-40B4-BE49-F238E27FC236}">
                <a16:creationId xmlns:a16="http://schemas.microsoft.com/office/drawing/2014/main" id="{B24E9405-3735-4322-868A-410846AFF132}"/>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1" name="current-content-82">
            <a:extLst xmlns:a="http://schemas.openxmlformats.org/drawingml/2006/main">
              <a:ext uri="{FF2B5EF4-FFF2-40B4-BE49-F238E27FC236}">
                <a16:creationId xmlns:a16="http://schemas.microsoft.com/office/drawing/2014/main" id="{A381FB6E-D5FA-41B6-9C93-91FC219C5376}"/>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2" name="current-content-83">
            <a:extLst xmlns:a="http://schemas.openxmlformats.org/drawingml/2006/main">
              <a:ext uri="{FF2B5EF4-FFF2-40B4-BE49-F238E27FC236}">
                <a16:creationId xmlns:a16="http://schemas.microsoft.com/office/drawing/2014/main" id="{3325EB68-FDFB-4D77-9BD6-6B3F9761EA6B}"/>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3" name="current-content-84">
            <a:extLst xmlns:a="http://schemas.openxmlformats.org/drawingml/2006/main">
              <a:ext uri="{FF2B5EF4-FFF2-40B4-BE49-F238E27FC236}">
                <a16:creationId xmlns:a16="http://schemas.microsoft.com/office/drawing/2014/main" id="{43FBED74-FF57-4D54-8F92-5F603233104A}"/>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4" name="current-content-85">
            <a:extLst xmlns:a="http://schemas.openxmlformats.org/drawingml/2006/main">
              <a:ext uri="{FF2B5EF4-FFF2-40B4-BE49-F238E27FC236}">
                <a16:creationId xmlns:a16="http://schemas.microsoft.com/office/drawing/2014/main" id="{A63CC66C-5DC1-4ED8-A43A-8AE9C649792D}"/>
              </a:ext>
            </a:extLst>
          </p:cNvPr>
          <p:cNvSpPr>
            <a:spLocks xmlns:a="http://schemas.openxmlformats.org/drawingml/2006/main" noGrp="1"/>
          </p:cNvSpPr>
          <p:nvPr/>
        </p:nvSpPr>
        <p:spPr>
          <a:xfrm xmlns:a="http://schemas.openxmlformats.org/drawingml/2006/main">
            <a:off x="533400" y="416242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11826018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C6C52E3-96AB-47C1-8B0C-B39E63A2F7AE}"/>
              </a:ext>
            </a:extLst>
          </p:cNvPr>
          <p:cNvPicPr>
            <a:picLocks xmlns:a="http://schemas.openxmlformats.org/drawingml/2006/main" noChangeAspect="1"/>
          </p:cNvPicPr>
          <p:nvPr/>
        </p:nvPicPr>
        <p:blipFill>
          <a:blip xmlns:r="http://schemas.openxmlformats.org/officeDocument/2006/relationships" xmlns:a="http://schemas.openxmlformats.org/drawingml/2006/main" r:embed="R685e8a6f9dce468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6907A73-BDC3-405E-BF60-186EB105BB5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640C48E8-041E-4B70-A7EA-50BCE81625DF}"/>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Arial"/>
                <a:ea typeface="Arial"/>
                <a:cs typeface="Arial"/>
              </a:defRPr>
            </a:defPPr>
            <a:lvl1pPr algn="l">
              <a:defRPr sz="1725" b="1">
                <a:solidFill>
                  <a:srgbClr val="202C61"/>
                </a:solidFill>
                <a:latin typeface="Arial"/>
                <a:ea typeface="Arial"/>
                <a:cs typeface="Arial"/>
              </a:defRPr>
            </a:lvl1pPr>
            <a:lvl2pPr algn="l">
              <a:defRPr sz="1725" b="1">
                <a:solidFill>
                  <a:srgbClr val="202C61"/>
                </a:solidFill>
                <a:latin typeface="Arial"/>
                <a:ea typeface="Arial"/>
                <a:cs typeface="Arial"/>
              </a:defRPr>
            </a:lvl2pPr>
            <a:lvl3pPr algn="l">
              <a:defRPr sz="1725" b="1">
                <a:solidFill>
                  <a:srgbClr val="202C61"/>
                </a:solidFill>
                <a:latin typeface="Arial"/>
                <a:ea typeface="Arial"/>
                <a:cs typeface="Arial"/>
              </a:defRPr>
            </a:lvl3pPr>
            <a:lvl4pPr algn="l">
              <a:defRPr sz="1725" b="1">
                <a:solidFill>
                  <a:srgbClr val="202C61"/>
                </a:solidFill>
                <a:latin typeface="Arial"/>
                <a:ea typeface="Arial"/>
                <a:cs typeface="Arial"/>
              </a:defRPr>
            </a:lvl4pPr>
            <a:lvl5pPr algn="l">
              <a:defRPr sz="1725" b="1">
                <a:solidFill>
                  <a:srgbClr val="202C61"/>
                </a:solidFill>
                <a:latin typeface="Arial"/>
                <a:ea typeface="Arial"/>
                <a:cs typeface="Arial"/>
              </a:defRPr>
            </a:lvl5pPr>
            <a:lvl6pPr algn="l">
              <a:defRPr sz="1725" b="1">
                <a:solidFill>
                  <a:srgbClr val="202C61"/>
                </a:solidFill>
                <a:latin typeface="Arial"/>
                <a:ea typeface="Arial"/>
                <a:cs typeface="Arial"/>
              </a:defRPr>
            </a:lvl6pPr>
            <a:lvl7pPr algn="l">
              <a:defRPr sz="1725" b="1">
                <a:solidFill>
                  <a:srgbClr val="202C61"/>
                </a:solidFill>
                <a:latin typeface="Arial"/>
                <a:ea typeface="Arial"/>
                <a:cs typeface="Arial"/>
              </a:defRPr>
            </a:lvl7pPr>
            <a:lvl8pPr algn="l">
              <a:defRPr sz="1725" b="1">
                <a:solidFill>
                  <a:srgbClr val="202C61"/>
                </a:solidFill>
                <a:latin typeface="Arial"/>
                <a:ea typeface="Arial"/>
                <a:cs typeface="Arial"/>
              </a:defRPr>
            </a:lvl8pPr>
            <a:lvl9pPr algn="l">
              <a:defRPr sz="1725" b="1">
                <a:solidFill>
                  <a:srgbClr val="202C61"/>
                </a:solidFill>
                <a:latin typeface="Arial"/>
                <a:ea typeface="Arial"/>
                <a:cs typeface="Arial"/>
              </a:defRPr>
            </a:lvl9pPr>
          </a:lstStyle>
          <a:p xmlns:a="http://schemas.openxmlformats.org/drawingml/2006/main">
            <a:pPr algn="l">
              <a:defRPr sz="1725" b="1">
                <a:solidFill>
                  <a:srgbClr val="202C61"/>
                </a:solidFill>
                <a:latin typeface="Arial"/>
                <a:ea typeface="Arial"/>
                <a:cs typeface="Arial"/>
              </a:defRPr>
            </a:pPr>
            <a:r>
              <a:rPr sz="1725" b="1">
                <a:solidFill>
                  <a:srgbClr val="202C61"/>
                </a:solidFill>
                <a:latin typeface="Arial"/>
                <a:ea typeface="Arial"/>
                <a:cs typeface="Arial"/>
              </a:rPr>
              <a:t>Participation and respondent profile</a:t>
            </a:r>
          </a:p>
        </p:txBody>
      </p:sp>
      <p:graphicFrame>
        <p:nvGraphicFramePr>
          <p:cNvPr id="4" name="">
            <a:extLst xmlns:a="http://schemas.openxmlformats.org/drawingml/2006/main">
              <a:ext uri="{FF2B5EF4-FFF2-40B4-BE49-F238E27FC236}">
                <a16:creationId xmlns:a16="http://schemas.microsoft.com/office/drawing/2014/main" id="{8CF55878-1373-446C-9138-D09F2FEABACF}"/>
              </a:ext>
            </a:extLst>
          </p:cNvPr>
          <p:cNvGraphicFramePr/>
          <p:nvPr/>
        </p:nvGraphicFramePr>
        <p:xfrm>
          <a:off xmlns:a="http://schemas.openxmlformats.org/drawingml/2006/main" x="533400" y="1476375"/>
          <a:ext xmlns:a="http://schemas.openxmlformats.org/drawingml/2006/main" cx="8058150" cy="1104900"/>
        </p:xfrm>
        <a:graphic xmlns:a="http://schemas.openxmlformats.org/drawingml/2006/main">
          <a:graphicData uri="http://schemas.openxmlformats.org/drawingml/2006/table">
            <a:tbl>
              <a:tblPr/>
              <a:tblGrid>
                <a:gridCol w="3619500"/>
                <a:gridCol w="1428750"/>
                <a:gridCol w="1428750"/>
                <a:gridCol w="1581150"/>
              </a:tblGrid>
              <a:tr h="419100">
                <a:tc>
                  <a:txBody>
                    <a:bodyPr wrap="square" lIns="38100" tIns="38100" rIns="38100" bIns="38100"/>
                    <a:lstStyle/>
                    <a:p>
                      <a:pPr algn="ctr"/>
                      <a:r>
                        <a:rPr sz="1500" b="1">
                          <a:solidFill>
                            <a:srgbClr val="171717"/>
                          </a:solidFill>
                          <a:latin typeface="Cambria"/>
                          <a:ea typeface="Cambria"/>
                          <a:cs typeface="Cambria"/>
                        </a:rPr>
                        <a:t>Data source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Target</a:t>
                      </a:r>
                    </a:p>
                    <a:p>
                      <a:pPr algn="ctr"/>
                      <a:r>
                        <a:rPr sz="1500" b="1">
                          <a:solidFill>
                            <a:srgbClr val="171717"/>
                          </a:solidFill>
                          <a:latin typeface="Cambria"/>
                          <a:ea typeface="Cambria"/>
                          <a:cs typeface="Cambria"/>
                        </a:rPr>
                        <a:t>participants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Completed</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Response rate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42900">
                <a:tc>
                  <a:txBody>
                    <a:bodyPr wrap="square" lIns="38100" tIns="38100" rIns="38100" bIns="38100"/>
                    <a:lstStyle/>
                    <a:p>
                      <a:pPr algn="l"/>
                      <a:r>
                        <a:rPr sz="1500" b="0">
                          <a:solidFill>
                            <a:srgbClr val="171717"/>
                          </a:solidFill>
                          <a:latin typeface="Cambria"/>
                          <a:ea typeface="Cambria"/>
                          <a:cs typeface="Cambria"/>
                        </a:rPr>
                        <a:t>Pre-survey respondents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42900">
                <a:tc>
                  <a:txBody>
                    <a:bodyPr wrap="square" lIns="38100" tIns="38100" rIns="38100" bIns="38100"/>
                    <a:lstStyle/>
                    <a:p>
                      <a:pPr algn="l"/>
                      <a:r>
                        <a:rPr sz="1500" b="0">
                          <a:solidFill>
                            <a:srgbClr val="171717"/>
                          </a:solidFill>
                          <a:latin typeface="Cambria"/>
                          <a:ea typeface="Cambria"/>
                          <a:cs typeface="Cambria"/>
                        </a:rPr>
                        <a:t>Interview transcripts analyzed</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F383F4C9-F35A-4E81-82B5-61798D59D4CA}"/>
              </a:ext>
            </a:extLst>
          </p:cNvPr>
          <p:cNvGraphicFramePr/>
          <p:nvPr/>
        </p:nvGraphicFramePr>
        <p:xfrm>
          <a:off xmlns:a="http://schemas.openxmlformats.org/drawingml/2006/main" x="4381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4ca1e158101a4fc9"/>
          </a:graphicData>
        </a:graphic>
      </p:graphicFrame>
      <p:graphicFrame>
        <p:nvGraphicFramePr>
          <p:cNvPr id="6" name="Chart">
            <a:extLst xmlns:a="http://schemas.openxmlformats.org/drawingml/2006/main">
              <a:ext uri="{FF2B5EF4-FFF2-40B4-BE49-F238E27FC236}">
                <a16:creationId xmlns:a16="http://schemas.microsoft.com/office/drawing/2014/main" id="{FB42C7C4-18A0-46B7-B935-C7082CED3860}"/>
              </a:ext>
            </a:extLst>
          </p:cNvPr>
          <p:cNvGraphicFramePr/>
          <p:nvPr/>
        </p:nvGraphicFramePr>
        <p:xfrm>
          <a:off xmlns:a="http://schemas.openxmlformats.org/drawingml/2006/main" x="47053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ec2332fc271646fe"/>
          </a:graphicData>
        </a:graphic>
      </p:graphicFrame>
    </p:spTree>
    <p:extLst>
      <p:ext uri="{BB962C8B-B14F-4D97-AF65-F5344CB8AC3E}">
        <p14:creationId xmlns:p14="http://schemas.microsoft.com/office/powerpoint/2010/main" val="171742629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1EB7AEB3-BAA0-4DBB-B337-91C661360C0C}"/>
              </a:ext>
            </a:extLst>
          </p:cNvPr>
          <p:cNvPicPr>
            <a:picLocks xmlns:a="http://schemas.openxmlformats.org/drawingml/2006/main" noChangeAspect="1"/>
          </p:cNvPicPr>
          <p:nvPr/>
        </p:nvPicPr>
        <p:blipFill>
          <a:blip xmlns:r="http://schemas.openxmlformats.org/officeDocument/2006/relationships" xmlns:a="http://schemas.openxmlformats.org/drawingml/2006/main" r:embed="Ra472e1b850b247b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6456D59-E84D-4227-BC70-98CD9629EA5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graphicFrame>
        <p:nvGraphicFramePr>
          <p:cNvPr id="3" name="Chart">
            <a:extLst xmlns:a="http://schemas.openxmlformats.org/drawingml/2006/main">
              <a:ext uri="{FF2B5EF4-FFF2-40B4-BE49-F238E27FC236}">
                <a16:creationId xmlns:a16="http://schemas.microsoft.com/office/drawing/2014/main" id="{A14B22D7-EB34-4DC1-9719-B082BA8D3DFE}"/>
              </a:ext>
            </a:extLst>
          </p:cNvPr>
          <p:cNvGraphicFramePr/>
          <p:nvPr/>
        </p:nvGraphicFramePr>
        <p:xfrm>
          <a:off xmlns:a="http://schemas.openxmlformats.org/drawingml/2006/main" x="533400" y="1200150"/>
          <a:ext xmlns:a="http://schemas.openxmlformats.org/drawingml/2006/main" cx="8058150" cy="3190875"/>
        </p:xfrm>
        <a:graphic xmlns:a="http://schemas.openxmlformats.org/drawingml/2006/main">
          <a:graphicData uri="http://schemas.openxmlformats.org/drawingml/2006/chart">
            <c:chart xmlns:r="http://schemas.openxmlformats.org/officeDocument/2006/relationships" xmlns:c="http://schemas.openxmlformats.org/drawingml/2006/chart" r:id="Rde2427240bad431a"/>
          </a:graphicData>
        </a:graphic>
      </p:graphicFrame>
      <p:sp>
        <p:nvSpPr>
          <p:cNvPr id="4" name="">
            <a:extLst xmlns:a="http://schemas.openxmlformats.org/drawingml/2006/main">
              <a:ext uri="{FF2B5EF4-FFF2-40B4-BE49-F238E27FC236}">
                <a16:creationId xmlns:a16="http://schemas.microsoft.com/office/drawing/2014/main" id="{849B4B9D-3D8B-4B38-86C7-3987B2C08C17}"/>
              </a:ext>
            </a:extLst>
          </p:cNvPr>
          <p:cNvSpPr>
            <a:spLocks xmlns:a="http://schemas.openxmlformats.org/drawingml/2006/main" noGrp="1"/>
          </p:cNvSpPr>
          <p:nvPr/>
        </p:nvSpPr>
        <p:spPr>
          <a:xfrm xmlns:a="http://schemas.openxmlformats.org/drawingml/2006/main">
            <a:off x="533400" y="4457700"/>
            <a:ext cx="805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18 respondents. Multiple answers allowed, so percentages do not total 100%.</a:t>
            </a:r>
          </a:p>
        </p:txBody>
      </p:sp>
    </p:spTree>
    <p:extLst>
      <p:ext uri="{BB962C8B-B14F-4D97-AF65-F5344CB8AC3E}">
        <p14:creationId xmlns:p14="http://schemas.microsoft.com/office/powerpoint/2010/main" val="128878209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A35C7260-5024-4A81-84FD-3D7179341169}"/>
              </a:ext>
            </a:extLst>
          </p:cNvPr>
          <p:cNvPicPr>
            <a:picLocks xmlns:a="http://schemas.openxmlformats.org/drawingml/2006/main" noChangeAspect="1"/>
          </p:cNvPicPr>
          <p:nvPr/>
        </p:nvPicPr>
        <p:blipFill>
          <a:blip xmlns:r="http://schemas.openxmlformats.org/officeDocument/2006/relationships" xmlns:a="http://schemas.openxmlformats.org/drawingml/2006/main" r:embed="Rf54e6ad42a344907"/>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4">
            <a:extLst xmlns:a="http://schemas.openxmlformats.org/drawingml/2006/main">
              <a:ext uri="{FF2B5EF4-FFF2-40B4-BE49-F238E27FC236}">
                <a16:creationId xmlns:a16="http://schemas.microsoft.com/office/drawing/2014/main" id="{441ECE80-56F7-4D66-99BC-5F9DE394A56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4" name="current-content-86">
            <a:extLst xmlns:a="http://schemas.openxmlformats.org/drawingml/2006/main">
              <a:ext uri="{FF2B5EF4-FFF2-40B4-BE49-F238E27FC236}">
                <a16:creationId xmlns:a16="http://schemas.microsoft.com/office/drawing/2014/main" id="{529A79C7-CD04-4570-93B5-67202D9F0911}"/>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buNone/>
              <a:defRPr sz="1650" b="1">
                <a:solidFill>
                  <a:srgbClr val="202C61"/>
                </a:solidFill>
                <a:latin typeface="Arial"/>
                <a:ea typeface="Arial"/>
                <a:cs typeface="Arial"/>
              </a:defRPr>
            </a:lvl1pPr>
            <a:lvl2pPr algn="l">
              <a:buNone/>
              <a:defRPr sz="1650" b="1">
                <a:solidFill>
                  <a:srgbClr val="202C61"/>
                </a:solidFill>
                <a:latin typeface="Arial"/>
                <a:ea typeface="Arial"/>
                <a:cs typeface="Arial"/>
              </a:defRPr>
            </a:lvl2pPr>
            <a:lvl3pPr algn="l">
              <a:buNone/>
              <a:defRPr sz="1650" b="1">
                <a:solidFill>
                  <a:srgbClr val="202C61"/>
                </a:solidFill>
                <a:latin typeface="Arial"/>
                <a:ea typeface="Arial"/>
                <a:cs typeface="Arial"/>
              </a:defRPr>
            </a:lvl3pPr>
            <a:lvl4pPr algn="l">
              <a:buNone/>
              <a:defRPr sz="1650" b="1">
                <a:solidFill>
                  <a:srgbClr val="202C61"/>
                </a:solidFill>
                <a:latin typeface="Arial"/>
                <a:ea typeface="Arial"/>
                <a:cs typeface="Arial"/>
              </a:defRPr>
            </a:lvl4pPr>
            <a:lvl5pPr algn="l">
              <a:buNone/>
              <a:defRPr sz="1650" b="1">
                <a:solidFill>
                  <a:srgbClr val="202C61"/>
                </a:solidFill>
                <a:latin typeface="Arial"/>
                <a:ea typeface="Arial"/>
                <a:cs typeface="Arial"/>
              </a:defRPr>
            </a:lvl5pPr>
            <a:lvl6pPr algn="l">
              <a:buNone/>
              <a:defRPr sz="1650" b="1">
                <a:solidFill>
                  <a:srgbClr val="202C61"/>
                </a:solidFill>
                <a:latin typeface="Arial"/>
                <a:ea typeface="Arial"/>
                <a:cs typeface="Arial"/>
              </a:defRPr>
            </a:lvl6pPr>
            <a:lvl7pPr algn="l">
              <a:buNone/>
              <a:defRPr sz="1650" b="1">
                <a:solidFill>
                  <a:srgbClr val="202C61"/>
                </a:solidFill>
                <a:latin typeface="Arial"/>
                <a:ea typeface="Arial"/>
                <a:cs typeface="Arial"/>
              </a:defRPr>
            </a:lvl7pPr>
            <a:lvl8pPr algn="l">
              <a:buNone/>
              <a:defRPr sz="1650" b="1">
                <a:solidFill>
                  <a:srgbClr val="202C61"/>
                </a:solidFill>
                <a:latin typeface="Arial"/>
                <a:ea typeface="Arial"/>
                <a:cs typeface="Arial"/>
              </a:defRPr>
            </a:lvl8pPr>
            <a:lvl9pPr algn="l">
              <a:buNone/>
              <a:defRPr sz="1650" b="1">
                <a:solidFill>
                  <a:srgbClr val="202C61"/>
                </a:solidFill>
                <a:latin typeface="Arial"/>
                <a:ea typeface="Arial"/>
                <a:cs typeface="Arial"/>
              </a:defRPr>
            </a:lvl9pPr>
          </a:lstStyle>
          <a:p xmlns:a="http://schemas.openxmlformats.org/drawingml/2006/main">
            <a:pPr algn="l">
              <a:buNone/>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5" name="Table 4">
            <a:extLst xmlns:a="http://schemas.openxmlformats.org/drawingml/2006/main">
              <a:ext uri="{FF2B5EF4-FFF2-40B4-BE49-F238E27FC236}">
                <a16:creationId xmlns:a16="http://schemas.microsoft.com/office/drawing/2014/main" id="{B6A957F2-9B80-4C91-9DBA-9C8B67308751}"/>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6" name="current-content-87">
            <a:extLst xmlns:a="http://schemas.openxmlformats.org/drawingml/2006/main">
              <a:ext uri="{FF2B5EF4-FFF2-40B4-BE49-F238E27FC236}">
                <a16:creationId xmlns:a16="http://schemas.microsoft.com/office/drawing/2014/main" id="{65DD4DBA-8487-469C-AFA3-7003AE668AF5}"/>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7" name="current-content-88">
            <a:extLst xmlns:a="http://schemas.openxmlformats.org/drawingml/2006/main">
              <a:ext uri="{FF2B5EF4-FFF2-40B4-BE49-F238E27FC236}">
                <a16:creationId xmlns:a16="http://schemas.microsoft.com/office/drawing/2014/main" id="{A81D34BB-C7A4-42C5-9099-F31C8DED9BD2}"/>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buNone/>
              <a:defRPr sz="1500" b="0">
                <a:solidFill>
                  <a:srgbClr val="202C61"/>
                </a:solidFill>
                <a:latin typeface="Arial"/>
                <a:ea typeface="Arial"/>
                <a:cs typeface="Arial"/>
              </a:defRPr>
            </a:lvl1pPr>
            <a:lvl2pPr algn="l">
              <a:buNone/>
              <a:defRPr sz="1500" b="0">
                <a:solidFill>
                  <a:srgbClr val="202C61"/>
                </a:solidFill>
                <a:latin typeface="Arial"/>
                <a:ea typeface="Arial"/>
                <a:cs typeface="Arial"/>
              </a:defRPr>
            </a:lvl2pPr>
            <a:lvl3pPr algn="l">
              <a:buNone/>
              <a:defRPr sz="1500" b="0">
                <a:solidFill>
                  <a:srgbClr val="202C61"/>
                </a:solidFill>
                <a:latin typeface="Arial"/>
                <a:ea typeface="Arial"/>
                <a:cs typeface="Arial"/>
              </a:defRPr>
            </a:lvl3pPr>
            <a:lvl4pPr algn="l">
              <a:buNone/>
              <a:defRPr sz="1500" b="0">
                <a:solidFill>
                  <a:srgbClr val="202C61"/>
                </a:solidFill>
                <a:latin typeface="Arial"/>
                <a:ea typeface="Arial"/>
                <a:cs typeface="Arial"/>
              </a:defRPr>
            </a:lvl4pPr>
            <a:lvl5pPr algn="l">
              <a:buNone/>
              <a:defRPr sz="1500" b="0">
                <a:solidFill>
                  <a:srgbClr val="202C61"/>
                </a:solidFill>
                <a:latin typeface="Arial"/>
                <a:ea typeface="Arial"/>
                <a:cs typeface="Arial"/>
              </a:defRPr>
            </a:lvl5pPr>
            <a:lvl6pPr algn="l">
              <a:buNone/>
              <a:defRPr sz="1500" b="0">
                <a:solidFill>
                  <a:srgbClr val="202C61"/>
                </a:solidFill>
                <a:latin typeface="Arial"/>
                <a:ea typeface="Arial"/>
                <a:cs typeface="Arial"/>
              </a:defRPr>
            </a:lvl6pPr>
            <a:lvl7pPr algn="l">
              <a:buNone/>
              <a:defRPr sz="1500" b="0">
                <a:solidFill>
                  <a:srgbClr val="202C61"/>
                </a:solidFill>
                <a:latin typeface="Arial"/>
                <a:ea typeface="Arial"/>
                <a:cs typeface="Arial"/>
              </a:defRPr>
            </a:lvl7pPr>
            <a:lvl8pPr algn="l">
              <a:buNone/>
              <a:defRPr sz="1500" b="0">
                <a:solidFill>
                  <a:srgbClr val="202C61"/>
                </a:solidFill>
                <a:latin typeface="Arial"/>
                <a:ea typeface="Arial"/>
                <a:cs typeface="Arial"/>
              </a:defRPr>
            </a:lvl8pPr>
            <a:lvl9pPr algn="l">
              <a:buNone/>
              <a:defRPr sz="1500" b="0">
                <a:solidFill>
                  <a:srgbClr val="202C61"/>
                </a:solidFill>
                <a:latin typeface="Arial"/>
                <a:ea typeface="Arial"/>
                <a:cs typeface="Arial"/>
              </a:defRPr>
            </a:lvl9pPr>
          </a:lstStyle>
          <a:p xmlns:a="http://schemas.openxmlformats.org/drawingml/2006/main">
            <a:pPr algn="l">
              <a:buNone/>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89822799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DC8E0D9-65F6-47D0-9124-97A8A0F20A42}"/>
              </a:ext>
            </a:extLst>
          </p:cNvPr>
          <p:cNvPicPr>
            <a:picLocks xmlns:a="http://schemas.openxmlformats.org/drawingml/2006/main" noChangeAspect="1"/>
          </p:cNvPicPr>
          <p:nvPr/>
        </p:nvPicPr>
        <p:blipFill>
          <a:blip xmlns:r="http://schemas.openxmlformats.org/officeDocument/2006/relationships" xmlns:a="http://schemas.openxmlformats.org/drawingml/2006/main" r:embed="R1652208ae7b441b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45A95AA-FADD-460B-8017-B9758E1801E8}"/>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7C1F7480-3A75-4DCF-BD1F-B570E792B9BE}"/>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1 / 2</a:t>
            </a:r>
          </a:p>
        </p:txBody>
      </p:sp>
      <p:graphicFrame>
        <p:nvGraphicFramePr>
          <p:cNvPr id="4" name="">
            <a:extLst xmlns:a="http://schemas.openxmlformats.org/drawingml/2006/main">
              <a:ext uri="{FF2B5EF4-FFF2-40B4-BE49-F238E27FC236}">
                <a16:creationId xmlns:a16="http://schemas.microsoft.com/office/drawing/2014/main" id="{4B073988-1763-4436-86F9-F087DD5790CC}"/>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20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52500">
                <a:tc>
                  <a:txBody>
                    <a:bodyPr wrap="square" lIns="38100" tIns="38100" rIns="38100" bIns="38100"/>
                    <a:lstStyle/>
                    <a:p>
                      <a:pPr algn="l"/>
                      <a:r>
                        <a:rPr sz="1200" b="0">
                          <a:solidFill>
                            <a:srgbClr val="171717"/>
                          </a:solidFill>
                          <a:latin typeface="Cambria"/>
                          <a:ea typeface="Cambria"/>
                          <a:cs typeface="Cambria"/>
                        </a:rPr>
                        <a:t>Fragmented recordkeeping creates no single source of truth</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Manual and hybrid recording; person-dependent updates; informal workarounds.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"So far, we do not have a system for tracking our sales and inventory..."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Operations depend on scattered records rather than a unified live record.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Delayed updates make the accurate picture arrive too late</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Unposted movement; next-day correction; decisions made under uncertainty.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"The deeper issue is that the real situation becomes visible too late." (Interviewee 3)</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Even when the truth is eventually reconstructed, it often arrives after the decision window.</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Inaccurate records disrupt service, fulfillment, and restocking</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Customer promise failure; partial release; conservative or delayed restocking.</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"This can disappoint customers and reduce sales."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Weak records quickly become visible as stockouts, delays, and missed sales.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71428326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596E3DC0-DDDE-4F2F-8ED1-450FB38D2BD2}"/>
              </a:ext>
            </a:extLst>
          </p:cNvPr>
          <p:cNvPicPr>
            <a:picLocks xmlns:a="http://schemas.openxmlformats.org/drawingml/2006/main" noChangeAspect="1"/>
          </p:cNvPicPr>
          <p:nvPr/>
        </p:nvPicPr>
        <p:blipFill>
          <a:blip xmlns:r="http://schemas.openxmlformats.org/officeDocument/2006/relationships" xmlns:a="http://schemas.openxmlformats.org/drawingml/2006/main" r:embed="R0155827c759f430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654A06E-C284-4803-835A-7ADDC03330BE}"/>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B5945024-2136-4CC8-B72D-4EAF530C3607}"/>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2 / 2</a:t>
            </a:r>
          </a:p>
        </p:txBody>
      </p:sp>
      <p:graphicFrame>
        <p:nvGraphicFramePr>
          <p:cNvPr id="4" name="">
            <a:extLst xmlns:a="http://schemas.openxmlformats.org/drawingml/2006/main">
              <a:ext uri="{FF2B5EF4-FFF2-40B4-BE49-F238E27FC236}">
                <a16:creationId xmlns:a16="http://schemas.microsoft.com/office/drawing/2014/main" id="{BBD9EF83-FF1C-4803-B3B0-9D29B8742B92}"/>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35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1428750">
                <a:tc>
                  <a:txBody>
                    <a:bodyPr wrap="square" lIns="38100" tIns="38100" rIns="38100" bIns="38100"/>
                    <a:lstStyle/>
                    <a:p>
                      <a:pPr algn="l"/>
                      <a:r>
                        <a:rPr sz="1350" b="0">
                          <a:solidFill>
                            <a:srgbClr val="171717"/>
                          </a:solidFill>
                          <a:latin typeface="Cambria"/>
                          <a:ea typeface="Cambria"/>
                          <a:cs typeface="Cambria"/>
                        </a:rPr>
                        <a:t>Manual reconciliation shifts effort from operations to error correction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Repeated recounting; after-hours verification; coordination strain.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"Sometimes it ends up in an argument because I am already loaded with work."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Labor is redirected from serving customers and planning toward repetitive correction.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1428750">
                <a:tc>
                  <a:txBody>
                    <a:bodyPr wrap="square" lIns="38100" tIns="38100" rIns="38100" bIns="38100"/>
                    <a:lstStyle/>
                    <a:p>
                      <a:pPr algn="l"/>
                      <a:r>
                        <a:rPr sz="1350" b="0">
                          <a:solidFill>
                            <a:srgbClr val="171717"/>
                          </a:solidFill>
                          <a:latin typeface="Cambria"/>
                          <a:ea typeface="Cambria"/>
                          <a:cs typeface="Cambria"/>
                        </a:rPr>
                        <a:t>When records conflict, trust shifts to physical proof</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Physical count as truth; signed slips and receipts preferred; slow confirmation.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"We usually check the actual physical stock first because that is the most reliable basis."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Record systems have not earned enough trust to support fast decisions on their own.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118694560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5D3CAFB-FA19-4DCF-81E1-C3255564FF67}"/>
              </a:ext>
            </a:extLst>
          </p:cNvPr>
          <p:cNvPicPr>
            <a:picLocks xmlns:a="http://schemas.openxmlformats.org/drawingml/2006/main" noChangeAspect="1"/>
          </p:cNvPicPr>
          <p:nvPr/>
        </p:nvPicPr>
        <p:blipFill>
          <a:blip xmlns:r="http://schemas.openxmlformats.org/officeDocument/2006/relationships" xmlns:a="http://schemas.openxmlformats.org/drawingml/2006/main" r:embed="R142885d5480f467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3F44C6B-8203-4DD7-B8FF-E0035C1894F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E9EEA26D-E39A-45AD-A27E-DD377A951645}"/>
              </a:ext>
            </a:extLst>
          </p:cNvPr>
          <p:cNvSpPr>
            <a:spLocks xmlns:a="http://schemas.openxmlformats.org/drawingml/2006/main" noGrp="1"/>
          </p:cNvSpPr>
          <p:nvPr/>
        </p:nvSpPr>
        <p:spPr>
          <a:xfrm xmlns:a="http://schemas.openxmlformats.org/drawingml/2006/main">
            <a:off x="533400" y="1362075"/>
            <a:ext cx="8058150" cy="3171825"/>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F884AA-E365-4DD1-9415-BDCA3D76ED14}"/>
              </a:ext>
            </a:extLst>
          </p:cNvPr>
          <p:cNvSpPr>
            <a:spLocks xmlns:a="http://schemas.openxmlformats.org/drawingml/2006/main" noGrp="1"/>
          </p:cNvSpPr>
          <p:nvPr/>
        </p:nvSpPr>
        <p:spPr>
          <a:xfrm xmlns:a="http://schemas.openxmlformats.org/drawingml/2006/main">
            <a:off x="714375" y="146685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Operational bottlenecks</a:t>
            </a:r>
          </a:p>
        </p:txBody>
      </p:sp>
      <p:sp>
        <p:nvSpPr>
          <p:cNvPr id="5" name="">
            <a:extLst xmlns:a="http://schemas.openxmlformats.org/drawingml/2006/main">
              <a:ext uri="{FF2B5EF4-FFF2-40B4-BE49-F238E27FC236}">
                <a16:creationId xmlns:a16="http://schemas.microsoft.com/office/drawing/2014/main" id="{3CDBA946-A6F7-4038-97A5-EB37B910C34C}"/>
              </a:ext>
            </a:extLst>
          </p:cNvPr>
          <p:cNvSpPr>
            <a:spLocks xmlns:a="http://schemas.openxmlformats.org/drawingml/2006/main" noGrp="1"/>
          </p:cNvSpPr>
          <p:nvPr/>
        </p:nvSpPr>
        <p:spPr>
          <a:xfrm xmlns:a="http://schemas.openxmlformats.org/drawingml/2006/main">
            <a:off x="714375" y="173355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Delayed updates and discrepancies slow restocking and disrupt customer service.</a:t>
            </a:r>
          </a:p>
        </p:txBody>
      </p:sp>
      <p:sp>
        <p:nvSpPr>
          <p:cNvPr id="6" name="">
            <a:extLst xmlns:a="http://schemas.openxmlformats.org/drawingml/2006/main">
              <a:ext uri="{FF2B5EF4-FFF2-40B4-BE49-F238E27FC236}">
                <a16:creationId xmlns:a16="http://schemas.microsoft.com/office/drawing/2014/main" id="{EA112C24-7FD8-489D-AC27-56621F8D660C}"/>
              </a:ext>
            </a:extLst>
          </p:cNvPr>
          <p:cNvSpPr>
            <a:spLocks xmlns:a="http://schemas.openxmlformats.org/drawingml/2006/main" noGrp="1"/>
          </p:cNvSpPr>
          <p:nvPr/>
        </p:nvSpPr>
        <p:spPr>
          <a:xfrm xmlns:a="http://schemas.openxmlformats.org/drawingml/2006/main">
            <a:off x="714375" y="221932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Data inconsistency</a:t>
            </a:r>
          </a:p>
        </p:txBody>
      </p:sp>
      <p:sp>
        <p:nvSpPr>
          <p:cNvPr id="7" name="">
            <a:extLst xmlns:a="http://schemas.openxmlformats.org/drawingml/2006/main">
              <a:ext uri="{FF2B5EF4-FFF2-40B4-BE49-F238E27FC236}">
                <a16:creationId xmlns:a16="http://schemas.microsoft.com/office/drawing/2014/main" id="{2734FA2C-63DF-41EF-996B-32E2C2E749E2}"/>
              </a:ext>
            </a:extLst>
          </p:cNvPr>
          <p:cNvSpPr>
            <a:spLocks xmlns:a="http://schemas.openxmlformats.org/drawingml/2006/main" noGrp="1"/>
          </p:cNvSpPr>
          <p:nvPr/>
        </p:nvSpPr>
        <p:spPr>
          <a:xfrm xmlns:a="http://schemas.openxmlformats.org/drawingml/2006/main">
            <a:off x="714375" y="248602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Staff compare several records before deciding which figures to trust.</a:t>
            </a:r>
          </a:p>
        </p:txBody>
      </p:sp>
      <p:sp>
        <p:nvSpPr>
          <p:cNvPr id="8" name="">
            <a:extLst xmlns:a="http://schemas.openxmlformats.org/drawingml/2006/main">
              <a:ext uri="{FF2B5EF4-FFF2-40B4-BE49-F238E27FC236}">
                <a16:creationId xmlns:a16="http://schemas.microsoft.com/office/drawing/2014/main" id="{5462F7C5-4D50-46C2-80A5-A3D1A62FAD83}"/>
              </a:ext>
            </a:extLst>
          </p:cNvPr>
          <p:cNvSpPr>
            <a:spLocks xmlns:a="http://schemas.openxmlformats.org/drawingml/2006/main" noGrp="1"/>
          </p:cNvSpPr>
          <p:nvPr/>
        </p:nvSpPr>
        <p:spPr>
          <a:xfrm xmlns:a="http://schemas.openxmlformats.org/drawingml/2006/main">
            <a:off x="714375" y="297180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Financial impact</a:t>
            </a:r>
          </a:p>
        </p:txBody>
      </p:sp>
      <p:sp>
        <p:nvSpPr>
          <p:cNvPr id="9" name="">
            <a:extLst xmlns:a="http://schemas.openxmlformats.org/drawingml/2006/main">
              <a:ext uri="{FF2B5EF4-FFF2-40B4-BE49-F238E27FC236}">
                <a16:creationId xmlns:a16="http://schemas.microsoft.com/office/drawing/2014/main" id="{0E986266-4FD1-4DA5-9894-C292502DD5E7}"/>
              </a:ext>
            </a:extLst>
          </p:cNvPr>
          <p:cNvSpPr>
            <a:spLocks xmlns:a="http://schemas.openxmlformats.org/drawingml/2006/main" noGrp="1"/>
          </p:cNvSpPr>
          <p:nvPr/>
        </p:nvSpPr>
        <p:spPr>
          <a:xfrm xmlns:a="http://schemas.openxmlformats.org/drawingml/2006/main">
            <a:off x="714375" y="323850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Recounting, overtime and emergency purchases add work and avoidable costs.</a:t>
            </a:r>
          </a:p>
        </p:txBody>
      </p:sp>
      <p:sp>
        <p:nvSpPr>
          <p:cNvPr id="10" name="">
            <a:extLst xmlns:a="http://schemas.openxmlformats.org/drawingml/2006/main">
              <a:ext uri="{FF2B5EF4-FFF2-40B4-BE49-F238E27FC236}">
                <a16:creationId xmlns:a16="http://schemas.microsoft.com/office/drawing/2014/main" id="{65D9D156-B89F-4D1F-A84F-652800543D82}"/>
              </a:ext>
            </a:extLst>
          </p:cNvPr>
          <p:cNvSpPr>
            <a:spLocks xmlns:a="http://schemas.openxmlformats.org/drawingml/2006/main" noGrp="1"/>
          </p:cNvSpPr>
          <p:nvPr/>
        </p:nvSpPr>
        <p:spPr>
          <a:xfrm xmlns:a="http://schemas.openxmlformats.org/drawingml/2006/main">
            <a:off x="714375" y="372427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Overall finding</a:t>
            </a:r>
          </a:p>
        </p:txBody>
      </p:sp>
      <p:sp>
        <p:nvSpPr>
          <p:cNvPr id="11" name="">
            <a:extLst xmlns:a="http://schemas.openxmlformats.org/drawingml/2006/main">
              <a:ext uri="{FF2B5EF4-FFF2-40B4-BE49-F238E27FC236}">
                <a16:creationId xmlns:a16="http://schemas.microsoft.com/office/drawing/2014/main" id="{8C7060D6-56FC-474A-837E-8A1CB4EC1D17}"/>
              </a:ext>
            </a:extLst>
          </p:cNvPr>
          <p:cNvSpPr>
            <a:spLocks xmlns:a="http://schemas.openxmlformats.org/drawingml/2006/main" noGrp="1"/>
          </p:cNvSpPr>
          <p:nvPr/>
        </p:nvSpPr>
        <p:spPr>
          <a:xfrm xmlns:a="http://schemas.openxmlformats.org/drawingml/2006/main">
            <a:off x="714375" y="399097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Routine decisions need a shared, timely and auditable record.</a:t>
            </a:r>
          </a:p>
        </p:txBody>
      </p:sp>
    </p:spTree>
    <p:extLst>
      <p:ext uri="{BB962C8B-B14F-4D97-AF65-F5344CB8AC3E}">
        <p14:creationId xmlns:p14="http://schemas.microsoft.com/office/powerpoint/2010/main" val="3558089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BD7E04DA-245C-4919-B21F-AD97B179955F}"/>
              </a:ext>
            </a:extLst>
          </p:cNvPr>
          <p:cNvPicPr>
            <a:picLocks xmlns:a="http://schemas.openxmlformats.org/drawingml/2006/main" noChangeAspect="1"/>
          </p:cNvPicPr>
          <p:nvPr/>
        </p:nvPicPr>
        <p:blipFill>
          <a:blip xmlns:r="http://schemas.openxmlformats.org/officeDocument/2006/relationships" xmlns:a="http://schemas.openxmlformats.org/drawingml/2006/main" r:embed="R7cf48a716a744a3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6">
            <a:extLst xmlns:a="http://schemas.openxmlformats.org/drawingml/2006/main">
              <a:ext uri="{FF2B5EF4-FFF2-40B4-BE49-F238E27FC236}">
                <a16:creationId xmlns:a16="http://schemas.microsoft.com/office/drawing/2014/main" id="{10CB2859-D0AD-4A6F-84ED-73E7112F063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4" name="Picture 3">
            <a:extLst xmlns:a="http://schemas.openxmlformats.org/drawingml/2006/main">
              <a:ext uri="{FF2B5EF4-FFF2-40B4-BE49-F238E27FC236}">
                <a16:creationId xmlns:a16="http://schemas.microsoft.com/office/drawing/2014/main" id="{42E2D1FB-223A-4742-A8BF-EEC7709A138D}"/>
              </a:ext>
            </a:extLst>
          </p:cNvPr>
          <p:cNvPicPr>
            <a:picLocks xmlns:a="http://schemas.openxmlformats.org/drawingml/2006/main" noChangeAspect="1"/>
          </p:cNvPicPr>
          <p:nvPr/>
        </p:nvPicPr>
        <p:blipFill>
          <a:blip xmlns:r="http://schemas.openxmlformats.org/officeDocument/2006/relationships" xmlns:a="http://schemas.openxmlformats.org/drawingml/2006/main" r:embed="R877e8b732a924da6"/>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5" name="current-content-89">
            <a:extLst xmlns:a="http://schemas.openxmlformats.org/drawingml/2006/main">
              <a:ext uri="{FF2B5EF4-FFF2-40B4-BE49-F238E27FC236}">
                <a16:creationId xmlns:a16="http://schemas.microsoft.com/office/drawing/2014/main" id="{3115D5F7-304C-48DE-885B-446BBCD33CE6}"/>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6" name="current-content-90">
            <a:extLst xmlns:a="http://schemas.openxmlformats.org/drawingml/2006/main">
              <a:ext uri="{FF2B5EF4-FFF2-40B4-BE49-F238E27FC236}">
                <a16:creationId xmlns:a16="http://schemas.microsoft.com/office/drawing/2014/main" id="{074604F5-6BC0-436B-9D28-845D084D7176}"/>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7" name="current-content-91">
            <a:extLst xmlns:a="http://schemas.openxmlformats.org/drawingml/2006/main">
              <a:ext uri="{FF2B5EF4-FFF2-40B4-BE49-F238E27FC236}">
                <a16:creationId xmlns:a16="http://schemas.microsoft.com/office/drawing/2014/main" id="{4904F8D9-6575-4957-9CC1-FD29C92B10F2}"/>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8" name="current-content-92">
            <a:extLst xmlns:a="http://schemas.openxmlformats.org/drawingml/2006/main">
              <a:ext uri="{FF2B5EF4-FFF2-40B4-BE49-F238E27FC236}">
                <a16:creationId xmlns:a16="http://schemas.microsoft.com/office/drawing/2014/main" id="{248B0B2F-A47E-40B1-8662-93F44167ADD3}"/>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9" name="current-content-93">
            <a:extLst xmlns:a="http://schemas.openxmlformats.org/drawingml/2006/main">
              <a:ext uri="{FF2B5EF4-FFF2-40B4-BE49-F238E27FC236}">
                <a16:creationId xmlns:a16="http://schemas.microsoft.com/office/drawing/2014/main" id="{7A511D1E-E514-4B23-BF9B-8F5F1AD1AB92}"/>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0" name="current-content-94">
            <a:extLst xmlns:a="http://schemas.openxmlformats.org/drawingml/2006/main">
              <a:ext uri="{FF2B5EF4-FFF2-40B4-BE49-F238E27FC236}">
                <a16:creationId xmlns:a16="http://schemas.microsoft.com/office/drawing/2014/main" id="{D78A74F9-CE67-44FF-B9A9-E535F33AEA50}"/>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1" name="current-content-95">
            <a:extLst xmlns:a="http://schemas.openxmlformats.org/drawingml/2006/main">
              <a:ext uri="{FF2B5EF4-FFF2-40B4-BE49-F238E27FC236}">
                <a16:creationId xmlns:a16="http://schemas.microsoft.com/office/drawing/2014/main" id="{9E40A93E-45C7-4C81-92F8-D79744B57A2C}"/>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2" name="current-content-96">
            <a:extLst xmlns:a="http://schemas.openxmlformats.org/drawingml/2006/main">
              <a:ext uri="{FF2B5EF4-FFF2-40B4-BE49-F238E27FC236}">
                <a16:creationId xmlns:a16="http://schemas.microsoft.com/office/drawing/2014/main" id="{1D5ED9C8-3EA6-4636-A6B8-39EE100F7B22}"/>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3" name="current-content-97">
            <a:extLst xmlns:a="http://schemas.openxmlformats.org/drawingml/2006/main">
              <a:ext uri="{FF2B5EF4-FFF2-40B4-BE49-F238E27FC236}">
                <a16:creationId xmlns:a16="http://schemas.microsoft.com/office/drawing/2014/main" id="{3F881C0A-DA37-4AD3-B412-B6E95E25C062}"/>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4" name="current-content-98">
            <a:extLst xmlns:a="http://schemas.openxmlformats.org/drawingml/2006/main">
              <a:ext uri="{FF2B5EF4-FFF2-40B4-BE49-F238E27FC236}">
                <a16:creationId xmlns:a16="http://schemas.microsoft.com/office/drawing/2014/main" id="{C6AE54B3-2363-4B38-99A1-64F496372514}"/>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5" name="current-content-99">
            <a:extLst xmlns:a="http://schemas.openxmlformats.org/drawingml/2006/main">
              <a:ext uri="{FF2B5EF4-FFF2-40B4-BE49-F238E27FC236}">
                <a16:creationId xmlns:a16="http://schemas.microsoft.com/office/drawing/2014/main" id="{E9C78588-3A1E-4310-8B4D-650B4788E747}"/>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6989783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FB2D3998-9538-4DA9-BDBC-7FDA81D47DCF}"/>
              </a:ext>
            </a:extLst>
          </p:cNvPr>
          <p:cNvCxnSpPr/>
          <p:nvPr/>
        </p:nvCxnSpPr>
        <p:spPr>
          <a:xfrm xmlns:a="http://schemas.openxmlformats.org/drawingml/2006/main" flipH="0" flipV="0">
            <a:off x="6762750" y="3000375"/>
            <a:ext cx="2857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5" name="">
            <a:extLst xmlns:a="http://schemas.openxmlformats.org/drawingml/2006/main">
              <a:ext uri="{FF2B5EF4-FFF2-40B4-BE49-F238E27FC236}">
                <a16:creationId xmlns:a16="http://schemas.microsoft.com/office/drawing/2014/main" id="{0E8E8E48-4599-4404-A0B6-FF3BA1FBA6EB}"/>
              </a:ext>
            </a:extLst>
          </p:cNvPr>
          <p:cNvCxnSpPr/>
          <p:nvPr/>
        </p:nvCxnSpPr>
        <p:spPr>
          <a:xfrm xmlns:a="http://schemas.openxmlformats.org/drawingml/2006/main" flipH="0" flipV="0">
            <a:off x="2257425" y="398145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1" name="">
            <a:extLst xmlns:a="http://schemas.openxmlformats.org/drawingml/2006/main">
              <a:ext uri="{FF2B5EF4-FFF2-40B4-BE49-F238E27FC236}">
                <a16:creationId xmlns:a16="http://schemas.microsoft.com/office/drawing/2014/main" id="{A84B578F-ACED-49FE-81E5-C9BED0A510A6}"/>
              </a:ext>
            </a:extLst>
          </p:cNvPr>
          <p:cNvCxnSpPr/>
          <p:nvPr/>
        </p:nvCxnSpPr>
        <p:spPr>
          <a:xfrm xmlns:a="http://schemas.openxmlformats.org/drawingml/2006/main" flipH="0" flipV="0">
            <a:off x="2257425" y="328612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7" name="">
            <a:extLst xmlns:a="http://schemas.openxmlformats.org/drawingml/2006/main">
              <a:ext uri="{FF2B5EF4-FFF2-40B4-BE49-F238E27FC236}">
                <a16:creationId xmlns:a16="http://schemas.microsoft.com/office/drawing/2014/main" id="{29A6124E-59FD-4364-BF36-B28ED1930431}"/>
              </a:ext>
            </a:extLst>
          </p:cNvPr>
          <p:cNvCxnSpPr/>
          <p:nvPr/>
        </p:nvCxnSpPr>
        <p:spPr>
          <a:xfrm xmlns:a="http://schemas.openxmlformats.org/drawingml/2006/main" flipH="0" flipV="0">
            <a:off x="2257425" y="259080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3" name="">
            <a:extLst xmlns:a="http://schemas.openxmlformats.org/drawingml/2006/main">
              <a:ext uri="{FF2B5EF4-FFF2-40B4-BE49-F238E27FC236}">
                <a16:creationId xmlns:a16="http://schemas.microsoft.com/office/drawing/2014/main" id="{7CCE940C-4039-40B5-B2FF-3D2338506C5D}"/>
              </a:ext>
            </a:extLst>
          </p:cNvPr>
          <p:cNvCxnSpPr/>
          <p:nvPr/>
        </p:nvCxnSpPr>
        <p:spPr>
          <a:xfrm xmlns:a="http://schemas.openxmlformats.org/drawingml/2006/main" flipH="0" flipV="0">
            <a:off x="2257425" y="189547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pic>
        <p:nvPicPr>
          <p:cNvPr id="16" name="Picture 15">
            <a:extLst xmlns:a="http://schemas.openxmlformats.org/drawingml/2006/main">
              <a:ext uri="{FF2B5EF4-FFF2-40B4-BE49-F238E27FC236}">
                <a16:creationId xmlns:a16="http://schemas.microsoft.com/office/drawing/2014/main" id="{52170594-48F7-417B-B1B2-0974293F080A}"/>
              </a:ext>
            </a:extLst>
          </p:cNvPr>
          <p:cNvPicPr>
            <a:picLocks xmlns:a="http://schemas.openxmlformats.org/drawingml/2006/main" noChangeAspect="1"/>
          </p:cNvPicPr>
          <p:nvPr/>
        </p:nvPicPr>
        <p:blipFill>
          <a:blip xmlns:r="http://schemas.openxmlformats.org/officeDocument/2006/relationships" xmlns:a="http://schemas.openxmlformats.org/drawingml/2006/main" r:embed="Refec691620d14b71"/>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8">
            <a:extLst xmlns:a="http://schemas.openxmlformats.org/drawingml/2006/main">
              <a:ext uri="{FF2B5EF4-FFF2-40B4-BE49-F238E27FC236}">
                <a16:creationId xmlns:a16="http://schemas.microsoft.com/office/drawing/2014/main" id="{6BFBB52B-2E60-44FE-975B-051D323D687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sp>
        <p:nvSpPr>
          <p:cNvPr id="17" name="">
            <a:extLst xmlns:a="http://schemas.openxmlformats.org/drawingml/2006/main">
              <a:ext uri="{FF2B5EF4-FFF2-40B4-BE49-F238E27FC236}">
                <a16:creationId xmlns:a16="http://schemas.microsoft.com/office/drawing/2014/main" id="{E25A3C4E-F7D1-497C-8C87-46CAEE226563}"/>
              </a:ext>
            </a:extLst>
          </p:cNvPr>
          <p:cNvSpPr>
            <a:spLocks xmlns:a="http://schemas.openxmlformats.org/drawingml/2006/main" noGrp="1"/>
          </p:cNvSpPr>
          <p:nvPr/>
        </p:nvSpPr>
        <p:spPr>
          <a:xfrm xmlns:a="http://schemas.openxmlformats.org/drawingml/2006/main">
            <a:off x="533400" y="1200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roles</a:t>
            </a:r>
          </a:p>
        </p:txBody>
      </p:sp>
      <p:sp>
        <p:nvSpPr>
          <p:cNvPr id="18" name="">
            <a:extLst xmlns:a="http://schemas.openxmlformats.org/drawingml/2006/main">
              <a:ext uri="{FF2B5EF4-FFF2-40B4-BE49-F238E27FC236}">
                <a16:creationId xmlns:a16="http://schemas.microsoft.com/office/drawing/2014/main" id="{F335CB95-1F89-4FE8-9A2E-FFDBE48A1D32}"/>
              </a:ext>
            </a:extLst>
          </p:cNvPr>
          <p:cNvSpPr>
            <a:spLocks xmlns:a="http://schemas.openxmlformats.org/drawingml/2006/main" noGrp="1"/>
          </p:cNvSpPr>
          <p:nvPr/>
        </p:nvSpPr>
        <p:spPr>
          <a:xfrm xmlns:a="http://schemas.openxmlformats.org/drawingml/2006/main">
            <a:off x="2790825" y="120015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Kodigo cloud-based platform</a:t>
            </a:r>
          </a:p>
        </p:txBody>
      </p:sp>
      <p:sp>
        <p:nvSpPr>
          <p:cNvPr id="19" name="">
            <a:extLst xmlns:a="http://schemas.openxmlformats.org/drawingml/2006/main">
              <a:ext uri="{FF2B5EF4-FFF2-40B4-BE49-F238E27FC236}">
                <a16:creationId xmlns:a16="http://schemas.microsoft.com/office/drawing/2014/main" id="{8DF0137B-1B4E-4869-9B90-168BE65885D8}"/>
              </a:ext>
            </a:extLst>
          </p:cNvPr>
          <p:cNvSpPr>
            <a:spLocks xmlns:a="http://schemas.openxmlformats.org/drawingml/2006/main" noGrp="1"/>
          </p:cNvSpPr>
          <p:nvPr/>
        </p:nvSpPr>
        <p:spPr>
          <a:xfrm xmlns:a="http://schemas.openxmlformats.org/drawingml/2006/main">
            <a:off x="7038975" y="1200150"/>
            <a:ext cx="1628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outputs</a:t>
            </a:r>
          </a:p>
        </p:txBody>
      </p:sp>
      <p:sp>
        <p:nvSpPr>
          <p:cNvPr id="20" name="">
            <a:extLst xmlns:a="http://schemas.openxmlformats.org/drawingml/2006/main">
              <a:ext uri="{FF2B5EF4-FFF2-40B4-BE49-F238E27FC236}">
                <a16:creationId xmlns:a16="http://schemas.microsoft.com/office/drawing/2014/main" id="{558F6706-A0AA-4E4A-8FBD-D3D4D340DCC6}"/>
              </a:ext>
            </a:extLst>
          </p:cNvPr>
          <p:cNvSpPr>
            <a:spLocks xmlns:a="http://schemas.openxmlformats.org/drawingml/2006/main" noGrp="1"/>
          </p:cNvSpPr>
          <p:nvPr/>
        </p:nvSpPr>
        <p:spPr>
          <a:xfrm xmlns:a="http://schemas.openxmlformats.org/drawingml/2006/main">
            <a:off x="533400" y="161925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1" name="">
            <a:extLst xmlns:a="http://schemas.openxmlformats.org/drawingml/2006/main">
              <a:ext uri="{FF2B5EF4-FFF2-40B4-BE49-F238E27FC236}">
                <a16:creationId xmlns:a16="http://schemas.microsoft.com/office/drawing/2014/main" id="{9E2B36EE-F3D9-42E3-AC1C-551BB0AB2D59}"/>
              </a:ext>
            </a:extLst>
          </p:cNvPr>
          <p:cNvSpPr>
            <a:spLocks xmlns:a="http://schemas.openxmlformats.org/drawingml/2006/main" noGrp="1"/>
          </p:cNvSpPr>
          <p:nvPr/>
        </p:nvSpPr>
        <p:spPr>
          <a:xfrm xmlns:a="http://schemas.openxmlformats.org/drawingml/2006/main">
            <a:off x="619125" y="166687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Super Admin</a:t>
            </a:r>
          </a:p>
        </p:txBody>
      </p:sp>
      <p:sp>
        <p:nvSpPr>
          <p:cNvPr id="22" name="">
            <a:extLst xmlns:a="http://schemas.openxmlformats.org/drawingml/2006/main">
              <a:ext uri="{FF2B5EF4-FFF2-40B4-BE49-F238E27FC236}">
                <a16:creationId xmlns:a16="http://schemas.microsoft.com/office/drawing/2014/main" id="{B5EBBD7B-9B09-4105-8887-59925C3F3DF5}"/>
              </a:ext>
            </a:extLst>
          </p:cNvPr>
          <p:cNvSpPr>
            <a:spLocks xmlns:a="http://schemas.openxmlformats.org/drawingml/2006/main" noGrp="1"/>
          </p:cNvSpPr>
          <p:nvPr/>
        </p:nvSpPr>
        <p:spPr>
          <a:xfrm xmlns:a="http://schemas.openxmlformats.org/drawingml/2006/main">
            <a:off x="590550" y="191452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Admin invite codes</a:t>
            </a:r>
          </a:p>
        </p:txBody>
      </p:sp>
      <p:sp>
        <p:nvSpPr>
          <p:cNvPr id="24" name="">
            <a:extLst xmlns:a="http://schemas.openxmlformats.org/drawingml/2006/main">
              <a:ext uri="{FF2B5EF4-FFF2-40B4-BE49-F238E27FC236}">
                <a16:creationId xmlns:a16="http://schemas.microsoft.com/office/drawing/2014/main" id="{BDDDF531-136D-4AF2-9A82-570F476D3F7D}"/>
              </a:ext>
            </a:extLst>
          </p:cNvPr>
          <p:cNvSpPr>
            <a:spLocks xmlns:a="http://schemas.openxmlformats.org/drawingml/2006/main" noGrp="1"/>
          </p:cNvSpPr>
          <p:nvPr/>
        </p:nvSpPr>
        <p:spPr>
          <a:xfrm xmlns:a="http://schemas.openxmlformats.org/drawingml/2006/main">
            <a:off x="533400" y="231457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5" name="">
            <a:extLst xmlns:a="http://schemas.openxmlformats.org/drawingml/2006/main">
              <a:ext uri="{FF2B5EF4-FFF2-40B4-BE49-F238E27FC236}">
                <a16:creationId xmlns:a16="http://schemas.microsoft.com/office/drawing/2014/main" id="{53D55342-024C-4E0F-90CF-2C9A19A19CE5}"/>
              </a:ext>
            </a:extLst>
          </p:cNvPr>
          <p:cNvSpPr>
            <a:spLocks xmlns:a="http://schemas.openxmlformats.org/drawingml/2006/main" noGrp="1"/>
          </p:cNvSpPr>
          <p:nvPr/>
        </p:nvSpPr>
        <p:spPr>
          <a:xfrm xmlns:a="http://schemas.openxmlformats.org/drawingml/2006/main">
            <a:off x="619125" y="236220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Admin</a:t>
            </a:r>
          </a:p>
        </p:txBody>
      </p:sp>
      <p:sp>
        <p:nvSpPr>
          <p:cNvPr id="26" name="">
            <a:extLst xmlns:a="http://schemas.openxmlformats.org/drawingml/2006/main">
              <a:ext uri="{FF2B5EF4-FFF2-40B4-BE49-F238E27FC236}">
                <a16:creationId xmlns:a16="http://schemas.microsoft.com/office/drawing/2014/main" id="{D81B9160-81AF-4DD7-A7D1-3A77969D11FF}"/>
              </a:ext>
            </a:extLst>
          </p:cNvPr>
          <p:cNvSpPr>
            <a:spLocks xmlns:a="http://schemas.openxmlformats.org/drawingml/2006/main" noGrp="1"/>
          </p:cNvSpPr>
          <p:nvPr/>
        </p:nvSpPr>
        <p:spPr>
          <a:xfrm xmlns:a="http://schemas.openxmlformats.org/drawingml/2006/main">
            <a:off x="590550" y="260985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Store operations</a:t>
            </a:r>
          </a:p>
        </p:txBody>
      </p:sp>
      <p:sp>
        <p:nvSpPr>
          <p:cNvPr id="28" name="">
            <a:extLst xmlns:a="http://schemas.openxmlformats.org/drawingml/2006/main">
              <a:ext uri="{FF2B5EF4-FFF2-40B4-BE49-F238E27FC236}">
                <a16:creationId xmlns:a16="http://schemas.microsoft.com/office/drawing/2014/main" id="{2722BCFD-3C48-4D02-8239-831F2B6E4552}"/>
              </a:ext>
            </a:extLst>
          </p:cNvPr>
          <p:cNvSpPr>
            <a:spLocks xmlns:a="http://schemas.openxmlformats.org/drawingml/2006/main" noGrp="1"/>
          </p:cNvSpPr>
          <p:nvPr/>
        </p:nvSpPr>
        <p:spPr>
          <a:xfrm xmlns:a="http://schemas.openxmlformats.org/drawingml/2006/main">
            <a:off x="533400" y="300990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9" name="">
            <a:extLst xmlns:a="http://schemas.openxmlformats.org/drawingml/2006/main">
              <a:ext uri="{FF2B5EF4-FFF2-40B4-BE49-F238E27FC236}">
                <a16:creationId xmlns:a16="http://schemas.microsoft.com/office/drawing/2014/main" id="{77B9F6D4-9D49-4CEB-A592-E53E712156A5}"/>
              </a:ext>
            </a:extLst>
          </p:cNvPr>
          <p:cNvSpPr>
            <a:spLocks xmlns:a="http://schemas.openxmlformats.org/drawingml/2006/main" noGrp="1"/>
          </p:cNvSpPr>
          <p:nvPr/>
        </p:nvSpPr>
        <p:spPr>
          <a:xfrm xmlns:a="http://schemas.openxmlformats.org/drawingml/2006/main">
            <a:off x="619125" y="305752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Inventory</a:t>
            </a:r>
          </a:p>
        </p:txBody>
      </p:sp>
      <p:sp>
        <p:nvSpPr>
          <p:cNvPr id="30" name="">
            <a:extLst xmlns:a="http://schemas.openxmlformats.org/drawingml/2006/main">
              <a:ext uri="{FF2B5EF4-FFF2-40B4-BE49-F238E27FC236}">
                <a16:creationId xmlns:a16="http://schemas.microsoft.com/office/drawing/2014/main" id="{647997DD-C168-4C4B-8162-0660C0117DBB}"/>
              </a:ext>
            </a:extLst>
          </p:cNvPr>
          <p:cNvSpPr>
            <a:spLocks xmlns:a="http://schemas.openxmlformats.org/drawingml/2006/main" noGrp="1"/>
          </p:cNvSpPr>
          <p:nvPr/>
        </p:nvSpPr>
        <p:spPr>
          <a:xfrm xmlns:a="http://schemas.openxmlformats.org/drawingml/2006/main">
            <a:off x="590550" y="330517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Products and stock</a:t>
            </a:r>
          </a:p>
        </p:txBody>
      </p:sp>
      <p:sp>
        <p:nvSpPr>
          <p:cNvPr id="32" name="">
            <a:extLst xmlns:a="http://schemas.openxmlformats.org/drawingml/2006/main">
              <a:ext uri="{FF2B5EF4-FFF2-40B4-BE49-F238E27FC236}">
                <a16:creationId xmlns:a16="http://schemas.microsoft.com/office/drawing/2014/main" id="{7259F9E0-C8DE-4DB1-82C3-38124EBC98B8}"/>
              </a:ext>
            </a:extLst>
          </p:cNvPr>
          <p:cNvSpPr>
            <a:spLocks xmlns:a="http://schemas.openxmlformats.org/drawingml/2006/main" noGrp="1"/>
          </p:cNvSpPr>
          <p:nvPr/>
        </p:nvSpPr>
        <p:spPr>
          <a:xfrm xmlns:a="http://schemas.openxmlformats.org/drawingml/2006/main">
            <a:off x="533400" y="370522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33" name="">
            <a:extLst xmlns:a="http://schemas.openxmlformats.org/drawingml/2006/main">
              <a:ext uri="{FF2B5EF4-FFF2-40B4-BE49-F238E27FC236}">
                <a16:creationId xmlns:a16="http://schemas.microsoft.com/office/drawing/2014/main" id="{5F886511-D99F-4D1C-A626-58557B6E2A46}"/>
              </a:ext>
            </a:extLst>
          </p:cNvPr>
          <p:cNvSpPr>
            <a:spLocks xmlns:a="http://schemas.openxmlformats.org/drawingml/2006/main" noGrp="1"/>
          </p:cNvSpPr>
          <p:nvPr/>
        </p:nvSpPr>
        <p:spPr>
          <a:xfrm xmlns:a="http://schemas.openxmlformats.org/drawingml/2006/main">
            <a:off x="619125" y="375285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Cashier</a:t>
            </a:r>
          </a:p>
        </p:txBody>
      </p:sp>
      <p:sp>
        <p:nvSpPr>
          <p:cNvPr id="34" name="">
            <a:extLst xmlns:a="http://schemas.openxmlformats.org/drawingml/2006/main">
              <a:ext uri="{FF2B5EF4-FFF2-40B4-BE49-F238E27FC236}">
                <a16:creationId xmlns:a16="http://schemas.microsoft.com/office/drawing/2014/main" id="{6A4DC7DE-FBE9-4A5E-A838-1F6105BC1FBB}"/>
              </a:ext>
            </a:extLst>
          </p:cNvPr>
          <p:cNvSpPr>
            <a:spLocks xmlns:a="http://schemas.openxmlformats.org/drawingml/2006/main" noGrp="1"/>
          </p:cNvSpPr>
          <p:nvPr/>
        </p:nvSpPr>
        <p:spPr>
          <a:xfrm xmlns:a="http://schemas.openxmlformats.org/drawingml/2006/main">
            <a:off x="590550" y="400050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Sales and receipts</a:t>
            </a:r>
          </a:p>
        </p:txBody>
      </p:sp>
      <p:sp>
        <p:nvSpPr>
          <p:cNvPr id="36" name="">
            <a:extLst xmlns:a="http://schemas.openxmlformats.org/drawingml/2006/main">
              <a:ext uri="{FF2B5EF4-FFF2-40B4-BE49-F238E27FC236}">
                <a16:creationId xmlns:a16="http://schemas.microsoft.com/office/drawing/2014/main" id="{C653865F-6057-46F0-84BB-9209E62F59E3}"/>
              </a:ext>
            </a:extLst>
          </p:cNvPr>
          <p:cNvSpPr>
            <a:spLocks xmlns:a="http://schemas.openxmlformats.org/drawingml/2006/main" noGrp="1"/>
          </p:cNvSpPr>
          <p:nvPr/>
        </p:nvSpPr>
        <p:spPr>
          <a:xfrm xmlns:a="http://schemas.openxmlformats.org/drawingml/2006/main">
            <a:off x="2695575" y="1552575"/>
            <a:ext cx="4067175" cy="2905125"/>
          </a:xfrm>
          <a:prstGeom xmlns:a="http://schemas.openxmlformats.org/drawingml/2006/main" prst="rect">
            <a:avLst/>
          </a:prstGeom>
          <a:solidFill xmlns:a="http://schemas.openxmlformats.org/drawingml/2006/main">
            <a:srgbClr val="FFFFFF"/>
          </a:solidFill>
          <a:ln xmlns:a="http://schemas.openxmlformats.org/drawingml/2006/main" w="13335">
            <a:solidFill>
              <a:srgbClr val="0070C0"/>
            </a:solidFill>
          </a:ln>
        </p:spPr>
      </p:sp>
      <p:sp>
        <p:nvSpPr>
          <p:cNvPr id="37" name="">
            <a:extLst xmlns:a="http://schemas.openxmlformats.org/drawingml/2006/main">
              <a:ext uri="{FF2B5EF4-FFF2-40B4-BE49-F238E27FC236}">
                <a16:creationId xmlns:a16="http://schemas.microsoft.com/office/drawing/2014/main" id="{24FD9F31-B9D1-4FD6-B57F-4E0F3EAC27FA}"/>
              </a:ext>
            </a:extLst>
          </p:cNvPr>
          <p:cNvSpPr>
            <a:spLocks xmlns:a="http://schemas.openxmlformats.org/drawingml/2006/main" noGrp="1"/>
          </p:cNvSpPr>
          <p:nvPr/>
        </p:nvSpPr>
        <p:spPr>
          <a:xfrm xmlns:a="http://schemas.openxmlformats.org/drawingml/2006/main">
            <a:off x="284797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Authentication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controls</a:t>
            </a:r>
          </a:p>
        </p:txBody>
      </p:sp>
      <p:sp>
        <p:nvSpPr>
          <p:cNvPr id="38" name="">
            <a:extLst xmlns:a="http://schemas.openxmlformats.org/drawingml/2006/main">
              <a:ext uri="{FF2B5EF4-FFF2-40B4-BE49-F238E27FC236}">
                <a16:creationId xmlns:a16="http://schemas.microsoft.com/office/drawing/2014/main" id="{808A5434-BCEB-489F-9504-29E168335E19}"/>
              </a:ext>
            </a:extLst>
          </p:cNvPr>
          <p:cNvSpPr>
            <a:spLocks xmlns:a="http://schemas.openxmlformats.org/drawingml/2006/main" noGrp="1"/>
          </p:cNvSpPr>
          <p:nvPr/>
        </p:nvSpPr>
        <p:spPr>
          <a:xfrm xmlns:a="http://schemas.openxmlformats.org/drawingml/2006/main">
            <a:off x="477202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Store and user</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administration</a:t>
            </a:r>
          </a:p>
        </p:txBody>
      </p:sp>
      <p:sp>
        <p:nvSpPr>
          <p:cNvPr id="39" name="">
            <a:extLst xmlns:a="http://schemas.openxmlformats.org/drawingml/2006/main">
              <a:ext uri="{FF2B5EF4-FFF2-40B4-BE49-F238E27FC236}">
                <a16:creationId xmlns:a16="http://schemas.microsoft.com/office/drawing/2014/main" id="{FC85839C-78B8-434E-91E8-28C19A33EB30}"/>
              </a:ext>
            </a:extLst>
          </p:cNvPr>
          <p:cNvSpPr>
            <a:spLocks xmlns:a="http://schemas.openxmlformats.org/drawingml/2006/main" noGrp="1"/>
          </p:cNvSpPr>
          <p:nvPr/>
        </p:nvSpPr>
        <p:spPr>
          <a:xfrm xmlns:a="http://schemas.openxmlformats.org/drawingml/2006/main">
            <a:off x="284797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Product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 control</a:t>
            </a:r>
          </a:p>
        </p:txBody>
      </p:sp>
      <p:sp>
        <p:nvSpPr>
          <p:cNvPr id="40" name="">
            <a:extLst xmlns:a="http://schemas.openxmlformats.org/drawingml/2006/main">
              <a:ext uri="{FF2B5EF4-FFF2-40B4-BE49-F238E27FC236}">
                <a16:creationId xmlns:a16="http://schemas.microsoft.com/office/drawing/2014/main" id="{0631323B-A7F5-4769-9995-07A627AF3949}"/>
              </a:ext>
            </a:extLst>
          </p:cNvPr>
          <p:cNvSpPr>
            <a:spLocks xmlns:a="http://schemas.openxmlformats.org/drawingml/2006/main" noGrp="1"/>
          </p:cNvSpPr>
          <p:nvPr/>
        </p:nvSpPr>
        <p:spPr>
          <a:xfrm xmlns:a="http://schemas.openxmlformats.org/drawingml/2006/main">
            <a:off x="477202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Suppliers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purchasing</a:t>
            </a:r>
          </a:p>
        </p:txBody>
      </p:sp>
      <p:sp>
        <p:nvSpPr>
          <p:cNvPr id="41" name="">
            <a:extLst xmlns:a="http://schemas.openxmlformats.org/drawingml/2006/main">
              <a:ext uri="{FF2B5EF4-FFF2-40B4-BE49-F238E27FC236}">
                <a16:creationId xmlns:a16="http://schemas.microsoft.com/office/drawing/2014/main" id="{9A97F743-1413-47ED-91F1-39052125A7CD}"/>
              </a:ext>
            </a:extLst>
          </p:cNvPr>
          <p:cNvSpPr>
            <a:spLocks xmlns:a="http://schemas.openxmlformats.org/drawingml/2006/main" noGrp="1"/>
          </p:cNvSpPr>
          <p:nvPr/>
        </p:nvSpPr>
        <p:spPr>
          <a:xfrm xmlns:a="http://schemas.openxmlformats.org/drawingml/2006/main">
            <a:off x="284797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Consignment</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a:t>
            </a:r>
          </a:p>
        </p:txBody>
      </p:sp>
      <p:sp>
        <p:nvSpPr>
          <p:cNvPr id="42" name="">
            <a:extLst xmlns:a="http://schemas.openxmlformats.org/drawingml/2006/main">
              <a:ext uri="{FF2B5EF4-FFF2-40B4-BE49-F238E27FC236}">
                <a16:creationId xmlns:a16="http://schemas.microsoft.com/office/drawing/2014/main" id="{55E88099-1854-41CF-9C10-90DAC2059C99}"/>
              </a:ext>
            </a:extLst>
          </p:cNvPr>
          <p:cNvSpPr>
            <a:spLocks xmlns:a="http://schemas.openxmlformats.org/drawingml/2006/main" noGrp="1"/>
          </p:cNvSpPr>
          <p:nvPr/>
        </p:nvSpPr>
        <p:spPr>
          <a:xfrm xmlns:a="http://schemas.openxmlformats.org/drawingml/2006/main">
            <a:off x="477202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POS, receipts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and reporting</a:t>
            </a:r>
          </a:p>
        </p:txBody>
      </p:sp>
      <p:sp>
        <p:nvSpPr>
          <p:cNvPr id="43" name="">
            <a:extLst xmlns:a="http://schemas.openxmlformats.org/drawingml/2006/main">
              <a:ext uri="{FF2B5EF4-FFF2-40B4-BE49-F238E27FC236}">
                <a16:creationId xmlns:a16="http://schemas.microsoft.com/office/drawing/2014/main" id="{B7C6CFD5-C573-4B51-AAD2-8507013AB9D6}"/>
              </a:ext>
            </a:extLst>
          </p:cNvPr>
          <p:cNvSpPr>
            <a:spLocks xmlns:a="http://schemas.openxmlformats.org/drawingml/2006/main" noGrp="1"/>
          </p:cNvSpPr>
          <p:nvPr/>
        </p:nvSpPr>
        <p:spPr>
          <a:xfrm xmlns:a="http://schemas.openxmlformats.org/drawingml/2006/main">
            <a:off x="7048500" y="1552575"/>
            <a:ext cx="1685925" cy="2905125"/>
          </a:xfrm>
          <a:prstGeom xmlns:a="http://schemas.openxmlformats.org/drawingml/2006/main" prst="rect">
            <a:avLst/>
          </a:prstGeom>
          <a:noFill xmlns:a="http://schemas.openxmlformats.org/drawingml/2006/main"/>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7466D7A9-C11D-421B-A00A-990756F4CE1C}"/>
              </a:ext>
            </a:extLst>
          </p:cNvPr>
          <p:cNvSpPr>
            <a:spLocks xmlns:a="http://schemas.openxmlformats.org/drawingml/2006/main" noGrp="1"/>
          </p:cNvSpPr>
          <p:nvPr/>
        </p:nvSpPr>
        <p:spPr>
          <a:xfrm xmlns:a="http://schemas.openxmlformats.org/drawingml/2006/main">
            <a:off x="7181850" y="161925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5" name="">
            <a:extLst xmlns:a="http://schemas.openxmlformats.org/drawingml/2006/main">
              <a:ext uri="{FF2B5EF4-FFF2-40B4-BE49-F238E27FC236}">
                <a16:creationId xmlns:a16="http://schemas.microsoft.com/office/drawing/2014/main" id="{7CDF82B9-CE6A-4C3C-A306-8560CF9820F6}"/>
              </a:ext>
            </a:extLst>
          </p:cNvPr>
          <p:cNvSpPr>
            <a:spLocks xmlns:a="http://schemas.openxmlformats.org/drawingml/2006/main" noGrp="1"/>
          </p:cNvSpPr>
          <p:nvPr/>
        </p:nvSpPr>
        <p:spPr>
          <a:xfrm xmlns:a="http://schemas.openxmlformats.org/drawingml/2006/main">
            <a:off x="7219950" y="166687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Online writes</a:t>
            </a:r>
          </a:p>
        </p:txBody>
      </p:sp>
      <p:sp>
        <p:nvSpPr>
          <p:cNvPr id="46" name="">
            <a:extLst xmlns:a="http://schemas.openxmlformats.org/drawingml/2006/main">
              <a:ext uri="{FF2B5EF4-FFF2-40B4-BE49-F238E27FC236}">
                <a16:creationId xmlns:a16="http://schemas.microsoft.com/office/drawing/2014/main" id="{A561236E-3064-470D-8409-52B087E0C286}"/>
              </a:ext>
            </a:extLst>
          </p:cNvPr>
          <p:cNvSpPr>
            <a:spLocks xmlns:a="http://schemas.openxmlformats.org/drawingml/2006/main" noGrp="1"/>
          </p:cNvSpPr>
          <p:nvPr/>
        </p:nvSpPr>
        <p:spPr>
          <a:xfrm xmlns:a="http://schemas.openxmlformats.org/drawingml/2006/main">
            <a:off x="7219950" y="189547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Validated records</a:t>
            </a:r>
          </a:p>
        </p:txBody>
      </p:sp>
      <p:sp>
        <p:nvSpPr>
          <p:cNvPr id="47" name="">
            <a:extLst xmlns:a="http://schemas.openxmlformats.org/drawingml/2006/main">
              <a:ext uri="{FF2B5EF4-FFF2-40B4-BE49-F238E27FC236}">
                <a16:creationId xmlns:a16="http://schemas.microsoft.com/office/drawing/2014/main" id="{478F1D1B-02A1-424A-A6B2-7D6ED2135E23}"/>
              </a:ext>
            </a:extLst>
          </p:cNvPr>
          <p:cNvSpPr>
            <a:spLocks xmlns:a="http://schemas.openxmlformats.org/drawingml/2006/main" noGrp="1"/>
          </p:cNvSpPr>
          <p:nvPr/>
        </p:nvSpPr>
        <p:spPr>
          <a:xfrm xmlns:a="http://schemas.openxmlformats.org/drawingml/2006/main">
            <a:off x="7181850" y="231457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8" name="">
            <a:extLst xmlns:a="http://schemas.openxmlformats.org/drawingml/2006/main">
              <a:ext uri="{FF2B5EF4-FFF2-40B4-BE49-F238E27FC236}">
                <a16:creationId xmlns:a16="http://schemas.microsoft.com/office/drawing/2014/main" id="{84F499B2-8E73-42B9-A125-AF5334370A86}"/>
              </a:ext>
            </a:extLst>
          </p:cNvPr>
          <p:cNvSpPr>
            <a:spLocks xmlns:a="http://schemas.openxmlformats.org/drawingml/2006/main" noGrp="1"/>
          </p:cNvSpPr>
          <p:nvPr/>
        </p:nvSpPr>
        <p:spPr>
          <a:xfrm xmlns:a="http://schemas.openxmlformats.org/drawingml/2006/main">
            <a:off x="7219950" y="236220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Stock history</a:t>
            </a:r>
          </a:p>
        </p:txBody>
      </p:sp>
      <p:sp>
        <p:nvSpPr>
          <p:cNvPr id="49" name="">
            <a:extLst xmlns:a="http://schemas.openxmlformats.org/drawingml/2006/main">
              <a:ext uri="{FF2B5EF4-FFF2-40B4-BE49-F238E27FC236}">
                <a16:creationId xmlns:a16="http://schemas.microsoft.com/office/drawing/2014/main" id="{7EDB5E96-D90B-4F85-8767-24D353A15D71}"/>
              </a:ext>
            </a:extLst>
          </p:cNvPr>
          <p:cNvSpPr>
            <a:spLocks xmlns:a="http://schemas.openxmlformats.org/drawingml/2006/main" noGrp="1"/>
          </p:cNvSpPr>
          <p:nvPr/>
        </p:nvSpPr>
        <p:spPr>
          <a:xfrm xmlns:a="http://schemas.openxmlformats.org/drawingml/2006/main">
            <a:off x="7219950" y="259080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Base-unit movements</a:t>
            </a:r>
          </a:p>
        </p:txBody>
      </p:sp>
      <p:sp>
        <p:nvSpPr>
          <p:cNvPr id="50" name="">
            <a:extLst xmlns:a="http://schemas.openxmlformats.org/drawingml/2006/main">
              <a:ext uri="{FF2B5EF4-FFF2-40B4-BE49-F238E27FC236}">
                <a16:creationId xmlns:a16="http://schemas.microsoft.com/office/drawing/2014/main" id="{889C60E6-6A35-45CC-9FA2-AD39E62BDA30}"/>
              </a:ext>
            </a:extLst>
          </p:cNvPr>
          <p:cNvSpPr>
            <a:spLocks xmlns:a="http://schemas.openxmlformats.org/drawingml/2006/main" noGrp="1"/>
          </p:cNvSpPr>
          <p:nvPr/>
        </p:nvSpPr>
        <p:spPr>
          <a:xfrm xmlns:a="http://schemas.openxmlformats.org/drawingml/2006/main">
            <a:off x="7181850" y="300990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1" name="">
            <a:extLst xmlns:a="http://schemas.openxmlformats.org/drawingml/2006/main">
              <a:ext uri="{FF2B5EF4-FFF2-40B4-BE49-F238E27FC236}">
                <a16:creationId xmlns:a16="http://schemas.microsoft.com/office/drawing/2014/main" id="{D22DD79E-7FE0-4CF0-A184-B1301D0E3358}"/>
              </a:ext>
            </a:extLst>
          </p:cNvPr>
          <p:cNvSpPr>
            <a:spLocks xmlns:a="http://schemas.openxmlformats.org/drawingml/2006/main" noGrp="1"/>
          </p:cNvSpPr>
          <p:nvPr/>
        </p:nvSpPr>
        <p:spPr>
          <a:xfrm xmlns:a="http://schemas.openxmlformats.org/drawingml/2006/main">
            <a:off x="7219950" y="305752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Decision support</a:t>
            </a:r>
          </a:p>
        </p:txBody>
      </p:sp>
      <p:sp>
        <p:nvSpPr>
          <p:cNvPr id="52" name="">
            <a:extLst xmlns:a="http://schemas.openxmlformats.org/drawingml/2006/main">
              <a:ext uri="{FF2B5EF4-FFF2-40B4-BE49-F238E27FC236}">
                <a16:creationId xmlns:a16="http://schemas.microsoft.com/office/drawing/2014/main" id="{9E55F1A9-37D1-4A64-ABCD-C19A8E77F508}"/>
              </a:ext>
            </a:extLst>
          </p:cNvPr>
          <p:cNvSpPr>
            <a:spLocks xmlns:a="http://schemas.openxmlformats.org/drawingml/2006/main" noGrp="1"/>
          </p:cNvSpPr>
          <p:nvPr/>
        </p:nvSpPr>
        <p:spPr>
          <a:xfrm xmlns:a="http://schemas.openxmlformats.org/drawingml/2006/main">
            <a:off x="7219950" y="32861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Recorded-data reports</a:t>
            </a:r>
          </a:p>
        </p:txBody>
      </p:sp>
      <p:sp>
        <p:nvSpPr>
          <p:cNvPr id="53" name="">
            <a:extLst xmlns:a="http://schemas.openxmlformats.org/drawingml/2006/main">
              <a:ext uri="{FF2B5EF4-FFF2-40B4-BE49-F238E27FC236}">
                <a16:creationId xmlns:a16="http://schemas.microsoft.com/office/drawing/2014/main" id="{AF071716-4D6B-4802-AC48-2A49FACF16F0}"/>
              </a:ext>
            </a:extLst>
          </p:cNvPr>
          <p:cNvSpPr>
            <a:spLocks xmlns:a="http://schemas.openxmlformats.org/drawingml/2006/main" noGrp="1"/>
          </p:cNvSpPr>
          <p:nvPr/>
        </p:nvSpPr>
        <p:spPr>
          <a:xfrm xmlns:a="http://schemas.openxmlformats.org/drawingml/2006/main">
            <a:off x="7181850" y="370522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4" name="">
            <a:extLst xmlns:a="http://schemas.openxmlformats.org/drawingml/2006/main">
              <a:ext uri="{FF2B5EF4-FFF2-40B4-BE49-F238E27FC236}">
                <a16:creationId xmlns:a16="http://schemas.microsoft.com/office/drawing/2014/main" id="{60D1F4C4-645E-4ACE-9DEB-BD7068D339A2}"/>
              </a:ext>
            </a:extLst>
          </p:cNvPr>
          <p:cNvSpPr>
            <a:spLocks xmlns:a="http://schemas.openxmlformats.org/drawingml/2006/main" noGrp="1"/>
          </p:cNvSpPr>
          <p:nvPr/>
        </p:nvSpPr>
        <p:spPr>
          <a:xfrm xmlns:a="http://schemas.openxmlformats.org/drawingml/2006/main">
            <a:off x="7219950" y="375285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Continuity</a:t>
            </a:r>
          </a:p>
        </p:txBody>
      </p:sp>
      <p:sp>
        <p:nvSpPr>
          <p:cNvPr id="55" name="">
            <a:extLst xmlns:a="http://schemas.openxmlformats.org/drawingml/2006/main">
              <a:ext uri="{FF2B5EF4-FFF2-40B4-BE49-F238E27FC236}">
                <a16:creationId xmlns:a16="http://schemas.microsoft.com/office/drawing/2014/main" id="{81649AC4-C986-440E-9B05-1A3C0C0A17AB}"/>
              </a:ext>
            </a:extLst>
          </p:cNvPr>
          <p:cNvSpPr>
            <a:spLocks xmlns:a="http://schemas.openxmlformats.org/drawingml/2006/main" noGrp="1"/>
          </p:cNvSpPr>
          <p:nvPr/>
        </p:nvSpPr>
        <p:spPr>
          <a:xfrm xmlns:a="http://schemas.openxmlformats.org/drawingml/2006/main">
            <a:off x="7219950" y="398145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Bounded queue replay</a:t>
            </a:r>
          </a:p>
        </p:txBody>
      </p:sp>
      <p:sp>
        <p:nvSpPr>
          <p:cNvPr id="57" name="">
            <a:extLst xmlns:a="http://schemas.openxmlformats.org/drawingml/2006/main">
              <a:ext uri="{FF2B5EF4-FFF2-40B4-BE49-F238E27FC236}">
                <a16:creationId xmlns:a16="http://schemas.microsoft.com/office/drawing/2014/main" id="{EA45E892-8E9A-49F3-84B7-3067AB2C2623}"/>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Authorized staff enter supplier, delivery and consignment details.</a:t>
            </a:r>
          </a:p>
        </p:txBody>
      </p:sp>
    </p:spTree>
    <p:extLst>
      <p:ext uri="{BB962C8B-B14F-4D97-AF65-F5344CB8AC3E}">
        <p14:creationId xmlns:p14="http://schemas.microsoft.com/office/powerpoint/2010/main" val="186267995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0176A3BB-CC83-4ED3-980F-250C2171A1F7}"/>
              </a:ext>
            </a:extLst>
          </p:cNvPr>
          <p:cNvCxnSpPr/>
          <p:nvPr/>
        </p:nvCxnSpPr>
        <p:spPr>
          <a:xfrm xmlns:a="http://schemas.openxmlformats.org/drawingml/2006/main" flipH="1" flipV="0">
            <a:off x="7181850" y="3790950"/>
            <a:ext cx="952500" cy="328613"/>
          </a:xfrm>
          <a:prstGeom xmlns:a="http://schemas.openxmlformats.org/drawingml/2006/main" prst="straightConnector1">
            <a:avLst/>
          </a:prstGeom>
          <a:ln xmlns:a="http://schemas.openxmlformats.org/drawingml/2006/main" w="10478">
            <a:solidFill>
              <a:srgbClr val="171717"/>
            </a:solidFill>
          </a:ln>
        </p:spPr>
      </p:cxnSp>
      <p:cxnSp>
        <p:nvCxnSpPr>
          <p:cNvPr id="55" name="">
            <a:extLst xmlns:a="http://schemas.openxmlformats.org/drawingml/2006/main">
              <a:ext uri="{FF2B5EF4-FFF2-40B4-BE49-F238E27FC236}">
                <a16:creationId xmlns:a16="http://schemas.microsoft.com/office/drawing/2014/main" id="{A48427F7-FDD1-41AD-BCCB-5CBC19991FEB}"/>
              </a:ext>
            </a:extLst>
          </p:cNvPr>
          <p:cNvCxnSpPr/>
          <p:nvPr/>
        </p:nvCxnSpPr>
        <p:spPr>
          <a:xfrm xmlns:a="http://schemas.openxmlformats.org/drawingml/2006/main" flipH="1" flipV="1">
            <a:off x="7181850" y="3424238"/>
            <a:ext cx="952500" cy="366713"/>
          </a:xfrm>
          <a:prstGeom xmlns:a="http://schemas.openxmlformats.org/drawingml/2006/main" prst="straightConnector1">
            <a:avLst/>
          </a:prstGeom>
          <a:ln xmlns:a="http://schemas.openxmlformats.org/drawingml/2006/main" w="10478">
            <a:solidFill>
              <a:srgbClr val="171717"/>
            </a:solidFill>
          </a:ln>
        </p:spPr>
      </p:cxnSp>
      <p:cxnSp>
        <p:nvCxnSpPr>
          <p:cNvPr id="54" name="">
            <a:extLst xmlns:a="http://schemas.openxmlformats.org/drawingml/2006/main">
              <a:ext uri="{FF2B5EF4-FFF2-40B4-BE49-F238E27FC236}">
                <a16:creationId xmlns:a16="http://schemas.microsoft.com/office/drawing/2014/main" id="{D44860EE-DE79-4EBD-AD32-EF35C28EE703}"/>
              </a:ext>
            </a:extLst>
          </p:cNvPr>
          <p:cNvCxnSpPr/>
          <p:nvPr/>
        </p:nvCxnSpPr>
        <p:spPr>
          <a:xfrm xmlns:a="http://schemas.openxmlformats.org/drawingml/2006/main" flipH="1" flipV="0">
            <a:off x="7181850" y="2105025"/>
            <a:ext cx="952500" cy="357188"/>
          </a:xfrm>
          <a:prstGeom xmlns:a="http://schemas.openxmlformats.org/drawingml/2006/main" prst="straightConnector1">
            <a:avLst/>
          </a:prstGeom>
          <a:ln xmlns:a="http://schemas.openxmlformats.org/drawingml/2006/main" w="10478">
            <a:solidFill>
              <a:srgbClr val="171717"/>
            </a:solidFill>
          </a:ln>
        </p:spPr>
      </p:cxnSp>
      <p:cxnSp>
        <p:nvCxnSpPr>
          <p:cNvPr id="53" name="">
            <a:extLst xmlns:a="http://schemas.openxmlformats.org/drawingml/2006/main">
              <a:ext uri="{FF2B5EF4-FFF2-40B4-BE49-F238E27FC236}">
                <a16:creationId xmlns:a16="http://schemas.microsoft.com/office/drawing/2014/main" id="{FD686388-0401-44CB-8301-D66D7B5DB21F}"/>
              </a:ext>
            </a:extLst>
          </p:cNvPr>
          <p:cNvCxnSpPr/>
          <p:nvPr/>
        </p:nvCxnSpPr>
        <p:spPr>
          <a:xfrm xmlns:a="http://schemas.openxmlformats.org/drawingml/2006/main" flipH="1" flipV="1">
            <a:off x="7181850" y="1766888"/>
            <a:ext cx="952500" cy="338138"/>
          </a:xfrm>
          <a:prstGeom xmlns:a="http://schemas.openxmlformats.org/drawingml/2006/main" prst="straightConnector1">
            <a:avLst/>
          </a:prstGeom>
          <a:ln xmlns:a="http://schemas.openxmlformats.org/drawingml/2006/main" w="10478">
            <a:solidFill>
              <a:srgbClr val="171717"/>
            </a:solidFill>
          </a:ln>
        </p:spPr>
      </p:cxnSp>
      <p:cxnSp>
        <p:nvCxnSpPr>
          <p:cNvPr id="52" name="">
            <a:extLst xmlns:a="http://schemas.openxmlformats.org/drawingml/2006/main">
              <a:ext uri="{FF2B5EF4-FFF2-40B4-BE49-F238E27FC236}">
                <a16:creationId xmlns:a16="http://schemas.microsoft.com/office/drawing/2014/main" id="{AB7B7C3A-62C6-4B86-8099-C46CE5057124}"/>
              </a:ext>
            </a:extLst>
          </p:cNvPr>
          <p:cNvCxnSpPr/>
          <p:nvPr/>
        </p:nvCxnSpPr>
        <p:spPr>
          <a:xfrm xmlns:a="http://schemas.openxmlformats.org/drawingml/2006/main" flipH="0" flipV="0">
            <a:off x="1009650" y="3790950"/>
            <a:ext cx="1076325" cy="309563"/>
          </a:xfrm>
          <a:prstGeom xmlns:a="http://schemas.openxmlformats.org/drawingml/2006/main" prst="straightConnector1">
            <a:avLst/>
          </a:prstGeom>
          <a:ln xmlns:a="http://schemas.openxmlformats.org/drawingml/2006/main" w="10478">
            <a:solidFill>
              <a:srgbClr val="171717"/>
            </a:solidFill>
          </a:ln>
        </p:spPr>
      </p:cxnSp>
      <p:cxnSp>
        <p:nvCxnSpPr>
          <p:cNvPr id="51" name="">
            <a:extLst xmlns:a="http://schemas.openxmlformats.org/drawingml/2006/main">
              <a:ext uri="{FF2B5EF4-FFF2-40B4-BE49-F238E27FC236}">
                <a16:creationId xmlns:a16="http://schemas.microsoft.com/office/drawing/2014/main" id="{EEF8D3F8-6325-4EEC-A84B-A3F38F06B37B}"/>
              </a:ext>
            </a:extLst>
          </p:cNvPr>
          <p:cNvCxnSpPr/>
          <p:nvPr/>
        </p:nvCxnSpPr>
        <p:spPr>
          <a:xfrm xmlns:a="http://schemas.openxmlformats.org/drawingml/2006/main" flipH="0" flipV="0">
            <a:off x="1009650" y="2095500"/>
            <a:ext cx="1076325" cy="1062038"/>
          </a:xfrm>
          <a:prstGeom xmlns:a="http://schemas.openxmlformats.org/drawingml/2006/main" prst="straightConnector1">
            <a:avLst/>
          </a:prstGeom>
          <a:ln xmlns:a="http://schemas.openxmlformats.org/drawingml/2006/main" w="10478">
            <a:solidFill>
              <a:srgbClr val="171717"/>
            </a:solidFill>
          </a:ln>
        </p:spPr>
      </p:cxnSp>
      <p:cxnSp>
        <p:nvCxnSpPr>
          <p:cNvPr id="50" name="">
            <a:extLst xmlns:a="http://schemas.openxmlformats.org/drawingml/2006/main">
              <a:ext uri="{FF2B5EF4-FFF2-40B4-BE49-F238E27FC236}">
                <a16:creationId xmlns:a16="http://schemas.microsoft.com/office/drawing/2014/main" id="{1AA5B0BF-1CDA-4DFA-B298-A5D6BAFECD2A}"/>
              </a:ext>
            </a:extLst>
          </p:cNvPr>
          <p:cNvCxnSpPr/>
          <p:nvPr/>
        </p:nvCxnSpPr>
        <p:spPr>
          <a:xfrm xmlns:a="http://schemas.openxmlformats.org/drawingml/2006/main" flipH="0" flipV="0">
            <a:off x="1009650" y="2095500"/>
            <a:ext cx="1076325" cy="366713"/>
          </a:xfrm>
          <a:prstGeom xmlns:a="http://schemas.openxmlformats.org/drawingml/2006/main" prst="straightConnector1">
            <a:avLst/>
          </a:prstGeom>
          <a:ln xmlns:a="http://schemas.openxmlformats.org/drawingml/2006/main" w="10478">
            <a:solidFill>
              <a:srgbClr val="171717"/>
            </a:solidFill>
          </a:ln>
        </p:spPr>
      </p:cxnSp>
      <p:cxnSp>
        <p:nvCxnSpPr>
          <p:cNvPr id="49" name="">
            <a:extLst xmlns:a="http://schemas.openxmlformats.org/drawingml/2006/main">
              <a:ext uri="{FF2B5EF4-FFF2-40B4-BE49-F238E27FC236}">
                <a16:creationId xmlns:a16="http://schemas.microsoft.com/office/drawing/2014/main" id="{7079F952-2B5E-40E5-A213-849BEE803018}"/>
              </a:ext>
            </a:extLst>
          </p:cNvPr>
          <p:cNvCxnSpPr/>
          <p:nvPr/>
        </p:nvCxnSpPr>
        <p:spPr>
          <a:xfrm xmlns:a="http://schemas.openxmlformats.org/drawingml/2006/main" flipH="0" flipV="1">
            <a:off x="1009650" y="1766888"/>
            <a:ext cx="1076325" cy="328613"/>
          </a:xfrm>
          <a:prstGeom xmlns:a="http://schemas.openxmlformats.org/drawingml/2006/main" prst="straightConnector1">
            <a:avLst/>
          </a:prstGeom>
          <a:ln xmlns:a="http://schemas.openxmlformats.org/drawingml/2006/main" w="10478">
            <a:solidFill>
              <a:srgbClr val="171717"/>
            </a:solidFill>
          </a:ln>
        </p:spPr>
      </p:cxnSp>
      <p:cxnSp>
        <p:nvCxnSpPr>
          <p:cNvPr id="31" name="">
            <a:extLst xmlns:a="http://schemas.openxmlformats.org/drawingml/2006/main">
              <a:ext uri="{FF2B5EF4-FFF2-40B4-BE49-F238E27FC236}">
                <a16:creationId xmlns:a16="http://schemas.microsoft.com/office/drawing/2014/main" id="{11C1C58A-CA54-4AA6-9947-7F9EB4ACD3E7}"/>
              </a:ext>
            </a:extLst>
          </p:cNvPr>
          <p:cNvCxnSpPr/>
          <p:nvPr/>
        </p:nvCxnSpPr>
        <p:spPr>
          <a:xfrm xmlns:a="http://schemas.openxmlformats.org/drawingml/2006/main" flipH="0" flipV="0">
            <a:off x="833437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30" name="">
            <a:extLst xmlns:a="http://schemas.openxmlformats.org/drawingml/2006/main">
              <a:ext uri="{FF2B5EF4-FFF2-40B4-BE49-F238E27FC236}">
                <a16:creationId xmlns:a16="http://schemas.microsoft.com/office/drawing/2014/main" id="{BC55616C-333D-4889-8BFE-96E941D754F3}"/>
              </a:ext>
            </a:extLst>
          </p:cNvPr>
          <p:cNvCxnSpPr/>
          <p:nvPr/>
        </p:nvCxnSpPr>
        <p:spPr>
          <a:xfrm xmlns:a="http://schemas.openxmlformats.org/drawingml/2006/main" flipH="1" flipV="0">
            <a:off x="817245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9" name="">
            <a:extLst xmlns:a="http://schemas.openxmlformats.org/drawingml/2006/main">
              <a:ext uri="{FF2B5EF4-FFF2-40B4-BE49-F238E27FC236}">
                <a16:creationId xmlns:a16="http://schemas.microsoft.com/office/drawing/2014/main" id="{5688ADF6-8DF5-4A79-83C3-E97374EB8CCE}"/>
              </a:ext>
            </a:extLst>
          </p:cNvPr>
          <p:cNvCxnSpPr/>
          <p:nvPr/>
        </p:nvCxnSpPr>
        <p:spPr>
          <a:xfrm xmlns:a="http://schemas.openxmlformats.org/drawingml/2006/main" flipH="0" flipV="0">
            <a:off x="815340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28" name="">
            <a:extLst xmlns:a="http://schemas.openxmlformats.org/drawingml/2006/main">
              <a:ext uri="{FF2B5EF4-FFF2-40B4-BE49-F238E27FC236}">
                <a16:creationId xmlns:a16="http://schemas.microsoft.com/office/drawing/2014/main" id="{D426CC9C-7794-488A-8904-5ACB1D94594E}"/>
              </a:ext>
            </a:extLst>
          </p:cNvPr>
          <p:cNvCxnSpPr/>
          <p:nvPr/>
        </p:nvCxnSpPr>
        <p:spPr>
          <a:xfrm xmlns:a="http://schemas.openxmlformats.org/drawingml/2006/main" flipH="0" flipV="0">
            <a:off x="833437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25" name="">
            <a:extLst xmlns:a="http://schemas.openxmlformats.org/drawingml/2006/main">
              <a:ext uri="{FF2B5EF4-FFF2-40B4-BE49-F238E27FC236}">
                <a16:creationId xmlns:a16="http://schemas.microsoft.com/office/drawing/2014/main" id="{EE89FA16-183C-4F6F-89A5-9732539A2EE3}"/>
              </a:ext>
            </a:extLst>
          </p:cNvPr>
          <p:cNvCxnSpPr/>
          <p:nvPr/>
        </p:nvCxnSpPr>
        <p:spPr>
          <a:xfrm xmlns:a="http://schemas.openxmlformats.org/drawingml/2006/main" flipH="0" flipV="0">
            <a:off x="8334375"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4" name="">
            <a:extLst xmlns:a="http://schemas.openxmlformats.org/drawingml/2006/main">
              <a:ext uri="{FF2B5EF4-FFF2-40B4-BE49-F238E27FC236}">
                <a16:creationId xmlns:a16="http://schemas.microsoft.com/office/drawing/2014/main" id="{3778395D-CC15-4898-973D-A87E04D6E57E}"/>
              </a:ext>
            </a:extLst>
          </p:cNvPr>
          <p:cNvCxnSpPr/>
          <p:nvPr/>
        </p:nvCxnSpPr>
        <p:spPr>
          <a:xfrm xmlns:a="http://schemas.openxmlformats.org/drawingml/2006/main" flipH="1" flipV="0">
            <a:off x="8172450"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3" name="">
            <a:extLst xmlns:a="http://schemas.openxmlformats.org/drawingml/2006/main">
              <a:ext uri="{FF2B5EF4-FFF2-40B4-BE49-F238E27FC236}">
                <a16:creationId xmlns:a16="http://schemas.microsoft.com/office/drawing/2014/main" id="{CC6A8121-10B5-4A08-B654-1FAD43B9A589}"/>
              </a:ext>
            </a:extLst>
          </p:cNvPr>
          <p:cNvCxnSpPr/>
          <p:nvPr/>
        </p:nvCxnSpPr>
        <p:spPr>
          <a:xfrm xmlns:a="http://schemas.openxmlformats.org/drawingml/2006/main" flipH="0" flipV="0">
            <a:off x="8153400" y="2105025"/>
            <a:ext cx="361950" cy="0"/>
          </a:xfrm>
          <a:prstGeom xmlns:a="http://schemas.openxmlformats.org/drawingml/2006/main" prst="straightConnector1">
            <a:avLst/>
          </a:prstGeom>
          <a:ln xmlns:a="http://schemas.openxmlformats.org/drawingml/2006/main" w="12383">
            <a:solidFill>
              <a:srgbClr val="171717"/>
            </a:solidFill>
          </a:ln>
        </p:spPr>
      </p:cxnSp>
      <p:cxnSp>
        <p:nvCxnSpPr>
          <p:cNvPr id="22" name="">
            <a:extLst xmlns:a="http://schemas.openxmlformats.org/drawingml/2006/main">
              <a:ext uri="{FF2B5EF4-FFF2-40B4-BE49-F238E27FC236}">
                <a16:creationId xmlns:a16="http://schemas.microsoft.com/office/drawing/2014/main" id="{42630211-76BC-4939-A45C-C65B4919F95A}"/>
              </a:ext>
            </a:extLst>
          </p:cNvPr>
          <p:cNvCxnSpPr/>
          <p:nvPr/>
        </p:nvCxnSpPr>
        <p:spPr>
          <a:xfrm xmlns:a="http://schemas.openxmlformats.org/drawingml/2006/main" flipH="0" flipV="0">
            <a:off x="8334375" y="2000250"/>
            <a:ext cx="0" cy="285750"/>
          </a:xfrm>
          <a:prstGeom xmlns:a="http://schemas.openxmlformats.org/drawingml/2006/main" prst="straightConnector1">
            <a:avLst/>
          </a:prstGeom>
          <a:ln xmlns:a="http://schemas.openxmlformats.org/drawingml/2006/main" w="12383">
            <a:solidFill>
              <a:srgbClr val="171717"/>
            </a:solidFill>
          </a:ln>
        </p:spPr>
      </p:cxnSp>
      <p:cxnSp>
        <p:nvCxnSpPr>
          <p:cNvPr id="19" name="">
            <a:extLst xmlns:a="http://schemas.openxmlformats.org/drawingml/2006/main">
              <a:ext uri="{FF2B5EF4-FFF2-40B4-BE49-F238E27FC236}">
                <a16:creationId xmlns:a16="http://schemas.microsoft.com/office/drawing/2014/main" id="{7FD96E87-16DB-474D-99AD-0827B144C2E5}"/>
              </a:ext>
            </a:extLst>
          </p:cNvPr>
          <p:cNvCxnSpPr/>
          <p:nvPr/>
        </p:nvCxnSpPr>
        <p:spPr>
          <a:xfrm xmlns:a="http://schemas.openxmlformats.org/drawingml/2006/main" flipH="0" flipV="0">
            <a:off x="80962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8" name="">
            <a:extLst xmlns:a="http://schemas.openxmlformats.org/drawingml/2006/main">
              <a:ext uri="{FF2B5EF4-FFF2-40B4-BE49-F238E27FC236}">
                <a16:creationId xmlns:a16="http://schemas.microsoft.com/office/drawing/2014/main" id="{5E2F36FB-4139-4B6E-88E6-EBD1D30F8825}"/>
              </a:ext>
            </a:extLst>
          </p:cNvPr>
          <p:cNvCxnSpPr/>
          <p:nvPr/>
        </p:nvCxnSpPr>
        <p:spPr>
          <a:xfrm xmlns:a="http://schemas.openxmlformats.org/drawingml/2006/main" flipH="1" flipV="0">
            <a:off x="64770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7" name="">
            <a:extLst xmlns:a="http://schemas.openxmlformats.org/drawingml/2006/main">
              <a:ext uri="{FF2B5EF4-FFF2-40B4-BE49-F238E27FC236}">
                <a16:creationId xmlns:a16="http://schemas.microsoft.com/office/drawing/2014/main" id="{D3B984DF-CB3E-4D31-A688-D13D9D0FA909}"/>
              </a:ext>
            </a:extLst>
          </p:cNvPr>
          <p:cNvCxnSpPr/>
          <p:nvPr/>
        </p:nvCxnSpPr>
        <p:spPr>
          <a:xfrm xmlns:a="http://schemas.openxmlformats.org/drawingml/2006/main" flipH="0" flipV="0">
            <a:off x="62865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16" name="">
            <a:extLst xmlns:a="http://schemas.openxmlformats.org/drawingml/2006/main">
              <a:ext uri="{FF2B5EF4-FFF2-40B4-BE49-F238E27FC236}">
                <a16:creationId xmlns:a16="http://schemas.microsoft.com/office/drawing/2014/main" id="{EF13E9FA-F169-4C3A-BD0B-E15C42A02E52}"/>
              </a:ext>
            </a:extLst>
          </p:cNvPr>
          <p:cNvCxnSpPr/>
          <p:nvPr/>
        </p:nvCxnSpPr>
        <p:spPr>
          <a:xfrm xmlns:a="http://schemas.openxmlformats.org/drawingml/2006/main" flipH="0" flipV="0">
            <a:off x="80962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13" name="">
            <a:extLst xmlns:a="http://schemas.openxmlformats.org/drawingml/2006/main">
              <a:ext uri="{FF2B5EF4-FFF2-40B4-BE49-F238E27FC236}">
                <a16:creationId xmlns:a16="http://schemas.microsoft.com/office/drawing/2014/main" id="{BB32DC13-9F32-4272-A622-E63239A17384}"/>
              </a:ext>
            </a:extLst>
          </p:cNvPr>
          <p:cNvCxnSpPr/>
          <p:nvPr/>
        </p:nvCxnSpPr>
        <p:spPr>
          <a:xfrm xmlns:a="http://schemas.openxmlformats.org/drawingml/2006/main" flipH="0" flipV="0">
            <a:off x="809625"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2" name="">
            <a:extLst xmlns:a="http://schemas.openxmlformats.org/drawingml/2006/main">
              <a:ext uri="{FF2B5EF4-FFF2-40B4-BE49-F238E27FC236}">
                <a16:creationId xmlns:a16="http://schemas.microsoft.com/office/drawing/2014/main" id="{602FBC20-586E-498F-80FC-A483FB456355}"/>
              </a:ext>
            </a:extLst>
          </p:cNvPr>
          <p:cNvCxnSpPr/>
          <p:nvPr/>
        </p:nvCxnSpPr>
        <p:spPr>
          <a:xfrm xmlns:a="http://schemas.openxmlformats.org/drawingml/2006/main" flipH="1" flipV="0">
            <a:off x="647700"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1" name="">
            <a:extLst xmlns:a="http://schemas.openxmlformats.org/drawingml/2006/main">
              <a:ext uri="{FF2B5EF4-FFF2-40B4-BE49-F238E27FC236}">
                <a16:creationId xmlns:a16="http://schemas.microsoft.com/office/drawing/2014/main" id="{97707FB0-CB8C-4D60-AEE6-B2F1D30EC7AD}"/>
              </a:ext>
            </a:extLst>
          </p:cNvPr>
          <p:cNvCxnSpPr/>
          <p:nvPr/>
        </p:nvCxnSpPr>
        <p:spPr>
          <a:xfrm xmlns:a="http://schemas.openxmlformats.org/drawingml/2006/main" flipH="0" flipV="0">
            <a:off x="628650" y="2095500"/>
            <a:ext cx="361950" cy="0"/>
          </a:xfrm>
          <a:prstGeom xmlns:a="http://schemas.openxmlformats.org/drawingml/2006/main" prst="straightConnector1">
            <a:avLst/>
          </a:prstGeom>
          <a:ln xmlns:a="http://schemas.openxmlformats.org/drawingml/2006/main" w="12383">
            <a:solidFill>
              <a:srgbClr val="171717"/>
            </a:solidFill>
          </a:ln>
        </p:spPr>
      </p:cxnSp>
      <p:cxnSp>
        <p:nvCxnSpPr>
          <p:cNvPr id="10" name="">
            <a:extLst xmlns:a="http://schemas.openxmlformats.org/drawingml/2006/main">
              <a:ext uri="{FF2B5EF4-FFF2-40B4-BE49-F238E27FC236}">
                <a16:creationId xmlns:a16="http://schemas.microsoft.com/office/drawing/2014/main" id="{73E613A7-7533-48F1-A084-E3AC364D437B}"/>
              </a:ext>
            </a:extLst>
          </p:cNvPr>
          <p:cNvCxnSpPr/>
          <p:nvPr/>
        </p:nvCxnSpPr>
        <p:spPr>
          <a:xfrm xmlns:a="http://schemas.openxmlformats.org/drawingml/2006/main" flipH="0" flipV="0">
            <a:off x="809625" y="1990725"/>
            <a:ext cx="0" cy="285750"/>
          </a:xfrm>
          <a:prstGeom xmlns:a="http://schemas.openxmlformats.org/drawingml/2006/main" prst="straightConnector1">
            <a:avLst/>
          </a:prstGeom>
          <a:ln xmlns:a="http://schemas.openxmlformats.org/drawingml/2006/main" w="12383">
            <a:solidFill>
              <a:srgbClr val="171717"/>
            </a:solidFill>
          </a:ln>
        </p:spPr>
      </p:cxnSp>
      <p:pic>
        <p:nvPicPr>
          <p:cNvPr id="6" name="Picture 5">
            <a:extLst xmlns:a="http://schemas.openxmlformats.org/drawingml/2006/main">
              <a:ext uri="{FF2B5EF4-FFF2-40B4-BE49-F238E27FC236}">
                <a16:creationId xmlns:a16="http://schemas.microsoft.com/office/drawing/2014/main" id="{A4F42802-8595-42F7-A613-B85C2957022F}"/>
              </a:ext>
            </a:extLst>
          </p:cNvPr>
          <p:cNvPicPr>
            <a:picLocks xmlns:a="http://schemas.openxmlformats.org/drawingml/2006/main" noChangeAspect="1"/>
          </p:cNvPicPr>
          <p:nvPr/>
        </p:nvPicPr>
        <p:blipFill>
          <a:blip xmlns:r="http://schemas.openxmlformats.org/officeDocument/2006/relationships" xmlns:a="http://schemas.openxmlformats.org/drawingml/2006/main" r:embed="R328a1338b0fe4923"/>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0">
            <a:extLst xmlns:a="http://schemas.openxmlformats.org/drawingml/2006/main">
              <a:ext uri="{FF2B5EF4-FFF2-40B4-BE49-F238E27FC236}">
                <a16:creationId xmlns:a16="http://schemas.microsoft.com/office/drawing/2014/main" id="{E59B1D5B-39ED-4692-B1EB-9C871011E50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UML use-case diagram</a:t>
            </a:r>
          </a:p>
        </p:txBody>
      </p:sp>
      <p:sp>
        <p:nvSpPr>
          <p:cNvPr id="7" name="">
            <a:extLst xmlns:a="http://schemas.openxmlformats.org/drawingml/2006/main">
              <a:ext uri="{FF2B5EF4-FFF2-40B4-BE49-F238E27FC236}">
                <a16:creationId xmlns:a16="http://schemas.microsoft.com/office/drawing/2014/main" id="{30D122F1-1B9F-46C2-8800-76418E011CE7}"/>
              </a:ext>
            </a:extLst>
          </p:cNvPr>
          <p:cNvSpPr>
            <a:spLocks xmlns:a="http://schemas.openxmlformats.org/drawingml/2006/main" noGrp="1"/>
          </p:cNvSpPr>
          <p:nvPr/>
        </p:nvSpPr>
        <p:spPr>
          <a:xfrm xmlns:a="http://schemas.openxmlformats.org/drawingml/2006/main">
            <a:off x="1600200" y="1209675"/>
            <a:ext cx="6038850" cy="3200400"/>
          </a:xfrm>
          <a:prstGeom xmlns:a="http://schemas.openxmlformats.org/drawingml/2006/main" prst="rect">
            <a:avLst/>
          </a:prstGeom>
          <a:noFill xmlns:a="http://schemas.openxmlformats.org/drawingml/2006/main"/>
          <a:ln xmlns:a="http://schemas.openxmlformats.org/drawingml/2006/main" w="13335">
            <a:solidFill>
              <a:srgbClr val="202C61"/>
            </a:solidFill>
          </a:ln>
        </p:spPr>
      </p:sp>
      <p:sp>
        <p:nvSpPr>
          <p:cNvPr id="8" name="">
            <a:extLst xmlns:a="http://schemas.openxmlformats.org/drawingml/2006/main">
              <a:ext uri="{FF2B5EF4-FFF2-40B4-BE49-F238E27FC236}">
                <a16:creationId xmlns:a16="http://schemas.microsoft.com/office/drawing/2014/main" id="{B2EEC137-AF4D-4187-ADEA-EDAB48FE2FFC}"/>
              </a:ext>
            </a:extLst>
          </p:cNvPr>
          <p:cNvSpPr>
            <a:spLocks xmlns:a="http://schemas.openxmlformats.org/drawingml/2006/main" noGrp="1"/>
          </p:cNvSpPr>
          <p:nvPr/>
        </p:nvSpPr>
        <p:spPr>
          <a:xfrm xmlns:a="http://schemas.openxmlformats.org/drawingml/2006/main">
            <a:off x="3667125" y="1247775"/>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202C61"/>
                </a:solidFill>
                <a:latin typeface="Arial"/>
                <a:ea typeface="Arial"/>
                <a:cs typeface="Arial"/>
              </a:defRPr>
            </a:defPPr>
            <a:lvl1pPr algn="ctr">
              <a:buNone/>
              <a:defRPr sz="1425" b="1">
                <a:solidFill>
                  <a:srgbClr val="202C61"/>
                </a:solidFill>
                <a:latin typeface="Arial"/>
                <a:ea typeface="Arial"/>
                <a:cs typeface="Arial"/>
              </a:defRPr>
            </a:lvl1pPr>
            <a:lvl2pPr algn="ctr">
              <a:buNone/>
              <a:defRPr sz="1425" b="1">
                <a:solidFill>
                  <a:srgbClr val="202C61"/>
                </a:solidFill>
                <a:latin typeface="Arial"/>
                <a:ea typeface="Arial"/>
                <a:cs typeface="Arial"/>
              </a:defRPr>
            </a:lvl2pPr>
            <a:lvl3pPr algn="ctr">
              <a:buNone/>
              <a:defRPr sz="1425" b="1">
                <a:solidFill>
                  <a:srgbClr val="202C61"/>
                </a:solidFill>
                <a:latin typeface="Arial"/>
                <a:ea typeface="Arial"/>
                <a:cs typeface="Arial"/>
              </a:defRPr>
            </a:lvl3pPr>
            <a:lvl4pPr algn="ctr">
              <a:buNone/>
              <a:defRPr sz="1425" b="1">
                <a:solidFill>
                  <a:srgbClr val="202C61"/>
                </a:solidFill>
                <a:latin typeface="Arial"/>
                <a:ea typeface="Arial"/>
                <a:cs typeface="Arial"/>
              </a:defRPr>
            </a:lvl4pPr>
            <a:lvl5pPr algn="ctr">
              <a:buNone/>
              <a:defRPr sz="1425" b="1">
                <a:solidFill>
                  <a:srgbClr val="202C61"/>
                </a:solidFill>
                <a:latin typeface="Arial"/>
                <a:ea typeface="Arial"/>
                <a:cs typeface="Arial"/>
              </a:defRPr>
            </a:lvl5pPr>
            <a:lvl6pPr algn="ctr">
              <a:buNone/>
              <a:defRPr sz="1425" b="1">
                <a:solidFill>
                  <a:srgbClr val="202C61"/>
                </a:solidFill>
                <a:latin typeface="Arial"/>
                <a:ea typeface="Arial"/>
                <a:cs typeface="Arial"/>
              </a:defRPr>
            </a:lvl6pPr>
            <a:lvl7pPr algn="ctr">
              <a:buNone/>
              <a:defRPr sz="1425" b="1">
                <a:solidFill>
                  <a:srgbClr val="202C61"/>
                </a:solidFill>
                <a:latin typeface="Arial"/>
                <a:ea typeface="Arial"/>
                <a:cs typeface="Arial"/>
              </a:defRPr>
            </a:lvl7pPr>
            <a:lvl8pPr algn="ctr">
              <a:buNone/>
              <a:defRPr sz="1425" b="1">
                <a:solidFill>
                  <a:srgbClr val="202C61"/>
                </a:solidFill>
                <a:latin typeface="Arial"/>
                <a:ea typeface="Arial"/>
                <a:cs typeface="Arial"/>
              </a:defRPr>
            </a:lvl8pPr>
            <a:lvl9pPr algn="ctr">
              <a:buNone/>
              <a:defRPr sz="1425" b="1">
                <a:solidFill>
                  <a:srgbClr val="202C61"/>
                </a:solidFill>
                <a:latin typeface="Arial"/>
                <a:ea typeface="Arial"/>
                <a:cs typeface="Arial"/>
              </a:defRPr>
            </a:lvl9pPr>
          </a:lstStyle>
          <a:p xmlns:a="http://schemas.openxmlformats.org/drawingml/2006/main">
            <a:pPr algn="ctr">
              <a:buNone/>
              <a:defRPr sz="1425" b="1">
                <a:solidFill>
                  <a:srgbClr val="202C61"/>
                </a:solidFill>
                <a:latin typeface="Arial"/>
                <a:ea typeface="Arial"/>
                <a:cs typeface="Arial"/>
              </a:defRPr>
            </a:pPr>
            <a:r>
              <a:rPr sz="1425" b="1">
                <a:solidFill>
                  <a:srgbClr val="202C61"/>
                </a:solidFill>
                <a:latin typeface="Arial"/>
                <a:ea typeface="Arial"/>
                <a:cs typeface="Arial"/>
              </a:rPr>
              <a:t>Kodigo system</a:t>
            </a:r>
          </a:p>
        </p:txBody>
      </p:sp>
      <p:sp>
        <p:nvSpPr>
          <p:cNvPr id="9" name="">
            <a:extLst xmlns:a="http://schemas.openxmlformats.org/drawingml/2006/main">
              <a:ext uri="{FF2B5EF4-FFF2-40B4-BE49-F238E27FC236}">
                <a16:creationId xmlns:a16="http://schemas.microsoft.com/office/drawing/2014/main" id="{D65D04FF-1618-4E0E-B568-83BA15A50AC1}"/>
              </a:ext>
            </a:extLst>
          </p:cNvPr>
          <p:cNvSpPr>
            <a:spLocks xmlns:a="http://schemas.openxmlformats.org/drawingml/2006/main" noGrp="1"/>
          </p:cNvSpPr>
          <p:nvPr/>
        </p:nvSpPr>
        <p:spPr>
          <a:xfrm xmlns:a="http://schemas.openxmlformats.org/drawingml/2006/main">
            <a:off x="742950" y="185737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14" name="">
            <a:extLst xmlns:a="http://schemas.openxmlformats.org/drawingml/2006/main">
              <a:ext uri="{FF2B5EF4-FFF2-40B4-BE49-F238E27FC236}">
                <a16:creationId xmlns:a16="http://schemas.microsoft.com/office/drawing/2014/main" id="{1F08F109-9693-4C66-9FCB-0C589A84FA3B}"/>
              </a:ext>
            </a:extLst>
          </p:cNvPr>
          <p:cNvSpPr>
            <a:spLocks xmlns:a="http://schemas.openxmlformats.org/drawingml/2006/main" noGrp="1"/>
          </p:cNvSpPr>
          <p:nvPr/>
        </p:nvSpPr>
        <p:spPr>
          <a:xfrm xmlns:a="http://schemas.openxmlformats.org/drawingml/2006/main">
            <a:off x="190500" y="252412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Admin</a:t>
            </a:r>
          </a:p>
        </p:txBody>
      </p:sp>
      <p:sp>
        <p:nvSpPr>
          <p:cNvPr id="15" name="">
            <a:extLst xmlns:a="http://schemas.openxmlformats.org/drawingml/2006/main">
              <a:ext uri="{FF2B5EF4-FFF2-40B4-BE49-F238E27FC236}">
                <a16:creationId xmlns:a16="http://schemas.microsoft.com/office/drawing/2014/main" id="{045CDA2A-8109-4906-8652-B6507560A9A9}"/>
              </a:ext>
            </a:extLst>
          </p:cNvPr>
          <p:cNvSpPr>
            <a:spLocks xmlns:a="http://schemas.openxmlformats.org/drawingml/2006/main" noGrp="1"/>
          </p:cNvSpPr>
          <p:nvPr/>
        </p:nvSpPr>
        <p:spPr>
          <a:xfrm xmlns:a="http://schemas.openxmlformats.org/drawingml/2006/main">
            <a:off x="74295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0" name="">
            <a:extLst xmlns:a="http://schemas.openxmlformats.org/drawingml/2006/main">
              <a:ext uri="{FF2B5EF4-FFF2-40B4-BE49-F238E27FC236}">
                <a16:creationId xmlns:a16="http://schemas.microsoft.com/office/drawing/2014/main" id="{5A1DDF47-B471-4952-AC7E-98844206E7F0}"/>
              </a:ext>
            </a:extLst>
          </p:cNvPr>
          <p:cNvSpPr>
            <a:spLocks xmlns:a="http://schemas.openxmlformats.org/drawingml/2006/main" noGrp="1"/>
          </p:cNvSpPr>
          <p:nvPr/>
        </p:nvSpPr>
        <p:spPr>
          <a:xfrm xmlns:a="http://schemas.openxmlformats.org/drawingml/2006/main">
            <a:off x="19050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Super Admin</a:t>
            </a:r>
          </a:p>
        </p:txBody>
      </p:sp>
      <p:sp>
        <p:nvSpPr>
          <p:cNvPr id="21" name="">
            <a:extLst xmlns:a="http://schemas.openxmlformats.org/drawingml/2006/main">
              <a:ext uri="{FF2B5EF4-FFF2-40B4-BE49-F238E27FC236}">
                <a16:creationId xmlns:a16="http://schemas.microsoft.com/office/drawing/2014/main" id="{F5BD5779-CF34-469B-9E8C-95BEC12C8387}"/>
              </a:ext>
            </a:extLst>
          </p:cNvPr>
          <p:cNvSpPr>
            <a:spLocks xmlns:a="http://schemas.openxmlformats.org/drawingml/2006/main" noGrp="1"/>
          </p:cNvSpPr>
          <p:nvPr/>
        </p:nvSpPr>
        <p:spPr>
          <a:xfrm xmlns:a="http://schemas.openxmlformats.org/drawingml/2006/main">
            <a:off x="8267700" y="1866900"/>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6" name="">
            <a:extLst xmlns:a="http://schemas.openxmlformats.org/drawingml/2006/main">
              <a:ext uri="{FF2B5EF4-FFF2-40B4-BE49-F238E27FC236}">
                <a16:creationId xmlns:a16="http://schemas.microsoft.com/office/drawing/2014/main" id="{65CE764A-1E5E-49DC-8B73-A95743FDBBD7}"/>
              </a:ext>
            </a:extLst>
          </p:cNvPr>
          <p:cNvSpPr>
            <a:spLocks xmlns:a="http://schemas.openxmlformats.org/drawingml/2006/main" noGrp="1"/>
          </p:cNvSpPr>
          <p:nvPr/>
        </p:nvSpPr>
        <p:spPr>
          <a:xfrm xmlns:a="http://schemas.openxmlformats.org/drawingml/2006/main">
            <a:off x="7715250" y="2533650"/>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Cashier</a:t>
            </a:r>
          </a:p>
        </p:txBody>
      </p:sp>
      <p:sp>
        <p:nvSpPr>
          <p:cNvPr id="27" name="">
            <a:extLst xmlns:a="http://schemas.openxmlformats.org/drawingml/2006/main">
              <a:ext uri="{FF2B5EF4-FFF2-40B4-BE49-F238E27FC236}">
                <a16:creationId xmlns:a16="http://schemas.microsoft.com/office/drawing/2014/main" id="{FD64F878-0855-4548-88DF-6B92C7DD9381}"/>
              </a:ext>
            </a:extLst>
          </p:cNvPr>
          <p:cNvSpPr>
            <a:spLocks xmlns:a="http://schemas.openxmlformats.org/drawingml/2006/main" noGrp="1"/>
          </p:cNvSpPr>
          <p:nvPr/>
        </p:nvSpPr>
        <p:spPr>
          <a:xfrm xmlns:a="http://schemas.openxmlformats.org/drawingml/2006/main">
            <a:off x="826770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2" name="">
            <a:extLst xmlns:a="http://schemas.openxmlformats.org/drawingml/2006/main">
              <a:ext uri="{FF2B5EF4-FFF2-40B4-BE49-F238E27FC236}">
                <a16:creationId xmlns:a16="http://schemas.microsoft.com/office/drawing/2014/main" id="{70D1306C-F8DC-417C-960F-32951BEA30CB}"/>
              </a:ext>
            </a:extLst>
          </p:cNvPr>
          <p:cNvSpPr>
            <a:spLocks xmlns:a="http://schemas.openxmlformats.org/drawingml/2006/main" noGrp="1"/>
          </p:cNvSpPr>
          <p:nvPr/>
        </p:nvSpPr>
        <p:spPr>
          <a:xfrm xmlns:a="http://schemas.openxmlformats.org/drawingml/2006/main">
            <a:off x="771525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Inventory</a:t>
            </a:r>
          </a:p>
        </p:txBody>
      </p:sp>
      <p:sp>
        <p:nvSpPr>
          <p:cNvPr id="33" name="">
            <a:extLst xmlns:a="http://schemas.openxmlformats.org/drawingml/2006/main">
              <a:ext uri="{FF2B5EF4-FFF2-40B4-BE49-F238E27FC236}">
                <a16:creationId xmlns:a16="http://schemas.microsoft.com/office/drawing/2014/main" id="{C988B761-E25B-4D24-A2BF-9A4C0C663A71}"/>
              </a:ext>
            </a:extLst>
          </p:cNvPr>
          <p:cNvSpPr>
            <a:spLocks xmlns:a="http://schemas.openxmlformats.org/drawingml/2006/main" noGrp="1"/>
          </p:cNvSpPr>
          <p:nvPr/>
        </p:nvSpPr>
        <p:spPr>
          <a:xfrm xmlns:a="http://schemas.openxmlformats.org/drawingml/2006/main">
            <a:off x="2085975"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4" name="">
            <a:extLst xmlns:a="http://schemas.openxmlformats.org/drawingml/2006/main">
              <a:ext uri="{FF2B5EF4-FFF2-40B4-BE49-F238E27FC236}">
                <a16:creationId xmlns:a16="http://schemas.microsoft.com/office/drawing/2014/main" id="{11448CC9-B657-4235-A9CC-8DE60ED127C4}"/>
              </a:ext>
            </a:extLst>
          </p:cNvPr>
          <p:cNvSpPr>
            <a:spLocks xmlns:a="http://schemas.openxmlformats.org/drawingml/2006/main" noGrp="1"/>
          </p:cNvSpPr>
          <p:nvPr/>
        </p:nvSpPr>
        <p:spPr>
          <a:xfrm xmlns:a="http://schemas.openxmlformats.org/drawingml/2006/main">
            <a:off x="2162175"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assigned</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stores and users</a:t>
            </a:r>
          </a:p>
        </p:txBody>
      </p:sp>
      <p:sp>
        <p:nvSpPr>
          <p:cNvPr id="35" name="">
            <a:extLst xmlns:a="http://schemas.openxmlformats.org/drawingml/2006/main">
              <a:ext uri="{FF2B5EF4-FFF2-40B4-BE49-F238E27FC236}">
                <a16:creationId xmlns:a16="http://schemas.microsoft.com/office/drawing/2014/main" id="{FB8328F6-E98B-41C5-8223-0D428A34610F}"/>
              </a:ext>
            </a:extLst>
          </p:cNvPr>
          <p:cNvSpPr>
            <a:spLocks xmlns:a="http://schemas.openxmlformats.org/drawingml/2006/main" noGrp="1"/>
          </p:cNvSpPr>
          <p:nvPr/>
        </p:nvSpPr>
        <p:spPr>
          <a:xfrm xmlns:a="http://schemas.openxmlformats.org/drawingml/2006/main">
            <a:off x="2085975"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6" name="">
            <a:extLst xmlns:a="http://schemas.openxmlformats.org/drawingml/2006/main">
              <a:ext uri="{FF2B5EF4-FFF2-40B4-BE49-F238E27FC236}">
                <a16:creationId xmlns:a16="http://schemas.microsoft.com/office/drawing/2014/main" id="{71AAB195-E9C7-4613-ACBF-4FD1271855AE}"/>
              </a:ext>
            </a:extLst>
          </p:cNvPr>
          <p:cNvSpPr>
            <a:spLocks xmlns:a="http://schemas.openxmlformats.org/drawingml/2006/main" noGrp="1"/>
          </p:cNvSpPr>
          <p:nvPr/>
        </p:nvSpPr>
        <p:spPr>
          <a:xfrm xmlns:a="http://schemas.openxmlformats.org/drawingml/2006/main">
            <a:off x="2162175"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suppliers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purchasing</a:t>
            </a:r>
          </a:p>
        </p:txBody>
      </p:sp>
      <p:sp>
        <p:nvSpPr>
          <p:cNvPr id="37" name="">
            <a:extLst xmlns:a="http://schemas.openxmlformats.org/drawingml/2006/main">
              <a:ext uri="{FF2B5EF4-FFF2-40B4-BE49-F238E27FC236}">
                <a16:creationId xmlns:a16="http://schemas.microsoft.com/office/drawing/2014/main" id="{F29D5FC5-4648-4173-88FF-23C09812A29B}"/>
              </a:ext>
            </a:extLst>
          </p:cNvPr>
          <p:cNvSpPr>
            <a:spLocks xmlns:a="http://schemas.openxmlformats.org/drawingml/2006/main" noGrp="1"/>
          </p:cNvSpPr>
          <p:nvPr/>
        </p:nvSpPr>
        <p:spPr>
          <a:xfrm xmlns:a="http://schemas.openxmlformats.org/drawingml/2006/main">
            <a:off x="2085975" y="28956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8" name="">
            <a:extLst xmlns:a="http://schemas.openxmlformats.org/drawingml/2006/main">
              <a:ext uri="{FF2B5EF4-FFF2-40B4-BE49-F238E27FC236}">
                <a16:creationId xmlns:a16="http://schemas.microsoft.com/office/drawing/2014/main" id="{7891B4C7-C939-46E8-A709-D558B6FFD6C7}"/>
              </a:ext>
            </a:extLst>
          </p:cNvPr>
          <p:cNvSpPr>
            <a:spLocks xmlns:a="http://schemas.openxmlformats.org/drawingml/2006/main" noGrp="1"/>
          </p:cNvSpPr>
          <p:nvPr/>
        </p:nvSpPr>
        <p:spPr>
          <a:xfrm xmlns:a="http://schemas.openxmlformats.org/drawingml/2006/main">
            <a:off x="2162175" y="29241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business reports</a:t>
            </a:r>
          </a:p>
        </p:txBody>
      </p:sp>
      <p:sp>
        <p:nvSpPr>
          <p:cNvPr id="39" name="">
            <a:extLst xmlns:a="http://schemas.openxmlformats.org/drawingml/2006/main">
              <a:ext uri="{FF2B5EF4-FFF2-40B4-BE49-F238E27FC236}">
                <a16:creationId xmlns:a16="http://schemas.microsoft.com/office/drawing/2014/main" id="{D1A527FE-0EA2-4794-A119-5F576CE17B66}"/>
              </a:ext>
            </a:extLst>
          </p:cNvPr>
          <p:cNvSpPr>
            <a:spLocks xmlns:a="http://schemas.openxmlformats.org/drawingml/2006/main" noGrp="1"/>
          </p:cNvSpPr>
          <p:nvPr/>
        </p:nvSpPr>
        <p:spPr>
          <a:xfrm xmlns:a="http://schemas.openxmlformats.org/drawingml/2006/main">
            <a:off x="2085975" y="38385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0" name="">
            <a:extLst xmlns:a="http://schemas.openxmlformats.org/drawingml/2006/main">
              <a:ext uri="{FF2B5EF4-FFF2-40B4-BE49-F238E27FC236}">
                <a16:creationId xmlns:a16="http://schemas.microsoft.com/office/drawing/2014/main" id="{3589ED3F-D9D5-4915-B6BB-259DEAE25429}"/>
              </a:ext>
            </a:extLst>
          </p:cNvPr>
          <p:cNvSpPr>
            <a:spLocks xmlns:a="http://schemas.openxmlformats.org/drawingml/2006/main" noGrp="1"/>
          </p:cNvSpPr>
          <p:nvPr/>
        </p:nvSpPr>
        <p:spPr>
          <a:xfrm xmlns:a="http://schemas.openxmlformats.org/drawingml/2006/main">
            <a:off x="2162175" y="38671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Admin</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invite codes</a:t>
            </a:r>
          </a:p>
        </p:txBody>
      </p:sp>
      <p:sp>
        <p:nvSpPr>
          <p:cNvPr id="41" name="">
            <a:extLst xmlns:a="http://schemas.openxmlformats.org/drawingml/2006/main">
              <a:ext uri="{FF2B5EF4-FFF2-40B4-BE49-F238E27FC236}">
                <a16:creationId xmlns:a16="http://schemas.microsoft.com/office/drawing/2014/main" id="{033D4411-F0B3-4DC5-85A2-720949FEC986}"/>
              </a:ext>
            </a:extLst>
          </p:cNvPr>
          <p:cNvSpPr>
            <a:spLocks xmlns:a="http://schemas.openxmlformats.org/drawingml/2006/main" noGrp="1"/>
          </p:cNvSpPr>
          <p:nvPr/>
        </p:nvSpPr>
        <p:spPr>
          <a:xfrm xmlns:a="http://schemas.openxmlformats.org/drawingml/2006/main">
            <a:off x="5257800"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2" name="">
            <a:extLst xmlns:a="http://schemas.openxmlformats.org/drawingml/2006/main">
              <a:ext uri="{FF2B5EF4-FFF2-40B4-BE49-F238E27FC236}">
                <a16:creationId xmlns:a16="http://schemas.microsoft.com/office/drawing/2014/main" id="{579EC15D-FF55-4531-9800-D762C3B0FC75}"/>
              </a:ext>
            </a:extLst>
          </p:cNvPr>
          <p:cNvSpPr>
            <a:spLocks xmlns:a="http://schemas.openxmlformats.org/drawingml/2006/main" noGrp="1"/>
          </p:cNvSpPr>
          <p:nvPr/>
        </p:nvSpPr>
        <p:spPr>
          <a:xfrm xmlns:a="http://schemas.openxmlformats.org/drawingml/2006/main">
            <a:off x="5334000"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Process POS sales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payments</a:t>
            </a:r>
          </a:p>
        </p:txBody>
      </p:sp>
      <p:sp>
        <p:nvSpPr>
          <p:cNvPr id="43" name="">
            <a:extLst xmlns:a="http://schemas.openxmlformats.org/drawingml/2006/main">
              <a:ext uri="{FF2B5EF4-FFF2-40B4-BE49-F238E27FC236}">
                <a16:creationId xmlns:a16="http://schemas.microsoft.com/office/drawing/2014/main" id="{82BB6DBD-9D8D-4FE8-8CBD-18A29C38AC98}"/>
              </a:ext>
            </a:extLst>
          </p:cNvPr>
          <p:cNvSpPr>
            <a:spLocks xmlns:a="http://schemas.openxmlformats.org/drawingml/2006/main" noGrp="1"/>
          </p:cNvSpPr>
          <p:nvPr/>
        </p:nvSpPr>
        <p:spPr>
          <a:xfrm xmlns:a="http://schemas.openxmlformats.org/drawingml/2006/main">
            <a:off x="5257800"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4" name="">
            <a:extLst xmlns:a="http://schemas.openxmlformats.org/drawingml/2006/main">
              <a:ext uri="{FF2B5EF4-FFF2-40B4-BE49-F238E27FC236}">
                <a16:creationId xmlns:a16="http://schemas.microsoft.com/office/drawing/2014/main" id="{396492F6-5A2D-4573-B106-D47ED29F7F10}"/>
              </a:ext>
            </a:extLst>
          </p:cNvPr>
          <p:cNvSpPr>
            <a:spLocks xmlns:a="http://schemas.openxmlformats.org/drawingml/2006/main" noGrp="1"/>
          </p:cNvSpPr>
          <p:nvPr/>
        </p:nvSpPr>
        <p:spPr>
          <a:xfrm xmlns:a="http://schemas.openxmlformats.org/drawingml/2006/main">
            <a:off x="5334000"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 reprint</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receipts</a:t>
            </a:r>
          </a:p>
        </p:txBody>
      </p:sp>
      <p:sp>
        <p:nvSpPr>
          <p:cNvPr id="45" name="">
            <a:extLst xmlns:a="http://schemas.openxmlformats.org/drawingml/2006/main">
              <a:ext uri="{FF2B5EF4-FFF2-40B4-BE49-F238E27FC236}">
                <a16:creationId xmlns:a16="http://schemas.microsoft.com/office/drawing/2014/main" id="{0E95240E-F39B-4745-9CCE-001D08963AEE}"/>
              </a:ext>
            </a:extLst>
          </p:cNvPr>
          <p:cNvSpPr>
            <a:spLocks xmlns:a="http://schemas.openxmlformats.org/drawingml/2006/main" noGrp="1"/>
          </p:cNvSpPr>
          <p:nvPr/>
        </p:nvSpPr>
        <p:spPr>
          <a:xfrm xmlns:a="http://schemas.openxmlformats.org/drawingml/2006/main">
            <a:off x="5257800" y="31623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6" name="">
            <a:extLst xmlns:a="http://schemas.openxmlformats.org/drawingml/2006/main">
              <a:ext uri="{FF2B5EF4-FFF2-40B4-BE49-F238E27FC236}">
                <a16:creationId xmlns:a16="http://schemas.microsoft.com/office/drawing/2014/main" id="{2E3119CE-8236-44E6-B1C9-2A77A066FFDD}"/>
              </a:ext>
            </a:extLst>
          </p:cNvPr>
          <p:cNvSpPr>
            <a:spLocks xmlns:a="http://schemas.openxmlformats.org/drawingml/2006/main" noGrp="1"/>
          </p:cNvSpPr>
          <p:nvPr/>
        </p:nvSpPr>
        <p:spPr>
          <a:xfrm xmlns:a="http://schemas.openxmlformats.org/drawingml/2006/main">
            <a:off x="5334000" y="31908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Maintain products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stock</a:t>
            </a:r>
          </a:p>
        </p:txBody>
      </p:sp>
      <p:sp>
        <p:nvSpPr>
          <p:cNvPr id="47" name="">
            <a:extLst xmlns:a="http://schemas.openxmlformats.org/drawingml/2006/main">
              <a:ext uri="{FF2B5EF4-FFF2-40B4-BE49-F238E27FC236}">
                <a16:creationId xmlns:a16="http://schemas.microsoft.com/office/drawing/2014/main" id="{167DF1B6-FF2B-418E-837C-81F6AE0B6304}"/>
              </a:ext>
            </a:extLst>
          </p:cNvPr>
          <p:cNvSpPr>
            <a:spLocks xmlns:a="http://schemas.openxmlformats.org/drawingml/2006/main" noGrp="1"/>
          </p:cNvSpPr>
          <p:nvPr/>
        </p:nvSpPr>
        <p:spPr>
          <a:xfrm xmlns:a="http://schemas.openxmlformats.org/drawingml/2006/main">
            <a:off x="5257800" y="385762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8" name="">
            <a:extLst xmlns:a="http://schemas.openxmlformats.org/drawingml/2006/main">
              <a:ext uri="{FF2B5EF4-FFF2-40B4-BE49-F238E27FC236}">
                <a16:creationId xmlns:a16="http://schemas.microsoft.com/office/drawing/2014/main" id="{A45AE259-05DE-4838-BF54-7F8B77F99F8C}"/>
              </a:ext>
            </a:extLst>
          </p:cNvPr>
          <p:cNvSpPr>
            <a:spLocks xmlns:a="http://schemas.openxmlformats.org/drawingml/2006/main" noGrp="1"/>
          </p:cNvSpPr>
          <p:nvPr/>
        </p:nvSpPr>
        <p:spPr>
          <a:xfrm xmlns:a="http://schemas.openxmlformats.org/drawingml/2006/main">
            <a:off x="5334000" y="388620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View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reports</a:t>
            </a:r>
          </a:p>
        </p:txBody>
      </p:sp>
      <p:sp>
        <p:nvSpPr>
          <p:cNvPr id="57" name="">
            <a:extLst xmlns:a="http://schemas.openxmlformats.org/drawingml/2006/main">
              <a:ext uri="{FF2B5EF4-FFF2-40B4-BE49-F238E27FC236}">
                <a16:creationId xmlns:a16="http://schemas.microsoft.com/office/drawing/2014/main" id="{B7349681-2639-440A-A9CF-4DD66FBF0CA1}"/>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All roles authenticate. Configured MFA and role/store checks apply.</a:t>
            </a:r>
          </a:p>
        </p:txBody>
      </p:sp>
    </p:spTree>
    <p:extLst>
      <p:ext uri="{BB962C8B-B14F-4D97-AF65-F5344CB8AC3E}">
        <p14:creationId xmlns:p14="http://schemas.microsoft.com/office/powerpoint/2010/main" val="198247536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1" name="Picture 20">
            <a:extLst xmlns:a="http://schemas.openxmlformats.org/drawingml/2006/main">
              <a:ext uri="{FF2B5EF4-FFF2-40B4-BE49-F238E27FC236}">
                <a16:creationId xmlns:a16="http://schemas.microsoft.com/office/drawing/2014/main" id="{974FCDAA-F2C0-4309-9BE8-B8168BC752B4}"/>
              </a:ext>
            </a:extLst>
          </p:cNvPr>
          <p:cNvPicPr>
            <a:picLocks xmlns:a="http://schemas.openxmlformats.org/drawingml/2006/main" noChangeAspect="1"/>
          </p:cNvPicPr>
          <p:nvPr/>
        </p:nvPicPr>
        <p:blipFill>
          <a:blip xmlns:r="http://schemas.openxmlformats.org/officeDocument/2006/relationships" xmlns:a="http://schemas.openxmlformats.org/drawingml/2006/main" r:embed="Rcb623e2a8768403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2">
            <a:extLst xmlns:a="http://schemas.openxmlformats.org/drawingml/2006/main">
              <a:ext uri="{FF2B5EF4-FFF2-40B4-BE49-F238E27FC236}">
                <a16:creationId xmlns:a16="http://schemas.microsoft.com/office/drawing/2014/main" id="{18D92FD7-46E9-4588-9D7F-F8DC895EE60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sp>
        <p:nvSpPr>
          <p:cNvPr id="4" name="Rectangle 3">
            <a:extLst xmlns:a="http://schemas.openxmlformats.org/drawingml/2006/main">
              <a:ext uri="{FF2B5EF4-FFF2-40B4-BE49-F238E27FC236}">
                <a16:creationId xmlns:a16="http://schemas.microsoft.com/office/drawing/2014/main" id="{87ACF121-7C51-4CE0-AEC1-E063836DF1AF}"/>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5" name="Rectangle 4">
            <a:extLst xmlns:a="http://schemas.openxmlformats.org/drawingml/2006/main">
              <a:ext uri="{FF2B5EF4-FFF2-40B4-BE49-F238E27FC236}">
                <a16:creationId xmlns:a16="http://schemas.microsoft.com/office/drawing/2014/main" id="{D64A8BF0-45ED-4DD2-8D79-2691034E0722}"/>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7" name="Rectangle 6">
            <a:extLst xmlns:a="http://schemas.openxmlformats.org/drawingml/2006/main">
              <a:ext uri="{FF2B5EF4-FFF2-40B4-BE49-F238E27FC236}">
                <a16:creationId xmlns:a16="http://schemas.microsoft.com/office/drawing/2014/main" id="{EB2C6E3D-7BBB-4FD5-A2C3-F294C243680C}"/>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8" name="Rectangle 7">
            <a:extLst xmlns:a="http://schemas.openxmlformats.org/drawingml/2006/main">
              <a:ext uri="{FF2B5EF4-FFF2-40B4-BE49-F238E27FC236}">
                <a16:creationId xmlns:a16="http://schemas.microsoft.com/office/drawing/2014/main" id="{60072FC9-BDE3-445F-B933-C332BB544E96}"/>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9" name="Rectangle 8">
            <a:extLst xmlns:a="http://schemas.openxmlformats.org/drawingml/2006/main">
              <a:ext uri="{FF2B5EF4-FFF2-40B4-BE49-F238E27FC236}">
                <a16:creationId xmlns:a16="http://schemas.microsoft.com/office/drawing/2014/main" id="{C56626A6-B534-4905-B783-BA8F7D5C0962}"/>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0" name="Rectangle 9">
            <a:extLst xmlns:a="http://schemas.openxmlformats.org/drawingml/2006/main">
              <a:ext uri="{FF2B5EF4-FFF2-40B4-BE49-F238E27FC236}">
                <a16:creationId xmlns:a16="http://schemas.microsoft.com/office/drawing/2014/main" id="{8EB43E2F-F300-4825-921D-4D972032B08F}"/>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1" name="Rectangle 10">
            <a:extLst xmlns:a="http://schemas.openxmlformats.org/drawingml/2006/main">
              <a:ext uri="{FF2B5EF4-FFF2-40B4-BE49-F238E27FC236}">
                <a16:creationId xmlns:a16="http://schemas.microsoft.com/office/drawing/2014/main" id="{7D809919-B7C4-4703-8C2A-CE52134903AB}"/>
              </a:ext>
            </a:extLst>
          </p:cNvPr>
          <p:cNvSpPr>
            <a:spLocks xmlns:a="http://schemas.openxmlformats.org/drawingml/2006/main" noGrp="1"/>
          </p:cNvSpPr>
          <p:nvPr/>
        </p:nvSpPr>
        <p:spPr>
          <a:xfrm xmlns:a="http://schemas.openxmlformats.org/drawingml/2006/main">
            <a:off x="7000875" y="2095500"/>
            <a:ext cx="15906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buNone/>
              <a:defRPr sz="1425">
                <a:solidFill>
                  <a:srgbClr val="171717"/>
                </a:solidFill>
                <a:latin typeface="Arial"/>
                <a:ea typeface="Arial"/>
                <a:cs typeface="Arial"/>
              </a:defRPr>
            </a:lvl1pPr>
            <a:lvl2pPr algn="ctr">
              <a:buNone/>
              <a:defRPr sz="1425">
                <a:solidFill>
                  <a:srgbClr val="171717"/>
                </a:solidFill>
                <a:latin typeface="Arial"/>
                <a:ea typeface="Arial"/>
                <a:cs typeface="Arial"/>
              </a:defRPr>
            </a:lvl2pPr>
            <a:lvl3pPr algn="ctr">
              <a:buNone/>
              <a:defRPr sz="1425">
                <a:solidFill>
                  <a:srgbClr val="171717"/>
                </a:solidFill>
                <a:latin typeface="Arial"/>
                <a:ea typeface="Arial"/>
                <a:cs typeface="Arial"/>
              </a:defRPr>
            </a:lvl3pPr>
            <a:lvl4pPr algn="ctr">
              <a:buNone/>
              <a:defRPr sz="1425">
                <a:solidFill>
                  <a:srgbClr val="171717"/>
                </a:solidFill>
                <a:latin typeface="Arial"/>
                <a:ea typeface="Arial"/>
                <a:cs typeface="Arial"/>
              </a:defRPr>
            </a:lvl4pPr>
            <a:lvl5pPr algn="ctr">
              <a:buNone/>
              <a:defRPr sz="1425">
                <a:solidFill>
                  <a:srgbClr val="171717"/>
                </a:solidFill>
                <a:latin typeface="Arial"/>
                <a:ea typeface="Arial"/>
                <a:cs typeface="Arial"/>
              </a:defRPr>
            </a:lvl5pPr>
            <a:lvl6pPr algn="ctr">
              <a:buNone/>
              <a:defRPr sz="1425">
                <a:solidFill>
                  <a:srgbClr val="171717"/>
                </a:solidFill>
                <a:latin typeface="Arial"/>
                <a:ea typeface="Arial"/>
                <a:cs typeface="Arial"/>
              </a:defRPr>
            </a:lvl6pPr>
            <a:lvl7pPr algn="ctr">
              <a:buNone/>
              <a:defRPr sz="1425">
                <a:solidFill>
                  <a:srgbClr val="171717"/>
                </a:solidFill>
                <a:latin typeface="Arial"/>
                <a:ea typeface="Arial"/>
                <a:cs typeface="Arial"/>
              </a:defRPr>
            </a:lvl7pPr>
            <a:lvl8pPr algn="ctr">
              <a:buNone/>
              <a:defRPr sz="1425">
                <a:solidFill>
                  <a:srgbClr val="171717"/>
                </a:solidFill>
                <a:latin typeface="Arial"/>
                <a:ea typeface="Arial"/>
                <a:cs typeface="Arial"/>
              </a:defRPr>
            </a:lvl8pPr>
            <a:lvl9pPr algn="ctr">
              <a:buNone/>
              <a:defRPr sz="1425">
                <a:solidFill>
                  <a:srgbClr val="171717"/>
                </a:solidFill>
                <a:latin typeface="Arial"/>
                <a:ea typeface="Arial"/>
                <a:cs typeface="Arial"/>
              </a:defRPr>
            </a:lvl9pPr>
          </a:lstStyle>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endParaRPr sz="1425">
              <a:solidFill>
                <a:srgbClr val="171717"/>
              </a:solidFill>
              <a:latin typeface="Arial"/>
              <a:ea typeface="Arial"/>
              <a:cs typeface="Arial"/>
            </a:endParaRP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sp>
        <p:nvSpPr>
          <p:cNvPr id="20" name="current-content-102">
            <a:extLst xmlns:a="http://schemas.openxmlformats.org/drawingml/2006/main">
              <a:ext uri="{FF2B5EF4-FFF2-40B4-BE49-F238E27FC236}">
                <a16:creationId xmlns:a16="http://schemas.microsoft.com/office/drawing/2014/main" id="{CA416DC8-16C6-4850-8490-33E394D9D0F5}"/>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cxnSp>
        <p:nvCxnSpPr>
          <p:cNvPr id="6" name="Straight Arrow Connector 5">
            <a:extLst xmlns:a="http://schemas.openxmlformats.org/drawingml/2006/main">
              <a:ext uri="{FF2B5EF4-FFF2-40B4-BE49-F238E27FC236}">
                <a16:creationId xmlns:a16="http://schemas.microsoft.com/office/drawing/2014/main" id="{1C1BCFF4-8A1B-43FC-8D92-97047DCBEE6A}"/>
              </a:ext>
            </a:extLst>
          </p:cNvPr>
          <p:cNvCxnSpPr>
            <a:stCxn xmlns:a="http://schemas.openxmlformats.org/drawingml/2006/main" id="4" idx="2"/>
            <a:endCxn xmlns:a="http://schemas.openxmlformats.org/drawingml/2006/main" id="5"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DF7889B3-3F63-46D5-87B9-4F579757B69B}"/>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3" name="Straight Arrow Connector 12">
            <a:extLst xmlns:a="http://schemas.openxmlformats.org/drawingml/2006/main">
              <a:ext uri="{FF2B5EF4-FFF2-40B4-BE49-F238E27FC236}">
                <a16:creationId xmlns:a16="http://schemas.microsoft.com/office/drawing/2014/main" id="{6EDF0DB6-D6EE-49A9-9ACD-A6E873BF48B3}"/>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0E30CA38-0E2E-4F7C-96EC-8C0DD7598511}"/>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Straight Arrow Connector 14">
            <a:extLst xmlns:a="http://schemas.openxmlformats.org/drawingml/2006/main">
              <a:ext uri="{FF2B5EF4-FFF2-40B4-BE49-F238E27FC236}">
                <a16:creationId xmlns:a16="http://schemas.microsoft.com/office/drawing/2014/main" id="{5167FFFF-93C2-4A79-9F13-3EA17346111E}"/>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Straight Arrow Connector 15">
            <a:extLst xmlns:a="http://schemas.openxmlformats.org/drawingml/2006/main">
              <a:ext uri="{FF2B5EF4-FFF2-40B4-BE49-F238E27FC236}">
                <a16:creationId xmlns:a16="http://schemas.microsoft.com/office/drawing/2014/main" id="{E6DE8040-75C2-4E9D-B19D-2F3ACEB9BC75}"/>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Straight Arrow Connector 16">
            <a:extLst xmlns:a="http://schemas.openxmlformats.org/drawingml/2006/main">
              <a:ext uri="{FF2B5EF4-FFF2-40B4-BE49-F238E27FC236}">
                <a16:creationId xmlns:a16="http://schemas.microsoft.com/office/drawing/2014/main" id="{937B3255-F790-4821-9853-CC3B074264A8}"/>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Straight Arrow Connector 17">
            <a:extLst xmlns:a="http://schemas.openxmlformats.org/drawingml/2006/main">
              <a:ext uri="{FF2B5EF4-FFF2-40B4-BE49-F238E27FC236}">
                <a16:creationId xmlns:a16="http://schemas.microsoft.com/office/drawing/2014/main" id="{0EF6336A-6D03-48A6-A34B-E24F4D0D212E}"/>
              </a:ext>
            </a:extLst>
          </p:cNvPr>
          <p:cNvCxnSpPr/>
          <p:nvPr/>
        </p:nvCxnSpPr>
        <p:spPr>
          <a:xfrm xmlns:a="http://schemas.openxmlformats.org/drawingml/2006/main">
            <a:off x="6505575" y="244792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9" name="Straight Arrow Connector 18">
            <a:extLst xmlns:a="http://schemas.openxmlformats.org/drawingml/2006/main">
              <a:ext uri="{FF2B5EF4-FFF2-40B4-BE49-F238E27FC236}">
                <a16:creationId xmlns:a16="http://schemas.microsoft.com/office/drawing/2014/main" id="{EE928133-ADEE-44A9-8030-8829FC09DF7D}"/>
              </a:ext>
            </a:extLst>
          </p:cNvPr>
          <p:cNvCxnSpPr/>
          <p:nvPr/>
        </p:nvCxnSpPr>
        <p:spPr>
          <a:xfrm xmlns:a="http://schemas.openxmlformats.org/drawingml/2006/main">
            <a:off x="6505575" y="330517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Tree>
    <p:extLst>
      <p:ext uri="{BB962C8B-B14F-4D97-AF65-F5344CB8AC3E}">
        <p14:creationId xmlns:p14="http://schemas.microsoft.com/office/powerpoint/2010/main" val="44575232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4" name="Picture 23">
            <a:extLst xmlns:a="http://schemas.openxmlformats.org/drawingml/2006/main">
              <a:ext uri="{FF2B5EF4-FFF2-40B4-BE49-F238E27FC236}">
                <a16:creationId xmlns:a16="http://schemas.microsoft.com/office/drawing/2014/main" id="{CFECE1CC-3845-48ED-A7EA-4F45802C479B}"/>
              </a:ext>
            </a:extLst>
          </p:cNvPr>
          <p:cNvPicPr>
            <a:picLocks xmlns:a="http://schemas.openxmlformats.org/drawingml/2006/main" noChangeAspect="1"/>
          </p:cNvPicPr>
          <p:nvPr/>
        </p:nvPicPr>
        <p:blipFill>
          <a:blip xmlns:r="http://schemas.openxmlformats.org/officeDocument/2006/relationships" xmlns:a="http://schemas.openxmlformats.org/drawingml/2006/main" r:embed="Rb620118f4b5c4da8"/>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4">
            <a:extLst xmlns:a="http://schemas.openxmlformats.org/drawingml/2006/main">
              <a:ext uri="{FF2B5EF4-FFF2-40B4-BE49-F238E27FC236}">
                <a16:creationId xmlns:a16="http://schemas.microsoft.com/office/drawing/2014/main" id="{1D8FE253-7413-4F51-9C24-549B80145B5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sp>
        <p:nvSpPr>
          <p:cNvPr id="4" name="Rectangle 3">
            <a:extLst xmlns:a="http://schemas.openxmlformats.org/drawingml/2006/main">
              <a:ext uri="{FF2B5EF4-FFF2-40B4-BE49-F238E27FC236}">
                <a16:creationId xmlns:a16="http://schemas.microsoft.com/office/drawing/2014/main" id="{F72742E5-A2A7-40B7-A177-9E9C5A1A97BA}"/>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5" name="Rectangle 4">
            <a:extLst xmlns:a="http://schemas.openxmlformats.org/drawingml/2006/main">
              <a:ext uri="{FF2B5EF4-FFF2-40B4-BE49-F238E27FC236}">
                <a16:creationId xmlns:a16="http://schemas.microsoft.com/office/drawing/2014/main" id="{8BB27A59-1D7F-496F-88D2-12A184E6E23B}"/>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6" name="Rectangle 5">
            <a:extLst xmlns:a="http://schemas.openxmlformats.org/drawingml/2006/main">
              <a:ext uri="{FF2B5EF4-FFF2-40B4-BE49-F238E27FC236}">
                <a16:creationId xmlns:a16="http://schemas.microsoft.com/office/drawing/2014/main" id="{9EF11584-699F-4A63-A0D8-DE9B61E194A9}"/>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7" name="Rectangle 6">
            <a:extLst xmlns:a="http://schemas.openxmlformats.org/drawingml/2006/main">
              <a:ext uri="{FF2B5EF4-FFF2-40B4-BE49-F238E27FC236}">
                <a16:creationId xmlns:a16="http://schemas.microsoft.com/office/drawing/2014/main" id="{26788786-2F73-40E2-B898-4F7E4EFFF804}"/>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8" name="Rectangle 7">
            <a:extLst xmlns:a="http://schemas.openxmlformats.org/drawingml/2006/main">
              <a:ext uri="{FF2B5EF4-FFF2-40B4-BE49-F238E27FC236}">
                <a16:creationId xmlns:a16="http://schemas.microsoft.com/office/drawing/2014/main" id="{DCC5D78B-E001-4261-9B2E-EA79AA99F095}"/>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9" name="Rectangle 8">
            <a:extLst xmlns:a="http://schemas.openxmlformats.org/drawingml/2006/main">
              <a:ext uri="{FF2B5EF4-FFF2-40B4-BE49-F238E27FC236}">
                <a16:creationId xmlns:a16="http://schemas.microsoft.com/office/drawing/2014/main" id="{F91D3365-381B-47B5-904E-B89C750445D6}"/>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238">
                <a:solidFill>
                  <a:srgbClr val="171717"/>
                </a:solidFill>
                <a:latin typeface="Arial"/>
                <a:ea typeface="Arial"/>
                <a:cs typeface="Arial"/>
              </a:defRPr>
            </a:defPPr>
            <a:lvl1pPr algn="ctr">
              <a:buNone/>
              <a:defRPr sz="1238">
                <a:solidFill>
                  <a:srgbClr val="171717"/>
                </a:solidFill>
                <a:latin typeface="Arial"/>
                <a:ea typeface="Arial"/>
                <a:cs typeface="Arial"/>
              </a:defRPr>
            </a:lvl1pPr>
            <a:lvl2pPr algn="ctr">
              <a:buNone/>
              <a:defRPr sz="1238">
                <a:solidFill>
                  <a:srgbClr val="171717"/>
                </a:solidFill>
                <a:latin typeface="Arial"/>
                <a:ea typeface="Arial"/>
                <a:cs typeface="Arial"/>
              </a:defRPr>
            </a:lvl2pPr>
            <a:lvl3pPr algn="ctr">
              <a:buNone/>
              <a:defRPr sz="1238">
                <a:solidFill>
                  <a:srgbClr val="171717"/>
                </a:solidFill>
                <a:latin typeface="Arial"/>
                <a:ea typeface="Arial"/>
                <a:cs typeface="Arial"/>
              </a:defRPr>
            </a:lvl3pPr>
            <a:lvl4pPr algn="ctr">
              <a:buNone/>
              <a:defRPr sz="1238">
                <a:solidFill>
                  <a:srgbClr val="171717"/>
                </a:solidFill>
                <a:latin typeface="Arial"/>
                <a:ea typeface="Arial"/>
                <a:cs typeface="Arial"/>
              </a:defRPr>
            </a:lvl4pPr>
            <a:lvl5pPr algn="ctr">
              <a:buNone/>
              <a:defRPr sz="1238">
                <a:solidFill>
                  <a:srgbClr val="171717"/>
                </a:solidFill>
                <a:latin typeface="Arial"/>
                <a:ea typeface="Arial"/>
                <a:cs typeface="Arial"/>
              </a:defRPr>
            </a:lvl5pPr>
            <a:lvl6pPr algn="ctr">
              <a:buNone/>
              <a:defRPr sz="1238">
                <a:solidFill>
                  <a:srgbClr val="171717"/>
                </a:solidFill>
                <a:latin typeface="Arial"/>
                <a:ea typeface="Arial"/>
                <a:cs typeface="Arial"/>
              </a:defRPr>
            </a:lvl6pPr>
            <a:lvl7pPr algn="ctr">
              <a:buNone/>
              <a:defRPr sz="1238">
                <a:solidFill>
                  <a:srgbClr val="171717"/>
                </a:solidFill>
                <a:latin typeface="Arial"/>
                <a:ea typeface="Arial"/>
                <a:cs typeface="Arial"/>
              </a:defRPr>
            </a:lvl7pPr>
            <a:lvl8pPr algn="ctr">
              <a:buNone/>
              <a:defRPr sz="1238">
                <a:solidFill>
                  <a:srgbClr val="171717"/>
                </a:solidFill>
                <a:latin typeface="Arial"/>
                <a:ea typeface="Arial"/>
                <a:cs typeface="Arial"/>
              </a:defRPr>
            </a:lvl8pPr>
            <a:lvl9pPr algn="ctr">
              <a:buNone/>
              <a:defRPr sz="1238">
                <a:solidFill>
                  <a:srgbClr val="171717"/>
                </a:solidFill>
                <a:latin typeface="Arial"/>
                <a:ea typeface="Arial"/>
                <a:cs typeface="Arial"/>
              </a:defRPr>
            </a:lvl9pPr>
          </a:lstStyle>
          <a:p xmlns:a="http://schemas.openxmlformats.org/drawingml/2006/main">
            <a:pPr algn="ctr">
              <a:buNone/>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sp>
        <p:nvSpPr>
          <p:cNvPr id="19" name="current-content-103">
            <a:extLst xmlns:a="http://schemas.openxmlformats.org/drawingml/2006/main">
              <a:ext uri="{FF2B5EF4-FFF2-40B4-BE49-F238E27FC236}">
                <a16:creationId xmlns:a16="http://schemas.microsoft.com/office/drawing/2014/main" id="{73E6488E-3918-40F4-B8B2-B4A67F7B3DCE}"/>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0" name="current-content-104">
            <a:extLst xmlns:a="http://schemas.openxmlformats.org/drawingml/2006/main">
              <a:ext uri="{FF2B5EF4-FFF2-40B4-BE49-F238E27FC236}">
                <a16:creationId xmlns:a16="http://schemas.microsoft.com/office/drawing/2014/main" id="{46ED05B8-1AA7-42F9-B81C-0EE0FA8334F1}"/>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5">
            <a:extLst xmlns:a="http://schemas.openxmlformats.org/drawingml/2006/main">
              <a:ext uri="{FF2B5EF4-FFF2-40B4-BE49-F238E27FC236}">
                <a16:creationId xmlns:a16="http://schemas.microsoft.com/office/drawing/2014/main" id="{4B5367A4-0E94-4565-B9A7-67F83FB32E0C}"/>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6">
            <a:extLst xmlns:a="http://schemas.openxmlformats.org/drawingml/2006/main">
              <a:ext uri="{FF2B5EF4-FFF2-40B4-BE49-F238E27FC236}">
                <a16:creationId xmlns:a16="http://schemas.microsoft.com/office/drawing/2014/main" id="{DF93694B-CEBF-4972-AFE0-5B087E7967EB}"/>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7">
            <a:extLst xmlns:a="http://schemas.openxmlformats.org/drawingml/2006/main">
              <a:ext uri="{FF2B5EF4-FFF2-40B4-BE49-F238E27FC236}">
                <a16:creationId xmlns:a16="http://schemas.microsoft.com/office/drawing/2014/main" id="{B63EAE2E-95B7-4D7C-8017-FBBB67D72864}"/>
              </a:ext>
            </a:extLst>
          </p:cNvPr>
          <p:cNvSpPr>
            <a:spLocks xmlns:a="http://schemas.openxmlformats.org/drawingml/2006/main" noGrp="1"/>
          </p:cNvSpPr>
          <p:nvPr/>
        </p:nvSpPr>
        <p:spPr>
          <a:xfrm xmlns:a="http://schemas.openxmlformats.org/drawingml/2006/main">
            <a:off x="533400" y="41814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cxnSp>
        <p:nvCxnSpPr>
          <p:cNvPr id="10" name="Straight Arrow Connector 9">
            <a:extLst xmlns:a="http://schemas.openxmlformats.org/drawingml/2006/main">
              <a:ext uri="{FF2B5EF4-FFF2-40B4-BE49-F238E27FC236}">
                <a16:creationId xmlns:a16="http://schemas.microsoft.com/office/drawing/2014/main" id="{366F13FC-A31D-460B-9612-DA2181E478B8}"/>
              </a:ext>
            </a:extLst>
          </p:cNvPr>
          <p:cNvCxnSpPr>
            <a:stCxn xmlns:a="http://schemas.openxmlformats.org/drawingml/2006/main" id="4" idx="3"/>
            <a:endCxn xmlns:a="http://schemas.openxmlformats.org/drawingml/2006/main" id="5"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Straight Arrow Connector 10">
            <a:extLst xmlns:a="http://schemas.openxmlformats.org/drawingml/2006/main">
              <a:ext uri="{FF2B5EF4-FFF2-40B4-BE49-F238E27FC236}">
                <a16:creationId xmlns:a16="http://schemas.microsoft.com/office/drawing/2014/main" id="{10DBA2C7-2562-41FA-AD18-8B55D3C31DC5}"/>
              </a:ext>
            </a:extLst>
          </p:cNvPr>
          <p:cNvCxnSpPr>
            <a:stCxn xmlns:a="http://schemas.openxmlformats.org/drawingml/2006/main" id="4" idx="2"/>
            <a:endCxn xmlns:a="http://schemas.openxmlformats.org/drawingml/2006/main" id="7"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E29937CB-5ECB-42B7-9ADC-D8B4F9FADEAE}"/>
              </a:ext>
            </a:extLst>
          </p:cNvPr>
          <p:cNvCxnSpPr>
            <a:stCxn xmlns:a="http://schemas.openxmlformats.org/drawingml/2006/main" id="5" idx="2"/>
            <a:endCxn xmlns:a="http://schemas.openxmlformats.org/drawingml/2006/main" id="8"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Straight Arrow Connector 12">
            <a:extLst xmlns:a="http://schemas.openxmlformats.org/drawingml/2006/main">
              <a:ext uri="{FF2B5EF4-FFF2-40B4-BE49-F238E27FC236}">
                <a16:creationId xmlns:a16="http://schemas.microsoft.com/office/drawing/2014/main" id="{85DA5B6F-036F-48E3-B1A9-600760318E1E}"/>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DCDB00F0-22F8-4BD2-9278-A3A6FCC5A9B2}"/>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5" name="Straight Arrow Connector 14">
            <a:extLst xmlns:a="http://schemas.openxmlformats.org/drawingml/2006/main">
              <a:ext uri="{FF2B5EF4-FFF2-40B4-BE49-F238E27FC236}">
                <a16:creationId xmlns:a16="http://schemas.microsoft.com/office/drawing/2014/main" id="{D7609AAD-F04D-4E55-8218-F7B1BBD0E634}"/>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6" name="Straight Arrow Connector 15">
            <a:extLst xmlns:a="http://schemas.openxmlformats.org/drawingml/2006/main">
              <a:ext uri="{FF2B5EF4-FFF2-40B4-BE49-F238E27FC236}">
                <a16:creationId xmlns:a16="http://schemas.microsoft.com/office/drawing/2014/main" id="{FB043623-7545-423F-9393-686168406334}"/>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7" name="Straight Arrow Connector 16">
            <a:extLst xmlns:a="http://schemas.openxmlformats.org/drawingml/2006/main">
              <a:ext uri="{FF2B5EF4-FFF2-40B4-BE49-F238E27FC236}">
                <a16:creationId xmlns:a16="http://schemas.microsoft.com/office/drawing/2014/main" id="{B5359B0A-B8CB-493A-B306-BA9AE27A7B89}"/>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8" name="Straight Arrow Connector 17">
            <a:extLst xmlns:a="http://schemas.openxmlformats.org/drawingml/2006/main">
              <a:ext uri="{FF2B5EF4-FFF2-40B4-BE49-F238E27FC236}">
                <a16:creationId xmlns:a16="http://schemas.microsoft.com/office/drawing/2014/main" id="{30EFBD46-88AF-4B38-8A3B-F73B2C252654}"/>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73836648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cxnSp>
        <p:nvCxnSpPr>
          <p:cNvPr id="90" name="">
            <a:extLst xmlns:a="http://schemas.openxmlformats.org/drawingml/2006/main">
              <a:ext uri="{FF2B5EF4-FFF2-40B4-BE49-F238E27FC236}">
                <a16:creationId xmlns:a16="http://schemas.microsoft.com/office/drawing/2014/main" id="{F9F20844-8B55-482E-9628-22F7C715D3C9}"/>
              </a:ext>
            </a:extLst>
          </p:cNvPr>
          <p:cNvCxnSpPr/>
          <p:nvPr/>
        </p:nvCxnSpPr>
        <p:spPr>
          <a:xfrm xmlns:a="http://schemas.openxmlformats.org/drawingml/2006/main" flipH="0" flipV="0">
            <a:off x="542925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88" name="">
            <a:extLst xmlns:a="http://schemas.openxmlformats.org/drawingml/2006/main">
              <a:ext uri="{FF2B5EF4-FFF2-40B4-BE49-F238E27FC236}">
                <a16:creationId xmlns:a16="http://schemas.microsoft.com/office/drawing/2014/main" id="{2C76B7E7-E22D-425B-8EAA-13FD050210A6}"/>
              </a:ext>
            </a:extLst>
          </p:cNvPr>
          <p:cNvCxnSpPr/>
          <p:nvPr/>
        </p:nvCxnSpPr>
        <p:spPr>
          <a:xfrm xmlns:a="http://schemas.openxmlformats.org/drawingml/2006/main" flipH="0" flipV="0">
            <a:off x="247650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34" name="">
            <a:extLst xmlns:a="http://schemas.openxmlformats.org/drawingml/2006/main">
              <a:ext uri="{FF2B5EF4-FFF2-40B4-BE49-F238E27FC236}">
                <a16:creationId xmlns:a16="http://schemas.microsoft.com/office/drawing/2014/main" id="{DAAA1B1E-F605-46B2-B22F-FF07CA1C6476}"/>
              </a:ext>
            </a:extLst>
          </p:cNvPr>
          <p:cNvCxnSpPr>
            <a:stCxn xmlns:a="http://schemas.openxmlformats.org/drawingml/2006/main" id="26" idx="2"/>
            <a:endCxn xmlns:a="http://schemas.openxmlformats.org/drawingml/2006/main" id="33" idx="0"/>
          </p:cNvCxnSpPr>
          <p:nvPr/>
        </p:nvCxnSpPr>
        <p:spPr>
          <a:xfrm xmlns:a="http://schemas.openxmlformats.org/drawingml/2006/main">
            <a:off x="5024438" y="1981200"/>
            <a:ext cx="0" cy="257175"/>
          </a:xfrm>
          <a:prstGeom xmlns:a="http://schemas.openxmlformats.org/drawingml/2006/main" prst="straightConnector1">
            <a:avLst/>
          </a:prstGeom>
          <a:ln xmlns:a="http://schemas.openxmlformats.org/drawingml/2006/main" w="15240">
            <a:solidFill>
              <a:srgbClr val="9D5B00"/>
            </a:solidFill>
            <a:tailEnd type="triangle" w="sm" len="sm"/>
          </a:ln>
        </p:spPr>
      </p:cxnSp>
      <p:cxnSp>
        <p:nvCxnSpPr>
          <p:cNvPr id="31" name="">
            <a:extLst xmlns:a="http://schemas.openxmlformats.org/drawingml/2006/main">
              <a:ext uri="{FF2B5EF4-FFF2-40B4-BE49-F238E27FC236}">
                <a16:creationId xmlns:a16="http://schemas.microsoft.com/office/drawing/2014/main" id="{86DF600F-CD17-41FC-936D-E8FD650EADE1}"/>
              </a:ext>
            </a:extLst>
          </p:cNvPr>
          <p:cNvCxnSpPr>
            <a:stCxn xmlns:a="http://schemas.openxmlformats.org/drawingml/2006/main" id="26" idx="3"/>
            <a:endCxn xmlns:a="http://schemas.openxmlformats.org/drawingml/2006/main" id="28" idx="1"/>
          </p:cNvCxnSpPr>
          <p:nvPr/>
        </p:nvCxnSpPr>
        <p:spPr>
          <a:xfrm xmlns:a="http://schemas.openxmlformats.org/drawingml/2006/main">
            <a:off x="5524500" y="1638300"/>
            <a:ext cx="111442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30" name="">
            <a:extLst xmlns:a="http://schemas.openxmlformats.org/drawingml/2006/main">
              <a:ext uri="{FF2B5EF4-FFF2-40B4-BE49-F238E27FC236}">
                <a16:creationId xmlns:a16="http://schemas.microsoft.com/office/drawing/2014/main" id="{863DC850-8597-4A33-B318-82753B361EF3}"/>
              </a:ext>
            </a:extLst>
          </p:cNvPr>
          <p:cNvCxnSpPr>
            <a:stCxn xmlns:a="http://schemas.openxmlformats.org/drawingml/2006/main" id="25" idx="3"/>
            <a:endCxn xmlns:a="http://schemas.openxmlformats.org/drawingml/2006/main" id="26" idx="1"/>
          </p:cNvCxnSpPr>
          <p:nvPr/>
        </p:nvCxnSpPr>
        <p:spPr>
          <a:xfrm xmlns:a="http://schemas.openxmlformats.org/drawingml/2006/main">
            <a:off x="4114800" y="1638300"/>
            <a:ext cx="40957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29" name="">
            <a:extLst xmlns:a="http://schemas.openxmlformats.org/drawingml/2006/main">
              <a:ext uri="{FF2B5EF4-FFF2-40B4-BE49-F238E27FC236}">
                <a16:creationId xmlns:a16="http://schemas.microsoft.com/office/drawing/2014/main" id="{8B046889-E68D-4D8C-A10A-42EA173EC6C5}"/>
              </a:ext>
            </a:extLst>
          </p:cNvPr>
          <p:cNvCxnSpPr>
            <a:stCxn xmlns:a="http://schemas.openxmlformats.org/drawingml/2006/main" id="24" idx="3"/>
            <a:endCxn xmlns:a="http://schemas.openxmlformats.org/drawingml/2006/main" id="25" idx="1"/>
          </p:cNvCxnSpPr>
          <p:nvPr/>
        </p:nvCxnSpPr>
        <p:spPr>
          <a:xfrm xmlns:a="http://schemas.openxmlformats.org/drawingml/2006/main">
            <a:off x="1914525" y="1638300"/>
            <a:ext cx="371475" cy="0"/>
          </a:xfrm>
          <a:prstGeom xmlns:a="http://schemas.openxmlformats.org/drawingml/2006/main" prst="straightConnector1">
            <a:avLst/>
          </a:prstGeom>
          <a:ln xmlns:a="http://schemas.openxmlformats.org/drawingml/2006/main" w="15240">
            <a:solidFill>
              <a:srgbClr val="0070C0"/>
            </a:solidFill>
            <a:tailEnd type="triangle" w="sm" len="sm"/>
          </a:ln>
        </p:spPr>
      </p:cxnSp>
      <p:pic>
        <p:nvPicPr>
          <p:cNvPr id="23" name="Picture 22">
            <a:extLst xmlns:a="http://schemas.openxmlformats.org/drawingml/2006/main">
              <a:ext uri="{FF2B5EF4-FFF2-40B4-BE49-F238E27FC236}">
                <a16:creationId xmlns:a16="http://schemas.microsoft.com/office/drawing/2014/main" id="{05380A42-5037-4DA8-9FFE-F76C4E0DE286}"/>
              </a:ext>
            </a:extLst>
          </p:cNvPr>
          <p:cNvPicPr>
            <a:picLocks xmlns:a="http://schemas.openxmlformats.org/drawingml/2006/main" noChangeAspect="1"/>
          </p:cNvPicPr>
          <p:nvPr/>
        </p:nvPicPr>
        <p:blipFill>
          <a:blip xmlns:r="http://schemas.openxmlformats.org/officeDocument/2006/relationships" xmlns:a="http://schemas.openxmlformats.org/drawingml/2006/main" r:embed="Re97543cb599b42d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6">
            <a:extLst xmlns:a="http://schemas.openxmlformats.org/drawingml/2006/main">
              <a:ext uri="{FF2B5EF4-FFF2-40B4-BE49-F238E27FC236}">
                <a16:creationId xmlns:a16="http://schemas.microsoft.com/office/drawing/2014/main" id="{98647030-E4B5-4D52-AA6F-471A0126840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sp>
        <p:nvSpPr>
          <p:cNvPr id="24" name="">
            <a:extLst xmlns:a="http://schemas.openxmlformats.org/drawingml/2006/main">
              <a:ext uri="{FF2B5EF4-FFF2-40B4-BE49-F238E27FC236}">
                <a16:creationId xmlns:a16="http://schemas.microsoft.com/office/drawing/2014/main" id="{AB6DF9D7-1324-4D3D-8516-AA37BF0A6C8B}"/>
              </a:ext>
            </a:extLst>
          </p:cNvPr>
          <p:cNvSpPr>
            <a:spLocks xmlns:a="http://schemas.openxmlformats.org/drawingml/2006/main" noGrp="1"/>
          </p:cNvSpPr>
          <p:nvPr/>
        </p:nvSpPr>
        <p:spPr>
          <a:xfrm xmlns:a="http://schemas.openxmlformats.org/drawingml/2006/main">
            <a:off x="533400" y="1362075"/>
            <a:ext cx="13811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Cart and</a:t>
            </a:r>
          </a:p>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payment</a:t>
            </a:r>
          </a:p>
        </p:txBody>
      </p:sp>
      <p:sp>
        <p:nvSpPr>
          <p:cNvPr id="25" name="">
            <a:extLst xmlns:a="http://schemas.openxmlformats.org/drawingml/2006/main">
              <a:ext uri="{FF2B5EF4-FFF2-40B4-BE49-F238E27FC236}">
                <a16:creationId xmlns:a16="http://schemas.microsoft.com/office/drawing/2014/main" id="{75334CDF-498B-421C-A4B8-12DA1F62A76F}"/>
              </a:ext>
            </a:extLst>
          </p:cNvPr>
          <p:cNvSpPr>
            <a:spLocks xmlns:a="http://schemas.openxmlformats.org/drawingml/2006/main" noGrp="1"/>
          </p:cNvSpPr>
          <p:nvPr/>
        </p:nvSpPr>
        <p:spPr>
          <a:xfrm xmlns:a="http://schemas.openxmlformats.org/drawingml/2006/main">
            <a:off x="2286000" y="1362075"/>
            <a:ext cx="182880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Server validates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store and stock</a:t>
            </a:r>
          </a:p>
        </p:txBody>
      </p:sp>
      <p:sp>
        <p:nvSpPr>
          <p:cNvPr id="26" name="">
            <a:extLst xmlns:a="http://schemas.openxmlformats.org/drawingml/2006/main">
              <a:ext uri="{FF2B5EF4-FFF2-40B4-BE49-F238E27FC236}">
                <a16:creationId xmlns:a16="http://schemas.microsoft.com/office/drawing/2014/main" id="{76615C49-B82A-482B-B315-2CB6F1FC60E8}"/>
              </a:ext>
            </a:extLst>
          </p:cNvPr>
          <p:cNvSpPr>
            <a:spLocks xmlns:a="http://schemas.openxmlformats.org/drawingml/2006/main" noGrp="1"/>
          </p:cNvSpPr>
          <p:nvPr/>
        </p:nvSpPr>
        <p:spPr>
          <a:xfrm xmlns:a="http://schemas.openxmlformats.org/drawingml/2006/main">
            <a:off x="4524375" y="1295400"/>
            <a:ext cx="1000125" cy="685800"/>
          </a:xfrm>
          <a:prstGeom xmlns:a="http://schemas.openxmlformats.org/drawingml/2006/main" prst="diamond">
            <a:avLst/>
          </a:prstGeom>
          <a:solidFill xmlns:a="http://schemas.openxmlformats.org/drawingml/2006/main">
            <a:srgbClr val="FFFFFF"/>
          </a:solidFill>
          <a:ln xmlns:a="http://schemas.openxmlformats.org/drawingml/2006/main" w="13335">
            <a:solidFill>
              <a:srgbClr val="202C61"/>
            </a:solidFill>
          </a:ln>
        </p:spPr>
      </p:sp>
      <p:sp>
        <p:nvSpPr>
          <p:cNvPr id="27" name="">
            <a:extLst xmlns:a="http://schemas.openxmlformats.org/drawingml/2006/main">
              <a:ext uri="{FF2B5EF4-FFF2-40B4-BE49-F238E27FC236}">
                <a16:creationId xmlns:a16="http://schemas.microsoft.com/office/drawing/2014/main" id="{946300D5-F0A3-436E-B1F8-A0623D51EFC9}"/>
              </a:ext>
            </a:extLst>
          </p:cNvPr>
          <p:cNvSpPr>
            <a:spLocks xmlns:a="http://schemas.openxmlformats.org/drawingml/2006/main" noGrp="1"/>
          </p:cNvSpPr>
          <p:nvPr/>
        </p:nvSpPr>
        <p:spPr>
          <a:xfrm xmlns:a="http://schemas.openxmlformats.org/drawingml/2006/main">
            <a:off x="4600575" y="1323975"/>
            <a:ext cx="847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171717"/>
                </a:solidFill>
                <a:latin typeface="Arial"/>
                <a:ea typeface="Arial"/>
                <a:cs typeface="Arial"/>
              </a:defRPr>
            </a:defPPr>
            <a:lvl1pPr algn="ctr">
              <a:buNone/>
              <a:defRPr sz="1350" b="0">
                <a:solidFill>
                  <a:srgbClr val="171717"/>
                </a:solidFill>
                <a:latin typeface="Arial"/>
                <a:ea typeface="Arial"/>
                <a:cs typeface="Arial"/>
              </a:defRPr>
            </a:lvl1pPr>
            <a:lvl2pPr algn="ctr">
              <a:buNone/>
              <a:defRPr sz="1350" b="0">
                <a:solidFill>
                  <a:srgbClr val="171717"/>
                </a:solidFill>
                <a:latin typeface="Arial"/>
                <a:ea typeface="Arial"/>
                <a:cs typeface="Arial"/>
              </a:defRPr>
            </a:lvl2pPr>
            <a:lvl3pPr algn="ctr">
              <a:buNone/>
              <a:defRPr sz="1350" b="0">
                <a:solidFill>
                  <a:srgbClr val="171717"/>
                </a:solidFill>
                <a:latin typeface="Arial"/>
                <a:ea typeface="Arial"/>
                <a:cs typeface="Arial"/>
              </a:defRPr>
            </a:lvl3pPr>
            <a:lvl4pPr algn="ctr">
              <a:buNone/>
              <a:defRPr sz="1350" b="0">
                <a:solidFill>
                  <a:srgbClr val="171717"/>
                </a:solidFill>
                <a:latin typeface="Arial"/>
                <a:ea typeface="Arial"/>
                <a:cs typeface="Arial"/>
              </a:defRPr>
            </a:lvl4pPr>
            <a:lvl5pPr algn="ctr">
              <a:buNone/>
              <a:defRPr sz="1350" b="0">
                <a:solidFill>
                  <a:srgbClr val="171717"/>
                </a:solidFill>
                <a:latin typeface="Arial"/>
                <a:ea typeface="Arial"/>
                <a:cs typeface="Arial"/>
              </a:defRPr>
            </a:lvl5pPr>
            <a:lvl6pPr algn="ctr">
              <a:buNone/>
              <a:defRPr sz="1350" b="0">
                <a:solidFill>
                  <a:srgbClr val="171717"/>
                </a:solidFill>
                <a:latin typeface="Arial"/>
                <a:ea typeface="Arial"/>
                <a:cs typeface="Arial"/>
              </a:defRPr>
            </a:lvl6pPr>
            <a:lvl7pPr algn="ctr">
              <a:buNone/>
              <a:defRPr sz="1350" b="0">
                <a:solidFill>
                  <a:srgbClr val="171717"/>
                </a:solidFill>
                <a:latin typeface="Arial"/>
                <a:ea typeface="Arial"/>
                <a:cs typeface="Arial"/>
              </a:defRPr>
            </a:lvl7pPr>
            <a:lvl8pPr algn="ctr">
              <a:buNone/>
              <a:defRPr sz="1350" b="0">
                <a:solidFill>
                  <a:srgbClr val="171717"/>
                </a:solidFill>
                <a:latin typeface="Arial"/>
                <a:ea typeface="Arial"/>
                <a:cs typeface="Arial"/>
              </a:defRPr>
            </a:lvl8pPr>
            <a:lvl9pPr algn="ctr">
              <a:buNone/>
              <a:defRPr sz="1350" b="0">
                <a:solidFill>
                  <a:srgbClr val="171717"/>
                </a:solidFill>
                <a:latin typeface="Arial"/>
                <a:ea typeface="Arial"/>
                <a:cs typeface="Arial"/>
              </a:defRPr>
            </a:lvl9pPr>
          </a:lstStyle>
          <a:p xmlns:a="http://schemas.openxmlformats.org/drawingml/2006/main">
            <a:pPr algn="ctr">
              <a:buNone/>
              <a:defRPr sz="1350" b="0">
                <a:solidFill>
                  <a:srgbClr val="171717"/>
                </a:solidFill>
                <a:latin typeface="Arial"/>
                <a:ea typeface="Arial"/>
                <a:cs typeface="Arial"/>
              </a:defRPr>
            </a:pPr>
            <a:r>
              <a:rPr sz="1350" b="0">
                <a:solidFill>
                  <a:srgbClr val="171717"/>
                </a:solidFill>
                <a:latin typeface="Arial"/>
                <a:ea typeface="Arial"/>
                <a:cs typeface="Arial"/>
              </a:rPr>
              <a:t>Valid?</a:t>
            </a:r>
          </a:p>
        </p:txBody>
      </p:sp>
      <p:sp>
        <p:nvSpPr>
          <p:cNvPr id="28" name="">
            <a:extLst xmlns:a="http://schemas.openxmlformats.org/drawingml/2006/main">
              <a:ext uri="{FF2B5EF4-FFF2-40B4-BE49-F238E27FC236}">
                <a16:creationId xmlns:a16="http://schemas.microsoft.com/office/drawing/2014/main" id="{E573F84B-DF75-4462-BE31-D65FC9312964}"/>
              </a:ext>
            </a:extLst>
          </p:cNvPr>
          <p:cNvSpPr>
            <a:spLocks xmlns:a="http://schemas.openxmlformats.org/drawingml/2006/main" noGrp="1"/>
          </p:cNvSpPr>
          <p:nvPr/>
        </p:nvSpPr>
        <p:spPr>
          <a:xfrm xmlns:a="http://schemas.openxmlformats.org/drawingml/2006/main">
            <a:off x="6638925" y="1362075"/>
            <a:ext cx="197167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19713C"/>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Commit sale + stock</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Return receipt data</a:t>
            </a:r>
          </a:p>
        </p:txBody>
      </p:sp>
      <p:sp>
        <p:nvSpPr>
          <p:cNvPr id="32" name="">
            <a:extLst xmlns:a="http://schemas.openxmlformats.org/drawingml/2006/main">
              <a:ext uri="{FF2B5EF4-FFF2-40B4-BE49-F238E27FC236}">
                <a16:creationId xmlns:a16="http://schemas.microsoft.com/office/drawing/2014/main" id="{0F02B44A-F8DE-4B27-AC70-727DB2528724}"/>
              </a:ext>
            </a:extLst>
          </p:cNvPr>
          <p:cNvSpPr>
            <a:spLocks xmlns:a="http://schemas.openxmlformats.org/drawingml/2006/main" noGrp="1"/>
          </p:cNvSpPr>
          <p:nvPr/>
        </p:nvSpPr>
        <p:spPr>
          <a:xfrm xmlns:a="http://schemas.openxmlformats.org/drawingml/2006/main">
            <a:off x="5848350" y="1362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9713C"/>
                </a:solidFill>
                <a:latin typeface="Arial"/>
                <a:ea typeface="Arial"/>
                <a:cs typeface="Arial"/>
              </a:defRPr>
            </a:defPPr>
            <a:lvl1pPr algn="l">
              <a:buNone/>
              <a:defRPr sz="1275" b="1">
                <a:solidFill>
                  <a:srgbClr val="19713C"/>
                </a:solidFill>
                <a:latin typeface="Arial"/>
                <a:ea typeface="Arial"/>
                <a:cs typeface="Arial"/>
              </a:defRPr>
            </a:lvl1pPr>
            <a:lvl2pPr algn="l">
              <a:buNone/>
              <a:defRPr sz="1275" b="1">
                <a:solidFill>
                  <a:srgbClr val="19713C"/>
                </a:solidFill>
                <a:latin typeface="Arial"/>
                <a:ea typeface="Arial"/>
                <a:cs typeface="Arial"/>
              </a:defRPr>
            </a:lvl2pPr>
            <a:lvl3pPr algn="l">
              <a:buNone/>
              <a:defRPr sz="1275" b="1">
                <a:solidFill>
                  <a:srgbClr val="19713C"/>
                </a:solidFill>
                <a:latin typeface="Arial"/>
                <a:ea typeface="Arial"/>
                <a:cs typeface="Arial"/>
              </a:defRPr>
            </a:lvl3pPr>
            <a:lvl4pPr algn="l">
              <a:buNone/>
              <a:defRPr sz="1275" b="1">
                <a:solidFill>
                  <a:srgbClr val="19713C"/>
                </a:solidFill>
                <a:latin typeface="Arial"/>
                <a:ea typeface="Arial"/>
                <a:cs typeface="Arial"/>
              </a:defRPr>
            </a:lvl4pPr>
            <a:lvl5pPr algn="l">
              <a:buNone/>
              <a:defRPr sz="1275" b="1">
                <a:solidFill>
                  <a:srgbClr val="19713C"/>
                </a:solidFill>
                <a:latin typeface="Arial"/>
                <a:ea typeface="Arial"/>
                <a:cs typeface="Arial"/>
              </a:defRPr>
            </a:lvl5pPr>
            <a:lvl6pPr algn="l">
              <a:buNone/>
              <a:defRPr sz="1275" b="1">
                <a:solidFill>
                  <a:srgbClr val="19713C"/>
                </a:solidFill>
                <a:latin typeface="Arial"/>
                <a:ea typeface="Arial"/>
                <a:cs typeface="Arial"/>
              </a:defRPr>
            </a:lvl6pPr>
            <a:lvl7pPr algn="l">
              <a:buNone/>
              <a:defRPr sz="1275" b="1">
                <a:solidFill>
                  <a:srgbClr val="19713C"/>
                </a:solidFill>
                <a:latin typeface="Arial"/>
                <a:ea typeface="Arial"/>
                <a:cs typeface="Arial"/>
              </a:defRPr>
            </a:lvl7pPr>
            <a:lvl8pPr algn="l">
              <a:buNone/>
              <a:defRPr sz="1275" b="1">
                <a:solidFill>
                  <a:srgbClr val="19713C"/>
                </a:solidFill>
                <a:latin typeface="Arial"/>
                <a:ea typeface="Arial"/>
                <a:cs typeface="Arial"/>
              </a:defRPr>
            </a:lvl8pPr>
            <a:lvl9pPr algn="l">
              <a:buNone/>
              <a:defRPr sz="1275" b="1">
                <a:solidFill>
                  <a:srgbClr val="19713C"/>
                </a:solidFill>
                <a:latin typeface="Arial"/>
                <a:ea typeface="Arial"/>
                <a:cs typeface="Arial"/>
              </a:defRPr>
            </a:lvl9pPr>
          </a:lstStyle>
          <a:p xmlns:a="http://schemas.openxmlformats.org/drawingml/2006/main">
            <a:pPr algn="l">
              <a:buNone/>
              <a:defRPr sz="1275" b="1">
                <a:solidFill>
                  <a:srgbClr val="19713C"/>
                </a:solidFill>
                <a:latin typeface="Arial"/>
                <a:ea typeface="Arial"/>
                <a:cs typeface="Arial"/>
              </a:defRPr>
            </a:pPr>
            <a:r>
              <a:rPr sz="1275" b="1">
                <a:solidFill>
                  <a:srgbClr val="19713C"/>
                </a:solidFill>
                <a:latin typeface="Arial"/>
                <a:ea typeface="Arial"/>
                <a:cs typeface="Arial"/>
              </a:rPr>
              <a:t>Yes</a:t>
            </a:r>
          </a:p>
        </p:txBody>
      </p:sp>
      <p:sp>
        <p:nvSpPr>
          <p:cNvPr id="33" name="">
            <a:extLst xmlns:a="http://schemas.openxmlformats.org/drawingml/2006/main">
              <a:ext uri="{FF2B5EF4-FFF2-40B4-BE49-F238E27FC236}">
                <a16:creationId xmlns:a16="http://schemas.microsoft.com/office/drawing/2014/main" id="{5575F813-C153-41DA-9D0C-3EE8938EA2F3}"/>
              </a:ext>
            </a:extLst>
          </p:cNvPr>
          <p:cNvSpPr>
            <a:spLocks xmlns:a="http://schemas.openxmlformats.org/drawingml/2006/main" noGrp="1"/>
          </p:cNvSpPr>
          <p:nvPr/>
        </p:nvSpPr>
        <p:spPr>
          <a:xfrm xmlns:a="http://schemas.openxmlformats.org/drawingml/2006/main">
            <a:off x="4238625" y="2238375"/>
            <a:ext cx="1571625" cy="419100"/>
          </a:xfrm>
          <a:prstGeom xmlns:a="http://schemas.openxmlformats.org/drawingml/2006/main" prst="rect">
            <a:avLst/>
          </a:prstGeom>
          <a:solidFill xmlns:a="http://schemas.openxmlformats.org/drawingml/2006/main">
            <a:srgbClr val="FFFFFF"/>
          </a:solidFill>
          <a:ln xmlns:a="http://schemas.openxmlformats.org/drawingml/2006/main" w="13335">
            <a:solidFill>
              <a:srgbClr val="9D5B00"/>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Reject / roll back</a:t>
            </a:r>
          </a:p>
        </p:txBody>
      </p:sp>
      <p:sp>
        <p:nvSpPr>
          <p:cNvPr id="35" name="">
            <a:extLst xmlns:a="http://schemas.openxmlformats.org/drawingml/2006/main">
              <a:ext uri="{FF2B5EF4-FFF2-40B4-BE49-F238E27FC236}">
                <a16:creationId xmlns:a16="http://schemas.microsoft.com/office/drawing/2014/main" id="{584F1852-9958-4353-BAF5-4A15C23E445E}"/>
              </a:ext>
            </a:extLst>
          </p:cNvPr>
          <p:cNvSpPr>
            <a:spLocks xmlns:a="http://schemas.openxmlformats.org/drawingml/2006/main" noGrp="1"/>
          </p:cNvSpPr>
          <p:nvPr/>
        </p:nvSpPr>
        <p:spPr>
          <a:xfrm xmlns:a="http://schemas.openxmlformats.org/drawingml/2006/main">
            <a:off x="5124450" y="2000250"/>
            <a:ext cx="428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9D5B00"/>
                </a:solidFill>
                <a:latin typeface="Arial"/>
                <a:ea typeface="Arial"/>
                <a:cs typeface="Arial"/>
              </a:defRPr>
            </a:defPPr>
            <a:lvl1pPr algn="l">
              <a:buNone/>
              <a:defRPr sz="1200" b="1">
                <a:solidFill>
                  <a:srgbClr val="9D5B00"/>
                </a:solidFill>
                <a:latin typeface="Arial"/>
                <a:ea typeface="Arial"/>
                <a:cs typeface="Arial"/>
              </a:defRPr>
            </a:lvl1pPr>
            <a:lvl2pPr algn="l">
              <a:buNone/>
              <a:defRPr sz="1200" b="1">
                <a:solidFill>
                  <a:srgbClr val="9D5B00"/>
                </a:solidFill>
                <a:latin typeface="Arial"/>
                <a:ea typeface="Arial"/>
                <a:cs typeface="Arial"/>
              </a:defRPr>
            </a:lvl2pPr>
            <a:lvl3pPr algn="l">
              <a:buNone/>
              <a:defRPr sz="1200" b="1">
                <a:solidFill>
                  <a:srgbClr val="9D5B00"/>
                </a:solidFill>
                <a:latin typeface="Arial"/>
                <a:ea typeface="Arial"/>
                <a:cs typeface="Arial"/>
              </a:defRPr>
            </a:lvl3pPr>
            <a:lvl4pPr algn="l">
              <a:buNone/>
              <a:defRPr sz="1200" b="1">
                <a:solidFill>
                  <a:srgbClr val="9D5B00"/>
                </a:solidFill>
                <a:latin typeface="Arial"/>
                <a:ea typeface="Arial"/>
                <a:cs typeface="Arial"/>
              </a:defRPr>
            </a:lvl4pPr>
            <a:lvl5pPr algn="l">
              <a:buNone/>
              <a:defRPr sz="1200" b="1">
                <a:solidFill>
                  <a:srgbClr val="9D5B00"/>
                </a:solidFill>
                <a:latin typeface="Arial"/>
                <a:ea typeface="Arial"/>
                <a:cs typeface="Arial"/>
              </a:defRPr>
            </a:lvl5pPr>
            <a:lvl6pPr algn="l">
              <a:buNone/>
              <a:defRPr sz="1200" b="1">
                <a:solidFill>
                  <a:srgbClr val="9D5B00"/>
                </a:solidFill>
                <a:latin typeface="Arial"/>
                <a:ea typeface="Arial"/>
                <a:cs typeface="Arial"/>
              </a:defRPr>
            </a:lvl6pPr>
            <a:lvl7pPr algn="l">
              <a:buNone/>
              <a:defRPr sz="1200" b="1">
                <a:solidFill>
                  <a:srgbClr val="9D5B00"/>
                </a:solidFill>
                <a:latin typeface="Arial"/>
                <a:ea typeface="Arial"/>
                <a:cs typeface="Arial"/>
              </a:defRPr>
            </a:lvl7pPr>
            <a:lvl8pPr algn="l">
              <a:buNone/>
              <a:defRPr sz="1200" b="1">
                <a:solidFill>
                  <a:srgbClr val="9D5B00"/>
                </a:solidFill>
                <a:latin typeface="Arial"/>
                <a:ea typeface="Arial"/>
                <a:cs typeface="Arial"/>
              </a:defRPr>
            </a:lvl8pPr>
            <a:lvl9pPr algn="l">
              <a:buNone/>
              <a:defRPr sz="1200" b="1">
                <a:solidFill>
                  <a:srgbClr val="9D5B00"/>
                </a:solidFill>
                <a:latin typeface="Arial"/>
                <a:ea typeface="Arial"/>
                <a:cs typeface="Arial"/>
              </a:defRPr>
            </a:lvl9pPr>
          </a:lstStyle>
          <a:p xmlns:a="http://schemas.openxmlformats.org/drawingml/2006/main">
            <a:pPr algn="l">
              <a:buNone/>
              <a:defRPr sz="1200" b="1">
                <a:solidFill>
                  <a:srgbClr val="9D5B00"/>
                </a:solidFill>
                <a:latin typeface="Arial"/>
                <a:ea typeface="Arial"/>
                <a:cs typeface="Arial"/>
              </a:defRPr>
            </a:pPr>
            <a:r>
              <a:rPr sz="1200" b="1">
                <a:solidFill>
                  <a:srgbClr val="9D5B00"/>
                </a:solidFill>
                <a:latin typeface="Arial"/>
                <a:ea typeface="Arial"/>
                <a:cs typeface="Arial"/>
              </a:rPr>
              <a:t>No</a:t>
            </a:r>
          </a:p>
        </p:txBody>
      </p:sp>
      <p:sp>
        <p:nvSpPr>
          <p:cNvPr id="36" name="">
            <a:extLst xmlns:a="http://schemas.openxmlformats.org/drawingml/2006/main">
              <a:ext uri="{FF2B5EF4-FFF2-40B4-BE49-F238E27FC236}">
                <a16:creationId xmlns:a16="http://schemas.microsoft.com/office/drawing/2014/main" id="{1030B910-4395-4E67-A538-F6EF9927BE7A}"/>
              </a:ext>
            </a:extLst>
          </p:cNvPr>
          <p:cNvSpPr>
            <a:spLocks xmlns:a="http://schemas.openxmlformats.org/drawingml/2006/main" noGrp="1"/>
          </p:cNvSpPr>
          <p:nvPr/>
        </p:nvSpPr>
        <p:spPr>
          <a:xfrm xmlns:a="http://schemas.openxmlformats.org/drawingml/2006/main">
            <a:off x="533400" y="2781300"/>
            <a:ext cx="807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Raleway"/>
                <a:ea typeface="Raleway"/>
                <a:cs typeface="Raleway"/>
              </a:defRPr>
            </a:defPPr>
            <a:lvl1pPr algn="l">
              <a:buNone/>
              <a:defRPr sz="1725" b="1">
                <a:solidFill>
                  <a:srgbClr val="202C61"/>
                </a:solidFill>
                <a:latin typeface="Raleway"/>
                <a:ea typeface="Raleway"/>
                <a:cs typeface="Raleway"/>
              </a:defRPr>
            </a:lvl1pPr>
            <a:lvl2pPr algn="l">
              <a:buNone/>
              <a:defRPr sz="1725" b="1">
                <a:solidFill>
                  <a:srgbClr val="202C61"/>
                </a:solidFill>
                <a:latin typeface="Raleway"/>
                <a:ea typeface="Raleway"/>
                <a:cs typeface="Raleway"/>
              </a:defRPr>
            </a:lvl2pPr>
            <a:lvl3pPr algn="l">
              <a:buNone/>
              <a:defRPr sz="1725" b="1">
                <a:solidFill>
                  <a:srgbClr val="202C61"/>
                </a:solidFill>
                <a:latin typeface="Raleway"/>
                <a:ea typeface="Raleway"/>
                <a:cs typeface="Raleway"/>
              </a:defRPr>
            </a:lvl3pPr>
            <a:lvl4pPr algn="l">
              <a:buNone/>
              <a:defRPr sz="1725" b="1">
                <a:solidFill>
                  <a:srgbClr val="202C61"/>
                </a:solidFill>
                <a:latin typeface="Raleway"/>
                <a:ea typeface="Raleway"/>
                <a:cs typeface="Raleway"/>
              </a:defRPr>
            </a:lvl4pPr>
            <a:lvl5pPr algn="l">
              <a:buNone/>
              <a:defRPr sz="1725" b="1">
                <a:solidFill>
                  <a:srgbClr val="202C61"/>
                </a:solidFill>
                <a:latin typeface="Raleway"/>
                <a:ea typeface="Raleway"/>
                <a:cs typeface="Raleway"/>
              </a:defRPr>
            </a:lvl5pPr>
            <a:lvl6pPr algn="l">
              <a:buNone/>
              <a:defRPr sz="1725" b="1">
                <a:solidFill>
                  <a:srgbClr val="202C61"/>
                </a:solidFill>
                <a:latin typeface="Raleway"/>
                <a:ea typeface="Raleway"/>
                <a:cs typeface="Raleway"/>
              </a:defRPr>
            </a:lvl6pPr>
            <a:lvl7pPr algn="l">
              <a:buNone/>
              <a:defRPr sz="1725" b="1">
                <a:solidFill>
                  <a:srgbClr val="202C61"/>
                </a:solidFill>
                <a:latin typeface="Raleway"/>
                <a:ea typeface="Raleway"/>
                <a:cs typeface="Raleway"/>
              </a:defRPr>
            </a:lvl7pPr>
            <a:lvl8pPr algn="l">
              <a:buNone/>
              <a:defRPr sz="1725" b="1">
                <a:solidFill>
                  <a:srgbClr val="202C61"/>
                </a:solidFill>
                <a:latin typeface="Raleway"/>
                <a:ea typeface="Raleway"/>
                <a:cs typeface="Raleway"/>
              </a:defRPr>
            </a:lvl8pPr>
            <a:lvl9pPr algn="l">
              <a:buNone/>
              <a:defRPr sz="1725" b="1">
                <a:solidFill>
                  <a:srgbClr val="202C61"/>
                </a:solidFill>
                <a:latin typeface="Raleway"/>
                <a:ea typeface="Raleway"/>
                <a:cs typeface="Raleway"/>
              </a:defRPr>
            </a:lvl9pPr>
          </a:lstStyle>
          <a:p xmlns:a="http://schemas.openxmlformats.org/drawingml/2006/main">
            <a:pPr algn="l">
              <a:buNone/>
              <a:defRPr sz="1725" b="1">
                <a:solidFill>
                  <a:srgbClr val="202C61"/>
                </a:solidFill>
                <a:latin typeface="Raleway"/>
                <a:ea typeface="Raleway"/>
                <a:cs typeface="Raleway"/>
              </a:defRPr>
            </a:pPr>
            <a:r>
              <a:rPr sz="1725" b="1">
                <a:solidFill>
                  <a:srgbClr val="202C61"/>
                </a:solidFill>
                <a:latin typeface="Raleway"/>
                <a:ea typeface="Raleway"/>
                <a:cs typeface="Raleway"/>
              </a:rPr>
              <a:t>Illustrative bulk sale: 2 packs of 6 consume 12 base units</a:t>
            </a:r>
          </a:p>
        </p:txBody>
      </p:sp>
      <p:sp>
        <p:nvSpPr>
          <p:cNvPr id="37" name="">
            <a:extLst xmlns:a="http://schemas.openxmlformats.org/drawingml/2006/main">
              <a:ext uri="{FF2B5EF4-FFF2-40B4-BE49-F238E27FC236}">
                <a16:creationId xmlns:a16="http://schemas.microsoft.com/office/drawing/2014/main" id="{C18D60CF-761A-479B-9C82-9C6659AE65BA}"/>
              </a:ext>
            </a:extLst>
          </p:cNvPr>
          <p:cNvSpPr>
            <a:spLocks xmlns:a="http://schemas.openxmlformats.org/drawingml/2006/main" noGrp="1"/>
          </p:cNvSpPr>
          <p:nvPr/>
        </p:nvSpPr>
        <p:spPr>
          <a:xfrm xmlns:a="http://schemas.openxmlformats.org/drawingml/2006/main">
            <a:off x="53340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Before: 24 pieces</a:t>
            </a:r>
          </a:p>
        </p:txBody>
      </p:sp>
      <p:sp>
        <p:nvSpPr>
          <p:cNvPr id="38" name="">
            <a:extLst xmlns:a="http://schemas.openxmlformats.org/drawingml/2006/main">
              <a:ext uri="{FF2B5EF4-FFF2-40B4-BE49-F238E27FC236}">
                <a16:creationId xmlns:a16="http://schemas.microsoft.com/office/drawing/2014/main" id="{C7DD83B6-F9FE-4D79-B887-A8E53A37791C}"/>
              </a:ext>
            </a:extLst>
          </p:cNvPr>
          <p:cNvSpPr>
            <a:spLocks xmlns:a="http://schemas.openxmlformats.org/drawingml/2006/main" noGrp="1"/>
          </p:cNvSpPr>
          <p:nvPr/>
        </p:nvSpPr>
        <p:spPr>
          <a:xfrm xmlns:a="http://schemas.openxmlformats.org/drawingml/2006/main">
            <a:off x="533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39" name="">
            <a:extLst xmlns:a="http://schemas.openxmlformats.org/drawingml/2006/main">
              <a:ext uri="{FF2B5EF4-FFF2-40B4-BE49-F238E27FC236}">
                <a16:creationId xmlns:a16="http://schemas.microsoft.com/office/drawing/2014/main" id="{231E7E37-51A5-4635-9FF5-0814EE1BC41B}"/>
              </a:ext>
            </a:extLst>
          </p:cNvPr>
          <p:cNvSpPr>
            <a:spLocks xmlns:a="http://schemas.openxmlformats.org/drawingml/2006/main" noGrp="1"/>
          </p:cNvSpPr>
          <p:nvPr/>
        </p:nvSpPr>
        <p:spPr>
          <a:xfrm xmlns:a="http://schemas.openxmlformats.org/drawingml/2006/main">
            <a:off x="819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0" name="">
            <a:extLst xmlns:a="http://schemas.openxmlformats.org/drawingml/2006/main">
              <a:ext uri="{FF2B5EF4-FFF2-40B4-BE49-F238E27FC236}">
                <a16:creationId xmlns:a16="http://schemas.microsoft.com/office/drawing/2014/main" id="{0AC98CC5-6428-4F27-934F-1A1032CD8805}"/>
              </a:ext>
            </a:extLst>
          </p:cNvPr>
          <p:cNvSpPr>
            <a:spLocks xmlns:a="http://schemas.openxmlformats.org/drawingml/2006/main" noGrp="1"/>
          </p:cNvSpPr>
          <p:nvPr/>
        </p:nvSpPr>
        <p:spPr>
          <a:xfrm xmlns:a="http://schemas.openxmlformats.org/drawingml/2006/main">
            <a:off x="11049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1" name="">
            <a:extLst xmlns:a="http://schemas.openxmlformats.org/drawingml/2006/main">
              <a:ext uri="{FF2B5EF4-FFF2-40B4-BE49-F238E27FC236}">
                <a16:creationId xmlns:a16="http://schemas.microsoft.com/office/drawing/2014/main" id="{0BBF30AB-1113-49A4-9EE2-7E5DF0A4892F}"/>
              </a:ext>
            </a:extLst>
          </p:cNvPr>
          <p:cNvSpPr>
            <a:spLocks xmlns:a="http://schemas.openxmlformats.org/drawingml/2006/main" noGrp="1"/>
          </p:cNvSpPr>
          <p:nvPr/>
        </p:nvSpPr>
        <p:spPr>
          <a:xfrm xmlns:a="http://schemas.openxmlformats.org/drawingml/2006/main">
            <a:off x="13906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2" name="">
            <a:extLst xmlns:a="http://schemas.openxmlformats.org/drawingml/2006/main">
              <a:ext uri="{FF2B5EF4-FFF2-40B4-BE49-F238E27FC236}">
                <a16:creationId xmlns:a16="http://schemas.microsoft.com/office/drawing/2014/main" id="{323D7ABF-5A7B-44D8-8A7D-00C49D7AA131}"/>
              </a:ext>
            </a:extLst>
          </p:cNvPr>
          <p:cNvSpPr>
            <a:spLocks xmlns:a="http://schemas.openxmlformats.org/drawingml/2006/main" noGrp="1"/>
          </p:cNvSpPr>
          <p:nvPr/>
        </p:nvSpPr>
        <p:spPr>
          <a:xfrm xmlns:a="http://schemas.openxmlformats.org/drawingml/2006/main">
            <a:off x="1676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3" name="">
            <a:extLst xmlns:a="http://schemas.openxmlformats.org/drawingml/2006/main">
              <a:ext uri="{FF2B5EF4-FFF2-40B4-BE49-F238E27FC236}">
                <a16:creationId xmlns:a16="http://schemas.microsoft.com/office/drawing/2014/main" id="{701A24E8-F835-4972-9C87-C8AA683199B6}"/>
              </a:ext>
            </a:extLst>
          </p:cNvPr>
          <p:cNvSpPr>
            <a:spLocks xmlns:a="http://schemas.openxmlformats.org/drawingml/2006/main" noGrp="1"/>
          </p:cNvSpPr>
          <p:nvPr/>
        </p:nvSpPr>
        <p:spPr>
          <a:xfrm xmlns:a="http://schemas.openxmlformats.org/drawingml/2006/main">
            <a:off x="1962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B01727CC-9E9F-43F6-ADEA-B64C84BC59C5}"/>
              </a:ext>
            </a:extLst>
          </p:cNvPr>
          <p:cNvSpPr>
            <a:spLocks xmlns:a="http://schemas.openxmlformats.org/drawingml/2006/main" noGrp="1"/>
          </p:cNvSpPr>
          <p:nvPr/>
        </p:nvSpPr>
        <p:spPr>
          <a:xfrm xmlns:a="http://schemas.openxmlformats.org/drawingml/2006/main">
            <a:off x="533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5" name="">
            <a:extLst xmlns:a="http://schemas.openxmlformats.org/drawingml/2006/main">
              <a:ext uri="{FF2B5EF4-FFF2-40B4-BE49-F238E27FC236}">
                <a16:creationId xmlns:a16="http://schemas.microsoft.com/office/drawing/2014/main" id="{0E0A02D1-E068-48D4-ACD1-F6D0F9B954E1}"/>
              </a:ext>
            </a:extLst>
          </p:cNvPr>
          <p:cNvSpPr>
            <a:spLocks xmlns:a="http://schemas.openxmlformats.org/drawingml/2006/main" noGrp="1"/>
          </p:cNvSpPr>
          <p:nvPr/>
        </p:nvSpPr>
        <p:spPr>
          <a:xfrm xmlns:a="http://schemas.openxmlformats.org/drawingml/2006/main">
            <a:off x="819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6" name="">
            <a:extLst xmlns:a="http://schemas.openxmlformats.org/drawingml/2006/main">
              <a:ext uri="{FF2B5EF4-FFF2-40B4-BE49-F238E27FC236}">
                <a16:creationId xmlns:a16="http://schemas.microsoft.com/office/drawing/2014/main" id="{9B43D853-66FB-4FBB-8F0C-FEB5BF548371}"/>
              </a:ext>
            </a:extLst>
          </p:cNvPr>
          <p:cNvSpPr>
            <a:spLocks xmlns:a="http://schemas.openxmlformats.org/drawingml/2006/main" noGrp="1"/>
          </p:cNvSpPr>
          <p:nvPr/>
        </p:nvSpPr>
        <p:spPr>
          <a:xfrm xmlns:a="http://schemas.openxmlformats.org/drawingml/2006/main">
            <a:off x="11049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7" name="">
            <a:extLst xmlns:a="http://schemas.openxmlformats.org/drawingml/2006/main">
              <a:ext uri="{FF2B5EF4-FFF2-40B4-BE49-F238E27FC236}">
                <a16:creationId xmlns:a16="http://schemas.microsoft.com/office/drawing/2014/main" id="{BC2394C3-BA4C-4D72-B461-3EA8A566CF4A}"/>
              </a:ext>
            </a:extLst>
          </p:cNvPr>
          <p:cNvSpPr>
            <a:spLocks xmlns:a="http://schemas.openxmlformats.org/drawingml/2006/main" noGrp="1"/>
          </p:cNvSpPr>
          <p:nvPr/>
        </p:nvSpPr>
        <p:spPr>
          <a:xfrm xmlns:a="http://schemas.openxmlformats.org/drawingml/2006/main">
            <a:off x="13906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8" name="">
            <a:extLst xmlns:a="http://schemas.openxmlformats.org/drawingml/2006/main">
              <a:ext uri="{FF2B5EF4-FFF2-40B4-BE49-F238E27FC236}">
                <a16:creationId xmlns:a16="http://schemas.microsoft.com/office/drawing/2014/main" id="{0B92BE9E-389F-4E6D-902E-6CD1812AAB6D}"/>
              </a:ext>
            </a:extLst>
          </p:cNvPr>
          <p:cNvSpPr>
            <a:spLocks xmlns:a="http://schemas.openxmlformats.org/drawingml/2006/main" noGrp="1"/>
          </p:cNvSpPr>
          <p:nvPr/>
        </p:nvSpPr>
        <p:spPr>
          <a:xfrm xmlns:a="http://schemas.openxmlformats.org/drawingml/2006/main">
            <a:off x="1676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9" name="">
            <a:extLst xmlns:a="http://schemas.openxmlformats.org/drawingml/2006/main">
              <a:ext uri="{FF2B5EF4-FFF2-40B4-BE49-F238E27FC236}">
                <a16:creationId xmlns:a16="http://schemas.microsoft.com/office/drawing/2014/main" id="{CABC5B74-7159-4DD5-9497-53429916CEDE}"/>
              </a:ext>
            </a:extLst>
          </p:cNvPr>
          <p:cNvSpPr>
            <a:spLocks xmlns:a="http://schemas.openxmlformats.org/drawingml/2006/main" noGrp="1"/>
          </p:cNvSpPr>
          <p:nvPr/>
        </p:nvSpPr>
        <p:spPr>
          <a:xfrm xmlns:a="http://schemas.openxmlformats.org/drawingml/2006/main">
            <a:off x="1962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0" name="">
            <a:extLst xmlns:a="http://schemas.openxmlformats.org/drawingml/2006/main">
              <a:ext uri="{FF2B5EF4-FFF2-40B4-BE49-F238E27FC236}">
                <a16:creationId xmlns:a16="http://schemas.microsoft.com/office/drawing/2014/main" id="{4237FC8A-3869-4EDC-8956-C4EA93AE548B}"/>
              </a:ext>
            </a:extLst>
          </p:cNvPr>
          <p:cNvSpPr>
            <a:spLocks xmlns:a="http://schemas.openxmlformats.org/drawingml/2006/main" noGrp="1"/>
          </p:cNvSpPr>
          <p:nvPr/>
        </p:nvSpPr>
        <p:spPr>
          <a:xfrm xmlns:a="http://schemas.openxmlformats.org/drawingml/2006/main">
            <a:off x="533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1" name="">
            <a:extLst xmlns:a="http://schemas.openxmlformats.org/drawingml/2006/main">
              <a:ext uri="{FF2B5EF4-FFF2-40B4-BE49-F238E27FC236}">
                <a16:creationId xmlns:a16="http://schemas.microsoft.com/office/drawing/2014/main" id="{B3ED0E5A-B9CB-418C-8FDA-E1F146D39982}"/>
              </a:ext>
            </a:extLst>
          </p:cNvPr>
          <p:cNvSpPr>
            <a:spLocks xmlns:a="http://schemas.openxmlformats.org/drawingml/2006/main" noGrp="1"/>
          </p:cNvSpPr>
          <p:nvPr/>
        </p:nvSpPr>
        <p:spPr>
          <a:xfrm xmlns:a="http://schemas.openxmlformats.org/drawingml/2006/main">
            <a:off x="819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2" name="">
            <a:extLst xmlns:a="http://schemas.openxmlformats.org/drawingml/2006/main">
              <a:ext uri="{FF2B5EF4-FFF2-40B4-BE49-F238E27FC236}">
                <a16:creationId xmlns:a16="http://schemas.microsoft.com/office/drawing/2014/main" id="{D2643A3B-38D1-40A0-970F-4DA9F8872CA0}"/>
              </a:ext>
            </a:extLst>
          </p:cNvPr>
          <p:cNvSpPr>
            <a:spLocks xmlns:a="http://schemas.openxmlformats.org/drawingml/2006/main" noGrp="1"/>
          </p:cNvSpPr>
          <p:nvPr/>
        </p:nvSpPr>
        <p:spPr>
          <a:xfrm xmlns:a="http://schemas.openxmlformats.org/drawingml/2006/main">
            <a:off x="11049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3" name="">
            <a:extLst xmlns:a="http://schemas.openxmlformats.org/drawingml/2006/main">
              <a:ext uri="{FF2B5EF4-FFF2-40B4-BE49-F238E27FC236}">
                <a16:creationId xmlns:a16="http://schemas.microsoft.com/office/drawing/2014/main" id="{E2846396-A361-427E-8139-6F6F7CF591B0}"/>
              </a:ext>
            </a:extLst>
          </p:cNvPr>
          <p:cNvSpPr>
            <a:spLocks xmlns:a="http://schemas.openxmlformats.org/drawingml/2006/main" noGrp="1"/>
          </p:cNvSpPr>
          <p:nvPr/>
        </p:nvSpPr>
        <p:spPr>
          <a:xfrm xmlns:a="http://schemas.openxmlformats.org/drawingml/2006/main">
            <a:off x="13906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4" name="">
            <a:extLst xmlns:a="http://schemas.openxmlformats.org/drawingml/2006/main">
              <a:ext uri="{FF2B5EF4-FFF2-40B4-BE49-F238E27FC236}">
                <a16:creationId xmlns:a16="http://schemas.microsoft.com/office/drawing/2014/main" id="{F9AB6798-86AB-432A-99AD-F251333C4FBA}"/>
              </a:ext>
            </a:extLst>
          </p:cNvPr>
          <p:cNvSpPr>
            <a:spLocks xmlns:a="http://schemas.openxmlformats.org/drawingml/2006/main" noGrp="1"/>
          </p:cNvSpPr>
          <p:nvPr/>
        </p:nvSpPr>
        <p:spPr>
          <a:xfrm xmlns:a="http://schemas.openxmlformats.org/drawingml/2006/main">
            <a:off x="1676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5" name="">
            <a:extLst xmlns:a="http://schemas.openxmlformats.org/drawingml/2006/main">
              <a:ext uri="{FF2B5EF4-FFF2-40B4-BE49-F238E27FC236}">
                <a16:creationId xmlns:a16="http://schemas.microsoft.com/office/drawing/2014/main" id="{D215A3CF-97FE-45A9-BF14-5B929DC184D1}"/>
              </a:ext>
            </a:extLst>
          </p:cNvPr>
          <p:cNvSpPr>
            <a:spLocks xmlns:a="http://schemas.openxmlformats.org/drawingml/2006/main" noGrp="1"/>
          </p:cNvSpPr>
          <p:nvPr/>
        </p:nvSpPr>
        <p:spPr>
          <a:xfrm xmlns:a="http://schemas.openxmlformats.org/drawingml/2006/main">
            <a:off x="1962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6" name="">
            <a:extLst xmlns:a="http://schemas.openxmlformats.org/drawingml/2006/main">
              <a:ext uri="{FF2B5EF4-FFF2-40B4-BE49-F238E27FC236}">
                <a16:creationId xmlns:a16="http://schemas.microsoft.com/office/drawing/2014/main" id="{EFB7A7AA-E8A8-43B6-9CA0-8B19850F4E76}"/>
              </a:ext>
            </a:extLst>
          </p:cNvPr>
          <p:cNvSpPr>
            <a:spLocks xmlns:a="http://schemas.openxmlformats.org/drawingml/2006/main" noGrp="1"/>
          </p:cNvSpPr>
          <p:nvPr/>
        </p:nvSpPr>
        <p:spPr>
          <a:xfrm xmlns:a="http://schemas.openxmlformats.org/drawingml/2006/main">
            <a:off x="533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7" name="">
            <a:extLst xmlns:a="http://schemas.openxmlformats.org/drawingml/2006/main">
              <a:ext uri="{FF2B5EF4-FFF2-40B4-BE49-F238E27FC236}">
                <a16:creationId xmlns:a16="http://schemas.microsoft.com/office/drawing/2014/main" id="{0E6D79CC-1882-4ED7-B972-2F79284E5F31}"/>
              </a:ext>
            </a:extLst>
          </p:cNvPr>
          <p:cNvSpPr>
            <a:spLocks xmlns:a="http://schemas.openxmlformats.org/drawingml/2006/main" noGrp="1"/>
          </p:cNvSpPr>
          <p:nvPr/>
        </p:nvSpPr>
        <p:spPr>
          <a:xfrm xmlns:a="http://schemas.openxmlformats.org/drawingml/2006/main">
            <a:off x="819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8" name="">
            <a:extLst xmlns:a="http://schemas.openxmlformats.org/drawingml/2006/main">
              <a:ext uri="{FF2B5EF4-FFF2-40B4-BE49-F238E27FC236}">
                <a16:creationId xmlns:a16="http://schemas.microsoft.com/office/drawing/2014/main" id="{3CF3119F-F491-44E2-B687-F951179F6EE4}"/>
              </a:ext>
            </a:extLst>
          </p:cNvPr>
          <p:cNvSpPr>
            <a:spLocks xmlns:a="http://schemas.openxmlformats.org/drawingml/2006/main" noGrp="1"/>
          </p:cNvSpPr>
          <p:nvPr/>
        </p:nvSpPr>
        <p:spPr>
          <a:xfrm xmlns:a="http://schemas.openxmlformats.org/drawingml/2006/main">
            <a:off x="11049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9" name="">
            <a:extLst xmlns:a="http://schemas.openxmlformats.org/drawingml/2006/main">
              <a:ext uri="{FF2B5EF4-FFF2-40B4-BE49-F238E27FC236}">
                <a16:creationId xmlns:a16="http://schemas.microsoft.com/office/drawing/2014/main" id="{679697BF-9734-4941-B941-AD286F10CEAA}"/>
              </a:ext>
            </a:extLst>
          </p:cNvPr>
          <p:cNvSpPr>
            <a:spLocks xmlns:a="http://schemas.openxmlformats.org/drawingml/2006/main" noGrp="1"/>
          </p:cNvSpPr>
          <p:nvPr/>
        </p:nvSpPr>
        <p:spPr>
          <a:xfrm xmlns:a="http://schemas.openxmlformats.org/drawingml/2006/main">
            <a:off x="13906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0" name="">
            <a:extLst xmlns:a="http://schemas.openxmlformats.org/drawingml/2006/main">
              <a:ext uri="{FF2B5EF4-FFF2-40B4-BE49-F238E27FC236}">
                <a16:creationId xmlns:a16="http://schemas.microsoft.com/office/drawing/2014/main" id="{478D8433-ED17-4753-BF5F-216314E27ECB}"/>
              </a:ext>
            </a:extLst>
          </p:cNvPr>
          <p:cNvSpPr>
            <a:spLocks xmlns:a="http://schemas.openxmlformats.org/drawingml/2006/main" noGrp="1"/>
          </p:cNvSpPr>
          <p:nvPr/>
        </p:nvSpPr>
        <p:spPr>
          <a:xfrm xmlns:a="http://schemas.openxmlformats.org/drawingml/2006/main">
            <a:off x="1676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1" name="">
            <a:extLst xmlns:a="http://schemas.openxmlformats.org/drawingml/2006/main">
              <a:ext uri="{FF2B5EF4-FFF2-40B4-BE49-F238E27FC236}">
                <a16:creationId xmlns:a16="http://schemas.microsoft.com/office/drawing/2014/main" id="{6AC4543E-2D69-4F81-9BFF-90FB4A82EFBC}"/>
              </a:ext>
            </a:extLst>
          </p:cNvPr>
          <p:cNvSpPr>
            <a:spLocks xmlns:a="http://schemas.openxmlformats.org/drawingml/2006/main" noGrp="1"/>
          </p:cNvSpPr>
          <p:nvPr/>
        </p:nvSpPr>
        <p:spPr>
          <a:xfrm xmlns:a="http://schemas.openxmlformats.org/drawingml/2006/main">
            <a:off x="1962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2" name="">
            <a:extLst xmlns:a="http://schemas.openxmlformats.org/drawingml/2006/main">
              <a:ext uri="{FF2B5EF4-FFF2-40B4-BE49-F238E27FC236}">
                <a16:creationId xmlns:a16="http://schemas.microsoft.com/office/drawing/2014/main" id="{F58C6064-94EF-4243-8D97-3491AF8EDD61}"/>
              </a:ext>
            </a:extLst>
          </p:cNvPr>
          <p:cNvSpPr>
            <a:spLocks xmlns:a="http://schemas.openxmlformats.org/drawingml/2006/main" noGrp="1"/>
          </p:cNvSpPr>
          <p:nvPr/>
        </p:nvSpPr>
        <p:spPr>
          <a:xfrm xmlns:a="http://schemas.openxmlformats.org/drawingml/2006/main">
            <a:off x="3476625"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9D5B00"/>
                </a:solidFill>
                <a:latin typeface="Arial"/>
                <a:ea typeface="Arial"/>
                <a:cs typeface="Arial"/>
              </a:defRPr>
            </a:defPPr>
            <a:lvl1pPr algn="l">
              <a:buNone/>
              <a:defRPr sz="1650" b="1">
                <a:solidFill>
                  <a:srgbClr val="9D5B00"/>
                </a:solidFill>
                <a:latin typeface="Arial"/>
                <a:ea typeface="Arial"/>
                <a:cs typeface="Arial"/>
              </a:defRPr>
            </a:lvl1pPr>
            <a:lvl2pPr algn="l">
              <a:buNone/>
              <a:defRPr sz="1650" b="1">
                <a:solidFill>
                  <a:srgbClr val="9D5B00"/>
                </a:solidFill>
                <a:latin typeface="Arial"/>
                <a:ea typeface="Arial"/>
                <a:cs typeface="Arial"/>
              </a:defRPr>
            </a:lvl2pPr>
            <a:lvl3pPr algn="l">
              <a:buNone/>
              <a:defRPr sz="1650" b="1">
                <a:solidFill>
                  <a:srgbClr val="9D5B00"/>
                </a:solidFill>
                <a:latin typeface="Arial"/>
                <a:ea typeface="Arial"/>
                <a:cs typeface="Arial"/>
              </a:defRPr>
            </a:lvl3pPr>
            <a:lvl4pPr algn="l">
              <a:buNone/>
              <a:defRPr sz="1650" b="1">
                <a:solidFill>
                  <a:srgbClr val="9D5B00"/>
                </a:solidFill>
                <a:latin typeface="Arial"/>
                <a:ea typeface="Arial"/>
                <a:cs typeface="Arial"/>
              </a:defRPr>
            </a:lvl4pPr>
            <a:lvl5pPr algn="l">
              <a:buNone/>
              <a:defRPr sz="1650" b="1">
                <a:solidFill>
                  <a:srgbClr val="9D5B00"/>
                </a:solidFill>
                <a:latin typeface="Arial"/>
                <a:ea typeface="Arial"/>
                <a:cs typeface="Arial"/>
              </a:defRPr>
            </a:lvl5pPr>
            <a:lvl6pPr algn="l">
              <a:buNone/>
              <a:defRPr sz="1650" b="1">
                <a:solidFill>
                  <a:srgbClr val="9D5B00"/>
                </a:solidFill>
                <a:latin typeface="Arial"/>
                <a:ea typeface="Arial"/>
                <a:cs typeface="Arial"/>
              </a:defRPr>
            </a:lvl6pPr>
            <a:lvl7pPr algn="l">
              <a:buNone/>
              <a:defRPr sz="1650" b="1">
                <a:solidFill>
                  <a:srgbClr val="9D5B00"/>
                </a:solidFill>
                <a:latin typeface="Arial"/>
                <a:ea typeface="Arial"/>
                <a:cs typeface="Arial"/>
              </a:defRPr>
            </a:lvl7pPr>
            <a:lvl8pPr algn="l">
              <a:buNone/>
              <a:defRPr sz="1650" b="1">
                <a:solidFill>
                  <a:srgbClr val="9D5B00"/>
                </a:solidFill>
                <a:latin typeface="Arial"/>
                <a:ea typeface="Arial"/>
                <a:cs typeface="Arial"/>
              </a:defRPr>
            </a:lvl8pPr>
            <a:lvl9pPr algn="l">
              <a:buNone/>
              <a:defRPr sz="1650" b="1">
                <a:solidFill>
                  <a:srgbClr val="9D5B00"/>
                </a:solidFill>
                <a:latin typeface="Arial"/>
                <a:ea typeface="Arial"/>
                <a:cs typeface="Arial"/>
              </a:defRPr>
            </a:lvl9pPr>
          </a:lstStyle>
          <a:p xmlns:a="http://schemas.openxmlformats.org/drawingml/2006/main">
            <a:pPr algn="l">
              <a:buNone/>
              <a:defRPr sz="1650" b="1">
                <a:solidFill>
                  <a:srgbClr val="9D5B00"/>
                </a:solidFill>
                <a:latin typeface="Arial"/>
                <a:ea typeface="Arial"/>
                <a:cs typeface="Arial"/>
              </a:defRPr>
            </a:pPr>
            <a:r>
              <a:rPr sz="1650" b="1">
                <a:solidFill>
                  <a:srgbClr val="9D5B00"/>
                </a:solidFill>
                <a:latin typeface="Arial"/>
                <a:ea typeface="Arial"/>
                <a:cs typeface="Arial"/>
              </a:rPr>
              <a:t>Sold: 2 × 6 = 12</a:t>
            </a:r>
          </a:p>
        </p:txBody>
      </p:sp>
      <p:sp>
        <p:nvSpPr>
          <p:cNvPr id="63" name="">
            <a:extLst xmlns:a="http://schemas.openxmlformats.org/drawingml/2006/main">
              <a:ext uri="{FF2B5EF4-FFF2-40B4-BE49-F238E27FC236}">
                <a16:creationId xmlns:a16="http://schemas.microsoft.com/office/drawing/2014/main" id="{5557C7B6-3263-44D1-BAF3-725021481549}"/>
              </a:ext>
            </a:extLst>
          </p:cNvPr>
          <p:cNvSpPr>
            <a:spLocks xmlns:a="http://schemas.openxmlformats.org/drawingml/2006/main" noGrp="1"/>
          </p:cNvSpPr>
          <p:nvPr/>
        </p:nvSpPr>
        <p:spPr>
          <a:xfrm xmlns:a="http://schemas.openxmlformats.org/drawingml/2006/main">
            <a:off x="3476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4" name="">
            <a:extLst xmlns:a="http://schemas.openxmlformats.org/drawingml/2006/main">
              <a:ext uri="{FF2B5EF4-FFF2-40B4-BE49-F238E27FC236}">
                <a16:creationId xmlns:a16="http://schemas.microsoft.com/office/drawing/2014/main" id="{C1BF60DF-7138-4FB9-9998-4FFA2FCE05BE}"/>
              </a:ext>
            </a:extLst>
          </p:cNvPr>
          <p:cNvSpPr>
            <a:spLocks xmlns:a="http://schemas.openxmlformats.org/drawingml/2006/main" noGrp="1"/>
          </p:cNvSpPr>
          <p:nvPr/>
        </p:nvSpPr>
        <p:spPr>
          <a:xfrm xmlns:a="http://schemas.openxmlformats.org/drawingml/2006/main">
            <a:off x="3762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5" name="">
            <a:extLst xmlns:a="http://schemas.openxmlformats.org/drawingml/2006/main">
              <a:ext uri="{FF2B5EF4-FFF2-40B4-BE49-F238E27FC236}">
                <a16:creationId xmlns:a16="http://schemas.microsoft.com/office/drawing/2014/main" id="{4F864D6B-E4C8-4BE3-9A49-CB8BC8C0DFAC}"/>
              </a:ext>
            </a:extLst>
          </p:cNvPr>
          <p:cNvSpPr>
            <a:spLocks xmlns:a="http://schemas.openxmlformats.org/drawingml/2006/main" noGrp="1"/>
          </p:cNvSpPr>
          <p:nvPr/>
        </p:nvSpPr>
        <p:spPr>
          <a:xfrm xmlns:a="http://schemas.openxmlformats.org/drawingml/2006/main">
            <a:off x="40481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6" name="">
            <a:extLst xmlns:a="http://schemas.openxmlformats.org/drawingml/2006/main">
              <a:ext uri="{FF2B5EF4-FFF2-40B4-BE49-F238E27FC236}">
                <a16:creationId xmlns:a16="http://schemas.microsoft.com/office/drawing/2014/main" id="{F2ECC745-2F4E-4FCC-BAC3-3FA7BC52E04F}"/>
              </a:ext>
            </a:extLst>
          </p:cNvPr>
          <p:cNvSpPr>
            <a:spLocks xmlns:a="http://schemas.openxmlformats.org/drawingml/2006/main" noGrp="1"/>
          </p:cNvSpPr>
          <p:nvPr/>
        </p:nvSpPr>
        <p:spPr>
          <a:xfrm xmlns:a="http://schemas.openxmlformats.org/drawingml/2006/main">
            <a:off x="43338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7" name="">
            <a:extLst xmlns:a="http://schemas.openxmlformats.org/drawingml/2006/main">
              <a:ext uri="{FF2B5EF4-FFF2-40B4-BE49-F238E27FC236}">
                <a16:creationId xmlns:a16="http://schemas.microsoft.com/office/drawing/2014/main" id="{A08262E7-68F8-4972-8023-90E23DFB7E83}"/>
              </a:ext>
            </a:extLst>
          </p:cNvPr>
          <p:cNvSpPr>
            <a:spLocks xmlns:a="http://schemas.openxmlformats.org/drawingml/2006/main" noGrp="1"/>
          </p:cNvSpPr>
          <p:nvPr/>
        </p:nvSpPr>
        <p:spPr>
          <a:xfrm xmlns:a="http://schemas.openxmlformats.org/drawingml/2006/main">
            <a:off x="4619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8" name="">
            <a:extLst xmlns:a="http://schemas.openxmlformats.org/drawingml/2006/main">
              <a:ext uri="{FF2B5EF4-FFF2-40B4-BE49-F238E27FC236}">
                <a16:creationId xmlns:a16="http://schemas.microsoft.com/office/drawing/2014/main" id="{F9293DD0-02BB-4F99-AF22-37F634B5001C}"/>
              </a:ext>
            </a:extLst>
          </p:cNvPr>
          <p:cNvSpPr>
            <a:spLocks xmlns:a="http://schemas.openxmlformats.org/drawingml/2006/main" noGrp="1"/>
          </p:cNvSpPr>
          <p:nvPr/>
        </p:nvSpPr>
        <p:spPr>
          <a:xfrm xmlns:a="http://schemas.openxmlformats.org/drawingml/2006/main">
            <a:off x="4905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9" name="">
            <a:extLst xmlns:a="http://schemas.openxmlformats.org/drawingml/2006/main">
              <a:ext uri="{FF2B5EF4-FFF2-40B4-BE49-F238E27FC236}">
                <a16:creationId xmlns:a16="http://schemas.microsoft.com/office/drawing/2014/main" id="{ACC260E9-C0F6-40DF-9150-B81D7B6D5176}"/>
              </a:ext>
            </a:extLst>
          </p:cNvPr>
          <p:cNvSpPr>
            <a:spLocks xmlns:a="http://schemas.openxmlformats.org/drawingml/2006/main" noGrp="1"/>
          </p:cNvSpPr>
          <p:nvPr/>
        </p:nvSpPr>
        <p:spPr>
          <a:xfrm xmlns:a="http://schemas.openxmlformats.org/drawingml/2006/main">
            <a:off x="3476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0" name="">
            <a:extLst xmlns:a="http://schemas.openxmlformats.org/drawingml/2006/main">
              <a:ext uri="{FF2B5EF4-FFF2-40B4-BE49-F238E27FC236}">
                <a16:creationId xmlns:a16="http://schemas.microsoft.com/office/drawing/2014/main" id="{F2B74790-A9A1-46E5-8BD4-EA8171719ACC}"/>
              </a:ext>
            </a:extLst>
          </p:cNvPr>
          <p:cNvSpPr>
            <a:spLocks xmlns:a="http://schemas.openxmlformats.org/drawingml/2006/main" noGrp="1"/>
          </p:cNvSpPr>
          <p:nvPr/>
        </p:nvSpPr>
        <p:spPr>
          <a:xfrm xmlns:a="http://schemas.openxmlformats.org/drawingml/2006/main">
            <a:off x="3762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1" name="">
            <a:extLst xmlns:a="http://schemas.openxmlformats.org/drawingml/2006/main">
              <a:ext uri="{FF2B5EF4-FFF2-40B4-BE49-F238E27FC236}">
                <a16:creationId xmlns:a16="http://schemas.microsoft.com/office/drawing/2014/main" id="{D1830150-A1E7-452E-8776-86FEA9E241E4}"/>
              </a:ext>
            </a:extLst>
          </p:cNvPr>
          <p:cNvSpPr>
            <a:spLocks xmlns:a="http://schemas.openxmlformats.org/drawingml/2006/main" noGrp="1"/>
          </p:cNvSpPr>
          <p:nvPr/>
        </p:nvSpPr>
        <p:spPr>
          <a:xfrm xmlns:a="http://schemas.openxmlformats.org/drawingml/2006/main">
            <a:off x="40481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2" name="">
            <a:extLst xmlns:a="http://schemas.openxmlformats.org/drawingml/2006/main">
              <a:ext uri="{FF2B5EF4-FFF2-40B4-BE49-F238E27FC236}">
                <a16:creationId xmlns:a16="http://schemas.microsoft.com/office/drawing/2014/main" id="{888DB43F-A92F-4AEF-B431-096860C14F78}"/>
              </a:ext>
            </a:extLst>
          </p:cNvPr>
          <p:cNvSpPr>
            <a:spLocks xmlns:a="http://schemas.openxmlformats.org/drawingml/2006/main" noGrp="1"/>
          </p:cNvSpPr>
          <p:nvPr/>
        </p:nvSpPr>
        <p:spPr>
          <a:xfrm xmlns:a="http://schemas.openxmlformats.org/drawingml/2006/main">
            <a:off x="43338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3" name="">
            <a:extLst xmlns:a="http://schemas.openxmlformats.org/drawingml/2006/main">
              <a:ext uri="{FF2B5EF4-FFF2-40B4-BE49-F238E27FC236}">
                <a16:creationId xmlns:a16="http://schemas.microsoft.com/office/drawing/2014/main" id="{552949B1-8319-4F2B-A0C2-8139E2FEAA29}"/>
              </a:ext>
            </a:extLst>
          </p:cNvPr>
          <p:cNvSpPr>
            <a:spLocks xmlns:a="http://schemas.openxmlformats.org/drawingml/2006/main" noGrp="1"/>
          </p:cNvSpPr>
          <p:nvPr/>
        </p:nvSpPr>
        <p:spPr>
          <a:xfrm xmlns:a="http://schemas.openxmlformats.org/drawingml/2006/main">
            <a:off x="4619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4" name="">
            <a:extLst xmlns:a="http://schemas.openxmlformats.org/drawingml/2006/main">
              <a:ext uri="{FF2B5EF4-FFF2-40B4-BE49-F238E27FC236}">
                <a16:creationId xmlns:a16="http://schemas.microsoft.com/office/drawing/2014/main" id="{E7F9BCC7-7D15-4A43-85E4-B4EFEFC4B25E}"/>
              </a:ext>
            </a:extLst>
          </p:cNvPr>
          <p:cNvSpPr>
            <a:spLocks xmlns:a="http://schemas.openxmlformats.org/drawingml/2006/main" noGrp="1"/>
          </p:cNvSpPr>
          <p:nvPr/>
        </p:nvSpPr>
        <p:spPr>
          <a:xfrm xmlns:a="http://schemas.openxmlformats.org/drawingml/2006/main">
            <a:off x="4905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5" name="">
            <a:extLst xmlns:a="http://schemas.openxmlformats.org/drawingml/2006/main">
              <a:ext uri="{FF2B5EF4-FFF2-40B4-BE49-F238E27FC236}">
                <a16:creationId xmlns:a16="http://schemas.microsoft.com/office/drawing/2014/main" id="{26C61C8C-11BB-4466-AEA6-446789CE651E}"/>
              </a:ext>
            </a:extLst>
          </p:cNvPr>
          <p:cNvSpPr>
            <a:spLocks xmlns:a="http://schemas.openxmlformats.org/drawingml/2006/main" noGrp="1"/>
          </p:cNvSpPr>
          <p:nvPr/>
        </p:nvSpPr>
        <p:spPr>
          <a:xfrm xmlns:a="http://schemas.openxmlformats.org/drawingml/2006/main">
            <a:off x="641985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713C"/>
                </a:solidFill>
                <a:latin typeface="Arial"/>
                <a:ea typeface="Arial"/>
                <a:cs typeface="Arial"/>
              </a:defRPr>
            </a:defPPr>
            <a:lvl1pPr algn="l">
              <a:buNone/>
              <a:defRPr sz="1650" b="1">
                <a:solidFill>
                  <a:srgbClr val="19713C"/>
                </a:solidFill>
                <a:latin typeface="Arial"/>
                <a:ea typeface="Arial"/>
                <a:cs typeface="Arial"/>
              </a:defRPr>
            </a:lvl1pPr>
            <a:lvl2pPr algn="l">
              <a:buNone/>
              <a:defRPr sz="1650" b="1">
                <a:solidFill>
                  <a:srgbClr val="19713C"/>
                </a:solidFill>
                <a:latin typeface="Arial"/>
                <a:ea typeface="Arial"/>
                <a:cs typeface="Arial"/>
              </a:defRPr>
            </a:lvl2pPr>
            <a:lvl3pPr algn="l">
              <a:buNone/>
              <a:defRPr sz="1650" b="1">
                <a:solidFill>
                  <a:srgbClr val="19713C"/>
                </a:solidFill>
                <a:latin typeface="Arial"/>
                <a:ea typeface="Arial"/>
                <a:cs typeface="Arial"/>
              </a:defRPr>
            </a:lvl3pPr>
            <a:lvl4pPr algn="l">
              <a:buNone/>
              <a:defRPr sz="1650" b="1">
                <a:solidFill>
                  <a:srgbClr val="19713C"/>
                </a:solidFill>
                <a:latin typeface="Arial"/>
                <a:ea typeface="Arial"/>
                <a:cs typeface="Arial"/>
              </a:defRPr>
            </a:lvl4pPr>
            <a:lvl5pPr algn="l">
              <a:buNone/>
              <a:defRPr sz="1650" b="1">
                <a:solidFill>
                  <a:srgbClr val="19713C"/>
                </a:solidFill>
                <a:latin typeface="Arial"/>
                <a:ea typeface="Arial"/>
                <a:cs typeface="Arial"/>
              </a:defRPr>
            </a:lvl5pPr>
            <a:lvl6pPr algn="l">
              <a:buNone/>
              <a:defRPr sz="1650" b="1">
                <a:solidFill>
                  <a:srgbClr val="19713C"/>
                </a:solidFill>
                <a:latin typeface="Arial"/>
                <a:ea typeface="Arial"/>
                <a:cs typeface="Arial"/>
              </a:defRPr>
            </a:lvl6pPr>
            <a:lvl7pPr algn="l">
              <a:buNone/>
              <a:defRPr sz="1650" b="1">
                <a:solidFill>
                  <a:srgbClr val="19713C"/>
                </a:solidFill>
                <a:latin typeface="Arial"/>
                <a:ea typeface="Arial"/>
                <a:cs typeface="Arial"/>
              </a:defRPr>
            </a:lvl7pPr>
            <a:lvl8pPr algn="l">
              <a:buNone/>
              <a:defRPr sz="1650" b="1">
                <a:solidFill>
                  <a:srgbClr val="19713C"/>
                </a:solidFill>
                <a:latin typeface="Arial"/>
                <a:ea typeface="Arial"/>
                <a:cs typeface="Arial"/>
              </a:defRPr>
            </a:lvl8pPr>
            <a:lvl9pPr algn="l">
              <a:buNone/>
              <a:defRPr sz="1650" b="1">
                <a:solidFill>
                  <a:srgbClr val="19713C"/>
                </a:solidFill>
                <a:latin typeface="Arial"/>
                <a:ea typeface="Arial"/>
                <a:cs typeface="Arial"/>
              </a:defRPr>
            </a:lvl9pPr>
          </a:lstStyle>
          <a:p xmlns:a="http://schemas.openxmlformats.org/drawingml/2006/main">
            <a:pPr algn="l">
              <a:buNone/>
              <a:defRPr sz="1650" b="1">
                <a:solidFill>
                  <a:srgbClr val="19713C"/>
                </a:solidFill>
                <a:latin typeface="Arial"/>
                <a:ea typeface="Arial"/>
                <a:cs typeface="Arial"/>
              </a:defRPr>
            </a:pPr>
            <a:r>
              <a:rPr sz="1650" b="1">
                <a:solidFill>
                  <a:srgbClr val="19713C"/>
                </a:solidFill>
                <a:latin typeface="Arial"/>
                <a:ea typeface="Arial"/>
                <a:cs typeface="Arial"/>
              </a:rPr>
              <a:t>After: 12 pieces</a:t>
            </a:r>
          </a:p>
        </p:txBody>
      </p:sp>
      <p:sp>
        <p:nvSpPr>
          <p:cNvPr id="76" name="">
            <a:extLst xmlns:a="http://schemas.openxmlformats.org/drawingml/2006/main">
              <a:ext uri="{FF2B5EF4-FFF2-40B4-BE49-F238E27FC236}">
                <a16:creationId xmlns:a16="http://schemas.microsoft.com/office/drawing/2014/main" id="{D2A02CE2-8A52-43BB-8DA3-E7C10B3BCE3E}"/>
              </a:ext>
            </a:extLst>
          </p:cNvPr>
          <p:cNvSpPr>
            <a:spLocks xmlns:a="http://schemas.openxmlformats.org/drawingml/2006/main" noGrp="1"/>
          </p:cNvSpPr>
          <p:nvPr/>
        </p:nvSpPr>
        <p:spPr>
          <a:xfrm xmlns:a="http://schemas.openxmlformats.org/drawingml/2006/main">
            <a:off x="6419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7" name="">
            <a:extLst xmlns:a="http://schemas.openxmlformats.org/drawingml/2006/main">
              <a:ext uri="{FF2B5EF4-FFF2-40B4-BE49-F238E27FC236}">
                <a16:creationId xmlns:a16="http://schemas.microsoft.com/office/drawing/2014/main" id="{E4D6EB1D-CA6C-4269-A1FC-373CFB0C9B71}"/>
              </a:ext>
            </a:extLst>
          </p:cNvPr>
          <p:cNvSpPr>
            <a:spLocks xmlns:a="http://schemas.openxmlformats.org/drawingml/2006/main" noGrp="1"/>
          </p:cNvSpPr>
          <p:nvPr/>
        </p:nvSpPr>
        <p:spPr>
          <a:xfrm xmlns:a="http://schemas.openxmlformats.org/drawingml/2006/main">
            <a:off x="6705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8" name="">
            <a:extLst xmlns:a="http://schemas.openxmlformats.org/drawingml/2006/main">
              <a:ext uri="{FF2B5EF4-FFF2-40B4-BE49-F238E27FC236}">
                <a16:creationId xmlns:a16="http://schemas.microsoft.com/office/drawing/2014/main" id="{DB24B2F8-A266-4945-A849-597A3E87984C}"/>
              </a:ext>
            </a:extLst>
          </p:cNvPr>
          <p:cNvSpPr>
            <a:spLocks xmlns:a="http://schemas.openxmlformats.org/drawingml/2006/main" noGrp="1"/>
          </p:cNvSpPr>
          <p:nvPr/>
        </p:nvSpPr>
        <p:spPr>
          <a:xfrm xmlns:a="http://schemas.openxmlformats.org/drawingml/2006/main">
            <a:off x="69913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9" name="">
            <a:extLst xmlns:a="http://schemas.openxmlformats.org/drawingml/2006/main">
              <a:ext uri="{FF2B5EF4-FFF2-40B4-BE49-F238E27FC236}">
                <a16:creationId xmlns:a16="http://schemas.microsoft.com/office/drawing/2014/main" id="{6AACA37E-3CFC-415A-9856-9B03B3D0562F}"/>
              </a:ext>
            </a:extLst>
          </p:cNvPr>
          <p:cNvSpPr>
            <a:spLocks xmlns:a="http://schemas.openxmlformats.org/drawingml/2006/main" noGrp="1"/>
          </p:cNvSpPr>
          <p:nvPr/>
        </p:nvSpPr>
        <p:spPr>
          <a:xfrm xmlns:a="http://schemas.openxmlformats.org/drawingml/2006/main">
            <a:off x="72771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0" name="">
            <a:extLst xmlns:a="http://schemas.openxmlformats.org/drawingml/2006/main">
              <a:ext uri="{FF2B5EF4-FFF2-40B4-BE49-F238E27FC236}">
                <a16:creationId xmlns:a16="http://schemas.microsoft.com/office/drawing/2014/main" id="{7682D40F-C81C-4C3A-9F60-25041A8966A8}"/>
              </a:ext>
            </a:extLst>
          </p:cNvPr>
          <p:cNvSpPr>
            <a:spLocks xmlns:a="http://schemas.openxmlformats.org/drawingml/2006/main" noGrp="1"/>
          </p:cNvSpPr>
          <p:nvPr/>
        </p:nvSpPr>
        <p:spPr>
          <a:xfrm xmlns:a="http://schemas.openxmlformats.org/drawingml/2006/main">
            <a:off x="7562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1" name="">
            <a:extLst xmlns:a="http://schemas.openxmlformats.org/drawingml/2006/main">
              <a:ext uri="{FF2B5EF4-FFF2-40B4-BE49-F238E27FC236}">
                <a16:creationId xmlns:a16="http://schemas.microsoft.com/office/drawing/2014/main" id="{F48FA60A-5845-4CFD-8AA3-2E531F14864A}"/>
              </a:ext>
            </a:extLst>
          </p:cNvPr>
          <p:cNvSpPr>
            <a:spLocks xmlns:a="http://schemas.openxmlformats.org/drawingml/2006/main" noGrp="1"/>
          </p:cNvSpPr>
          <p:nvPr/>
        </p:nvSpPr>
        <p:spPr>
          <a:xfrm xmlns:a="http://schemas.openxmlformats.org/drawingml/2006/main">
            <a:off x="7848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2" name="">
            <a:extLst xmlns:a="http://schemas.openxmlformats.org/drawingml/2006/main">
              <a:ext uri="{FF2B5EF4-FFF2-40B4-BE49-F238E27FC236}">
                <a16:creationId xmlns:a16="http://schemas.microsoft.com/office/drawing/2014/main" id="{E63F31A7-ACDF-47E1-9A0D-CF8E138CF8EE}"/>
              </a:ext>
            </a:extLst>
          </p:cNvPr>
          <p:cNvSpPr>
            <a:spLocks xmlns:a="http://schemas.openxmlformats.org/drawingml/2006/main" noGrp="1"/>
          </p:cNvSpPr>
          <p:nvPr/>
        </p:nvSpPr>
        <p:spPr>
          <a:xfrm xmlns:a="http://schemas.openxmlformats.org/drawingml/2006/main">
            <a:off x="6419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3" name="">
            <a:extLst xmlns:a="http://schemas.openxmlformats.org/drawingml/2006/main">
              <a:ext uri="{FF2B5EF4-FFF2-40B4-BE49-F238E27FC236}">
                <a16:creationId xmlns:a16="http://schemas.microsoft.com/office/drawing/2014/main" id="{B76870D8-856B-41F8-9D38-12F0D165DE10}"/>
              </a:ext>
            </a:extLst>
          </p:cNvPr>
          <p:cNvSpPr>
            <a:spLocks xmlns:a="http://schemas.openxmlformats.org/drawingml/2006/main" noGrp="1"/>
          </p:cNvSpPr>
          <p:nvPr/>
        </p:nvSpPr>
        <p:spPr>
          <a:xfrm xmlns:a="http://schemas.openxmlformats.org/drawingml/2006/main">
            <a:off x="6705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4" name="">
            <a:extLst xmlns:a="http://schemas.openxmlformats.org/drawingml/2006/main">
              <a:ext uri="{FF2B5EF4-FFF2-40B4-BE49-F238E27FC236}">
                <a16:creationId xmlns:a16="http://schemas.microsoft.com/office/drawing/2014/main" id="{7415C376-382F-4A5D-8755-5DA6234FB88D}"/>
              </a:ext>
            </a:extLst>
          </p:cNvPr>
          <p:cNvSpPr>
            <a:spLocks xmlns:a="http://schemas.openxmlformats.org/drawingml/2006/main" noGrp="1"/>
          </p:cNvSpPr>
          <p:nvPr/>
        </p:nvSpPr>
        <p:spPr>
          <a:xfrm xmlns:a="http://schemas.openxmlformats.org/drawingml/2006/main">
            <a:off x="69913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5" name="">
            <a:extLst xmlns:a="http://schemas.openxmlformats.org/drawingml/2006/main">
              <a:ext uri="{FF2B5EF4-FFF2-40B4-BE49-F238E27FC236}">
                <a16:creationId xmlns:a16="http://schemas.microsoft.com/office/drawing/2014/main" id="{0A322BB1-577E-4A6F-9396-D4472BCCEF7D}"/>
              </a:ext>
            </a:extLst>
          </p:cNvPr>
          <p:cNvSpPr>
            <a:spLocks xmlns:a="http://schemas.openxmlformats.org/drawingml/2006/main" noGrp="1"/>
          </p:cNvSpPr>
          <p:nvPr/>
        </p:nvSpPr>
        <p:spPr>
          <a:xfrm xmlns:a="http://schemas.openxmlformats.org/drawingml/2006/main">
            <a:off x="72771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6" name="">
            <a:extLst xmlns:a="http://schemas.openxmlformats.org/drawingml/2006/main">
              <a:ext uri="{FF2B5EF4-FFF2-40B4-BE49-F238E27FC236}">
                <a16:creationId xmlns:a16="http://schemas.microsoft.com/office/drawing/2014/main" id="{D7851C57-6C36-4E65-964C-B2785C53363A}"/>
              </a:ext>
            </a:extLst>
          </p:cNvPr>
          <p:cNvSpPr>
            <a:spLocks xmlns:a="http://schemas.openxmlformats.org/drawingml/2006/main" noGrp="1"/>
          </p:cNvSpPr>
          <p:nvPr/>
        </p:nvSpPr>
        <p:spPr>
          <a:xfrm xmlns:a="http://schemas.openxmlformats.org/drawingml/2006/main">
            <a:off x="7562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7" name="">
            <a:extLst xmlns:a="http://schemas.openxmlformats.org/drawingml/2006/main">
              <a:ext uri="{FF2B5EF4-FFF2-40B4-BE49-F238E27FC236}">
                <a16:creationId xmlns:a16="http://schemas.microsoft.com/office/drawing/2014/main" id="{7A000355-8784-47C8-BFB3-0DA1ACE2E341}"/>
              </a:ext>
            </a:extLst>
          </p:cNvPr>
          <p:cNvSpPr>
            <a:spLocks xmlns:a="http://schemas.openxmlformats.org/drawingml/2006/main" noGrp="1"/>
          </p:cNvSpPr>
          <p:nvPr/>
        </p:nvSpPr>
        <p:spPr>
          <a:xfrm xmlns:a="http://schemas.openxmlformats.org/drawingml/2006/main">
            <a:off x="7848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9" name="">
            <a:extLst xmlns:a="http://schemas.openxmlformats.org/drawingml/2006/main">
              <a:ext uri="{FF2B5EF4-FFF2-40B4-BE49-F238E27FC236}">
                <a16:creationId xmlns:a16="http://schemas.microsoft.com/office/drawing/2014/main" id="{331D92B2-AF48-4917-81F7-1912840ED3BB}"/>
              </a:ext>
            </a:extLst>
          </p:cNvPr>
          <p:cNvSpPr>
            <a:spLocks xmlns:a="http://schemas.openxmlformats.org/drawingml/2006/main" noGrp="1"/>
          </p:cNvSpPr>
          <p:nvPr/>
        </p:nvSpPr>
        <p:spPr>
          <a:xfrm xmlns:a="http://schemas.openxmlformats.org/drawingml/2006/main">
            <a:off x="2486025"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deduct</a:t>
            </a:r>
          </a:p>
        </p:txBody>
      </p:sp>
      <p:sp>
        <p:nvSpPr>
          <p:cNvPr id="91" name="">
            <a:extLst xmlns:a="http://schemas.openxmlformats.org/drawingml/2006/main">
              <a:ext uri="{FF2B5EF4-FFF2-40B4-BE49-F238E27FC236}">
                <a16:creationId xmlns:a16="http://schemas.microsoft.com/office/drawing/2014/main" id="{2B7A7472-40E7-45E5-AEFE-4DF999BE421A}"/>
              </a:ext>
            </a:extLst>
          </p:cNvPr>
          <p:cNvSpPr>
            <a:spLocks xmlns:a="http://schemas.openxmlformats.org/drawingml/2006/main" noGrp="1"/>
          </p:cNvSpPr>
          <p:nvPr/>
        </p:nvSpPr>
        <p:spPr>
          <a:xfrm xmlns:a="http://schemas.openxmlformats.org/drawingml/2006/main">
            <a:off x="5448300"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balance</a:t>
            </a:r>
          </a:p>
        </p:txBody>
      </p:sp>
      <p:sp>
        <p:nvSpPr>
          <p:cNvPr id="92" name="">
            <a:extLst xmlns:a="http://schemas.openxmlformats.org/drawingml/2006/main">
              <a:ext uri="{FF2B5EF4-FFF2-40B4-BE49-F238E27FC236}">
                <a16:creationId xmlns:a16="http://schemas.microsoft.com/office/drawing/2014/main" id="{4C5283D3-6F57-4C2E-9D1A-EF3668635EFF}"/>
              </a:ext>
            </a:extLst>
          </p:cNvPr>
          <p:cNvSpPr>
            <a:spLocks xmlns:a="http://schemas.openxmlformats.org/drawingml/2006/main" noGrp="1"/>
          </p:cNvSpPr>
          <p:nvPr/>
        </p:nvSpPr>
        <p:spPr>
          <a:xfrm xmlns:a="http://schemas.openxmlformats.org/drawingml/2006/main">
            <a:off x="533400" y="4429125"/>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Each block = 1 piece. Receiving adds base units. Selling-price approval is separate.</a:t>
            </a:r>
          </a:p>
        </p:txBody>
      </p:sp>
    </p:spTree>
    <p:extLst>
      <p:ext uri="{BB962C8B-B14F-4D97-AF65-F5344CB8AC3E}">
        <p14:creationId xmlns:p14="http://schemas.microsoft.com/office/powerpoint/2010/main" val="64959019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9" name="Picture 18">
            <a:extLst xmlns:a="http://schemas.openxmlformats.org/drawingml/2006/main">
              <a:ext uri="{FF2B5EF4-FFF2-40B4-BE49-F238E27FC236}">
                <a16:creationId xmlns:a16="http://schemas.microsoft.com/office/drawing/2014/main" id="{DE0035A3-4479-4F0E-99E1-BDD1D5444832}"/>
              </a:ext>
            </a:extLst>
          </p:cNvPr>
          <p:cNvPicPr>
            <a:picLocks xmlns:a="http://schemas.openxmlformats.org/drawingml/2006/main" noChangeAspect="1"/>
          </p:cNvPicPr>
          <p:nvPr/>
        </p:nvPicPr>
        <p:blipFill>
          <a:blip xmlns:r="http://schemas.openxmlformats.org/officeDocument/2006/relationships" xmlns:a="http://schemas.openxmlformats.org/drawingml/2006/main" r:embed="R36f22406e5a34f5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8">
            <a:extLst xmlns:a="http://schemas.openxmlformats.org/drawingml/2006/main">
              <a:ext uri="{FF2B5EF4-FFF2-40B4-BE49-F238E27FC236}">
                <a16:creationId xmlns:a16="http://schemas.microsoft.com/office/drawing/2014/main" id="{1FDE2168-784E-4CE9-95E8-7C8F20B773C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sp>
        <p:nvSpPr>
          <p:cNvPr id="4" name="current-content-112">
            <a:extLst xmlns:a="http://schemas.openxmlformats.org/drawingml/2006/main">
              <a:ext uri="{FF2B5EF4-FFF2-40B4-BE49-F238E27FC236}">
                <a16:creationId xmlns:a16="http://schemas.microsoft.com/office/drawing/2014/main" id="{96954CFD-A8AC-4E63-BBF9-6611069F43F3}"/>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5" name="current-content-113">
            <a:extLst xmlns:a="http://schemas.openxmlformats.org/drawingml/2006/main">
              <a:ext uri="{FF2B5EF4-FFF2-40B4-BE49-F238E27FC236}">
                <a16:creationId xmlns:a16="http://schemas.microsoft.com/office/drawing/2014/main" id="{6619B2D9-9579-4705-9AF1-F479F96A09DE}"/>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6" name="Straight Connector 5">
            <a:extLst xmlns:a="http://schemas.openxmlformats.org/drawingml/2006/main">
              <a:ext uri="{FF2B5EF4-FFF2-40B4-BE49-F238E27FC236}">
                <a16:creationId xmlns:a16="http://schemas.microsoft.com/office/drawing/2014/main" id="{F8998EDA-4390-4FE2-AA0C-2B213ADB31A7}"/>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114">
            <a:extLst xmlns:a="http://schemas.openxmlformats.org/drawingml/2006/main">
              <a:ext uri="{FF2B5EF4-FFF2-40B4-BE49-F238E27FC236}">
                <a16:creationId xmlns:a16="http://schemas.microsoft.com/office/drawing/2014/main" id="{3EED4A95-F050-47AD-B375-4FF458EDEEFA}"/>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8" name="current-content-115">
            <a:extLst xmlns:a="http://schemas.openxmlformats.org/drawingml/2006/main">
              <a:ext uri="{FF2B5EF4-FFF2-40B4-BE49-F238E27FC236}">
                <a16:creationId xmlns:a16="http://schemas.microsoft.com/office/drawing/2014/main" id="{4B42E1A8-E2C3-444E-977B-DEF537336A48}"/>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9" name="Straight Connector 8">
            <a:extLst xmlns:a="http://schemas.openxmlformats.org/drawingml/2006/main">
              <a:ext uri="{FF2B5EF4-FFF2-40B4-BE49-F238E27FC236}">
                <a16:creationId xmlns:a16="http://schemas.microsoft.com/office/drawing/2014/main" id="{C634A3A8-C006-4898-8BFB-7490151EBC3D}"/>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116">
            <a:extLst xmlns:a="http://schemas.openxmlformats.org/drawingml/2006/main">
              <a:ext uri="{FF2B5EF4-FFF2-40B4-BE49-F238E27FC236}">
                <a16:creationId xmlns:a16="http://schemas.microsoft.com/office/drawing/2014/main" id="{3219341E-FCD2-4572-8FA9-F5605A0D0282}"/>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1" name="current-content-117">
            <a:extLst xmlns:a="http://schemas.openxmlformats.org/drawingml/2006/main">
              <a:ext uri="{FF2B5EF4-FFF2-40B4-BE49-F238E27FC236}">
                <a16:creationId xmlns:a16="http://schemas.microsoft.com/office/drawing/2014/main" id="{6BB78E61-E53B-45FB-B246-36E740F53261}"/>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2" name="Straight Connector 11">
            <a:extLst xmlns:a="http://schemas.openxmlformats.org/drawingml/2006/main">
              <a:ext uri="{FF2B5EF4-FFF2-40B4-BE49-F238E27FC236}">
                <a16:creationId xmlns:a16="http://schemas.microsoft.com/office/drawing/2014/main" id="{88EBA718-C57D-4022-8734-123377C6193A}"/>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3" name="current-content-118">
            <a:extLst xmlns:a="http://schemas.openxmlformats.org/drawingml/2006/main">
              <a:ext uri="{FF2B5EF4-FFF2-40B4-BE49-F238E27FC236}">
                <a16:creationId xmlns:a16="http://schemas.microsoft.com/office/drawing/2014/main" id="{D871CAB6-9768-4DA2-89BD-D78D81606B24}"/>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4" name="current-content-119">
            <a:extLst xmlns:a="http://schemas.openxmlformats.org/drawingml/2006/main">
              <a:ext uri="{FF2B5EF4-FFF2-40B4-BE49-F238E27FC236}">
                <a16:creationId xmlns:a16="http://schemas.microsoft.com/office/drawing/2014/main" id="{B25D8566-ACBE-4AD3-B7F9-9FF8437CD246}"/>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5" name="Straight Connector 14">
            <a:extLst xmlns:a="http://schemas.openxmlformats.org/drawingml/2006/main">
              <a:ext uri="{FF2B5EF4-FFF2-40B4-BE49-F238E27FC236}">
                <a16:creationId xmlns:a16="http://schemas.microsoft.com/office/drawing/2014/main" id="{ACB0DA79-4119-4E8E-98E1-5C5B664B13E6}"/>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6" name="current-content-120">
            <a:extLst xmlns:a="http://schemas.openxmlformats.org/drawingml/2006/main">
              <a:ext uri="{FF2B5EF4-FFF2-40B4-BE49-F238E27FC236}">
                <a16:creationId xmlns:a16="http://schemas.microsoft.com/office/drawing/2014/main" id="{90FB75DF-2E99-4E48-A62B-FC09B65703DB}"/>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7" name="current-content-121">
            <a:extLst xmlns:a="http://schemas.openxmlformats.org/drawingml/2006/main">
              <a:ext uri="{FF2B5EF4-FFF2-40B4-BE49-F238E27FC236}">
                <a16:creationId xmlns:a16="http://schemas.microsoft.com/office/drawing/2014/main" id="{C2A3274D-798F-4093-BF80-03E40D0473DA}"/>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8" name="current-content-122">
            <a:extLst xmlns:a="http://schemas.openxmlformats.org/drawingml/2006/main">
              <a:ext uri="{FF2B5EF4-FFF2-40B4-BE49-F238E27FC236}">
                <a16:creationId xmlns:a16="http://schemas.microsoft.com/office/drawing/2014/main" id="{B1E12E2F-0720-4B3F-82DE-BAEE5EB317F2}"/>
              </a:ext>
            </a:extLst>
          </p:cNvPr>
          <p:cNvSpPr>
            <a:spLocks xmlns:a="http://schemas.openxmlformats.org/drawingml/2006/main" noGrp="1"/>
          </p:cNvSpPr>
          <p:nvPr/>
        </p:nvSpPr>
        <p:spPr>
          <a:xfrm xmlns:a="http://schemas.openxmlformats.org/drawingml/2006/main">
            <a:off x="533400" y="442912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9320232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147364C9-17F9-413B-ACB2-B86BAC15ED8F}"/>
              </a:ext>
            </a:extLst>
          </p:cNvPr>
          <p:cNvPicPr>
            <a:picLocks xmlns:a="http://schemas.openxmlformats.org/drawingml/2006/main" noChangeAspect="1"/>
          </p:cNvPicPr>
          <p:nvPr/>
        </p:nvPicPr>
        <p:blipFill>
          <a:blip xmlns:r="http://schemas.openxmlformats.org/officeDocument/2006/relationships" xmlns:a="http://schemas.openxmlformats.org/drawingml/2006/main" r:embed="R02863ebe11f2441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2262631-059D-4502-B503-D9D4F94F04CA}"/>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5FBB3FAC-7891-4E2D-B3AF-A41129615F3B}"/>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System checks, 27 October 2026</a:t>
            </a:r>
          </a:p>
        </p:txBody>
      </p:sp>
      <p:graphicFrame>
        <p:nvGraphicFramePr>
          <p:cNvPr id="4" name="">
            <a:extLst xmlns:a="http://schemas.openxmlformats.org/drawingml/2006/main">
              <a:ext uri="{FF2B5EF4-FFF2-40B4-BE49-F238E27FC236}">
                <a16:creationId xmlns:a16="http://schemas.microsoft.com/office/drawing/2014/main" id="{E83BE5EB-AFD8-4C4D-B6CE-0B8100933C8F}"/>
              </a:ext>
            </a:extLst>
          </p:cNvPr>
          <p:cNvGraphicFramePr/>
          <p:nvPr/>
        </p:nvGraphicFramePr>
        <p:xfrm>
          <a:off xmlns:a="http://schemas.openxmlformats.org/drawingml/2006/main" x="533400" y="1514475"/>
          <a:ext xmlns:a="http://schemas.openxmlformats.org/drawingml/2006/main" cx="8058150" cy="2286000"/>
        </p:xfrm>
        <a:graphic xmlns:a="http://schemas.openxmlformats.org/drawingml/2006/main">
          <a:graphicData uri="http://schemas.openxmlformats.org/drawingml/2006/table">
            <a:tbl>
              <a:tblPr/>
              <a:tblGrid>
                <a:gridCol w="2333625"/>
                <a:gridCol w="1619250"/>
                <a:gridCol w="4105275"/>
              </a:tblGrid>
              <a:tr h="428625">
                <a:tc>
                  <a:txBody>
                    <a:bodyPr wrap="square" lIns="47625" tIns="47625" rIns="47625" bIns="47625"/>
                    <a:lstStyle/>
                    <a:p>
                      <a:pPr algn="ctr"/>
                      <a:r>
                        <a:rPr sz="1500" b="1">
                          <a:solidFill>
                            <a:srgbClr val="171717"/>
                          </a:solidFill>
                          <a:latin typeface="Cambria"/>
                          <a:ea typeface="Cambria"/>
                          <a:cs typeface="Cambria"/>
                        </a:rPr>
                        <a:t>What was checked</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47625" tIns="47625" rIns="47625" bIns="47625"/>
                    <a:lstStyle/>
                    <a:p>
                      <a:pPr algn="ctr"/>
                      <a:r>
                        <a:rPr sz="1500" b="1">
                          <a:solidFill>
                            <a:srgbClr val="171717"/>
                          </a:solidFill>
                          <a:latin typeface="Cambria"/>
                          <a:ea typeface="Cambria"/>
                          <a:cs typeface="Cambria"/>
                        </a:rPr>
                        <a:t>Result</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47625" tIns="47625" rIns="47625" bIns="47625"/>
                    <a:lstStyle/>
                    <a:p>
                      <a:pPr algn="ctr"/>
                      <a:r>
                        <a:rPr sz="1500" b="1">
                          <a:solidFill>
                            <a:srgbClr val="171717"/>
                          </a:solidFill>
                          <a:latin typeface="Cambria"/>
                          <a:ea typeface="Cambria"/>
                          <a:cs typeface="Cambria"/>
                        </a:rPr>
                        <a:t>What it means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523875">
                <a:tc>
                  <a:txBody>
                    <a:bodyPr wrap="square" lIns="47625" tIns="47625" rIns="47625" bIns="47625"/>
                    <a:lstStyle/>
                    <a:p>
                      <a:pPr algn="l"/>
                      <a:r>
                        <a:rPr sz="1500" b="0">
                          <a:solidFill>
                            <a:srgbClr val="171717"/>
                          </a:solidFill>
                          <a:latin typeface="Cambria"/>
                          <a:ea typeface="Cambria"/>
                          <a:cs typeface="Cambria"/>
                        </a:rPr>
                        <a:t>Application build</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ctr"/>
                      <a:r>
                        <a:rPr sz="1500" b="0">
                          <a:solidFill>
                            <a:srgbClr val="171717"/>
                          </a:solidFill>
                          <a:latin typeface="Cambria"/>
                          <a:ea typeface="Cambria"/>
                          <a:cs typeface="Cambria"/>
                        </a:rPr>
                        <a:t>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00" b="0">
                          <a:solidFill>
                            <a:srgbClr val="171717"/>
                          </a:solidFill>
                          <a:latin typeface="Cambria"/>
                          <a:ea typeface="Cambria"/>
                          <a:cs typeface="Cambria"/>
                        </a:rPr>
                        <a:t>The application built without errors.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523875">
                <a:tc>
                  <a:txBody>
                    <a:bodyPr wrap="square" lIns="47625" tIns="47625" rIns="47625" bIns="47625"/>
                    <a:lstStyle/>
                    <a:p>
                      <a:pPr algn="l"/>
                      <a:r>
                        <a:rPr sz="1500" b="0">
                          <a:solidFill>
                            <a:srgbClr val="171717"/>
                          </a:solidFill>
                          <a:latin typeface="Cambria"/>
                          <a:ea typeface="Cambria"/>
                          <a:cs typeface="Cambria"/>
                        </a:rPr>
                        <a:t>Sales calculations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ctr"/>
                      <a:r>
                        <a:rPr sz="1500" b="0">
                          <a:solidFill>
                            <a:srgbClr val="171717"/>
                          </a:solidFill>
                          <a:latin typeface="Cambria"/>
                          <a:ea typeface="Cambria"/>
                          <a:cs typeface="Cambria"/>
                        </a:rPr>
                        <a:t>17 of 17 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00" b="0">
                          <a:solidFill>
                            <a:srgbClr val="171717"/>
                          </a:solidFill>
                          <a:latin typeface="Cambria"/>
                          <a:ea typeface="Cambria"/>
                          <a:cs typeface="Cambria"/>
                        </a:rPr>
                        <a:t>Tested calculations gave the expected results.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523875">
                <a:tc>
                  <a:txBody>
                    <a:bodyPr wrap="square" lIns="47625" tIns="47625" rIns="47625" bIns="47625"/>
                    <a:lstStyle/>
                    <a:p>
                      <a:pPr algn="l"/>
                      <a:r>
                        <a:rPr sz="1500" b="0">
                          <a:solidFill>
                            <a:srgbClr val="171717"/>
                          </a:solidFill>
                          <a:latin typeface="Cambria"/>
                          <a:ea typeface="Cambria"/>
                          <a:cs typeface="Cambria"/>
                        </a:rPr>
                        <a:t>Login protection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ctr"/>
                      <a:r>
                        <a:rPr sz="1500" b="0">
                          <a:solidFill>
                            <a:srgbClr val="171717"/>
                          </a:solidFill>
                          <a:latin typeface="Cambria"/>
                          <a:ea typeface="Cambria"/>
                          <a:cs typeface="Cambria"/>
                        </a:rPr>
                        <a:t>4 of 4 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00" b="0">
                          <a:solidFill>
                            <a:srgbClr val="171717"/>
                          </a:solidFill>
                          <a:latin typeface="Cambria"/>
                          <a:ea typeface="Cambria"/>
                          <a:cs typeface="Cambria"/>
                        </a:rPr>
                        <a:t>Protected pages required users to sign 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523875">
                <a:tc>
                  <a:txBody>
                    <a:bodyPr wrap="square" lIns="47625" tIns="47625" rIns="47625" bIns="47625"/>
                    <a:lstStyle/>
                    <a:p>
                      <a:pPr algn="l"/>
                      <a:r>
                        <a:rPr sz="1500" b="0">
                          <a:solidFill>
                            <a:srgbClr val="171717"/>
                          </a:solidFill>
                          <a:latin typeface="Cambria"/>
                          <a:ea typeface="Cambria"/>
                          <a:cs typeface="Cambria"/>
                        </a:rPr>
                        <a:t>Access rules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ctr"/>
                      <a:r>
                        <a:rPr sz="1500" b="0">
                          <a:solidFill>
                            <a:srgbClr val="171717"/>
                          </a:solidFill>
                          <a:latin typeface="Cambria"/>
                          <a:ea typeface="Cambria"/>
                          <a:cs typeface="Cambria"/>
                        </a:rPr>
                        <a:t>20 of 22 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00" b="0">
                          <a:solidFill>
                            <a:srgbClr val="171717"/>
                          </a:solidFill>
                          <a:latin typeface="Cambria"/>
                          <a:ea typeface="Cambria"/>
                          <a:cs typeface="Cambria"/>
                        </a:rPr>
                        <a:t>Two security gaps still need fixing.</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523875">
                <a:tc>
                  <a:txBody>
                    <a:bodyPr wrap="square" lIns="47625" tIns="47625" rIns="47625" bIns="47625"/>
                    <a:lstStyle/>
                    <a:p>
                      <a:pPr algn="l"/>
                      <a:r>
                        <a:rPr sz="1500" b="0">
                          <a:solidFill>
                            <a:srgbClr val="171717"/>
                          </a:solidFill>
                          <a:latin typeface="Cambria"/>
                          <a:ea typeface="Cambria"/>
                          <a:cs typeface="Cambria"/>
                        </a:rPr>
                        <a:t>Data protection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ctr"/>
                      <a:r>
                        <a:rPr sz="1500" b="0">
                          <a:solidFill>
                            <a:srgbClr val="171717"/>
                          </a:solidFill>
                          <a:latin typeface="Cambria"/>
                          <a:ea typeface="Cambria"/>
                          <a:cs typeface="Cambria"/>
                        </a:rPr>
                        <a:t>Controls present</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00" b="0">
                          <a:solidFill>
                            <a:srgbClr val="171717"/>
                          </a:solidFill>
                          <a:latin typeface="Cambria"/>
                          <a:ea typeface="Cambria"/>
                          <a:cs typeface="Cambria"/>
                        </a:rPr>
                        <a:t>Secure connections and record-access limits were confirmed.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430FD88-C311-4610-A9BC-D4FAAA038401}"/>
              </a:ext>
            </a:extLst>
          </p:cNvPr>
          <p:cNvSpPr>
            <a:spLocks xmlns:a="http://schemas.openxmlformats.org/drawingml/2006/main" noGrp="1"/>
          </p:cNvSpPr>
          <p:nvPr/>
        </p:nvSpPr>
        <p:spPr>
          <a:xfrm xmlns:a="http://schemas.openxmlformats.org/drawingml/2006/main">
            <a:off x="2714625" y="4657725"/>
            <a:ext cx="58769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AI-assisted system checks. Detailed evidence is in the speaker notes.</a:t>
            </a:r>
          </a:p>
        </p:txBody>
      </p:sp>
    </p:spTree>
    <p:extLst>
      <p:ext uri="{BB962C8B-B14F-4D97-AF65-F5344CB8AC3E}">
        <p14:creationId xmlns:p14="http://schemas.microsoft.com/office/powerpoint/2010/main" val="147345872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DCF9256-16DA-4540-A7B9-297485AC0903}"/>
              </a:ext>
            </a:extLst>
          </p:cNvPr>
          <p:cNvPicPr>
            <a:picLocks xmlns:a="http://schemas.openxmlformats.org/drawingml/2006/main" noChangeAspect="1"/>
          </p:cNvPicPr>
          <p:nvPr/>
        </p:nvPicPr>
        <p:blipFill>
          <a:blip xmlns:r="http://schemas.openxmlformats.org/officeDocument/2006/relationships" xmlns:a="http://schemas.openxmlformats.org/drawingml/2006/main" r:embed="R0a97ee61e395477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F2AE946-076E-4BF1-9161-DB44052E1A08}"/>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45913429-620E-43BD-BAE7-22DDD64971D0}"/>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Two issues found during the system checks</a:t>
            </a:r>
          </a:p>
        </p:txBody>
      </p:sp>
      <p:graphicFrame>
        <p:nvGraphicFramePr>
          <p:cNvPr id="4" name="">
            <a:extLst xmlns:a="http://schemas.openxmlformats.org/drawingml/2006/main">
              <a:ext uri="{FF2B5EF4-FFF2-40B4-BE49-F238E27FC236}">
                <a16:creationId xmlns:a16="http://schemas.microsoft.com/office/drawing/2014/main" id="{A06B9BCA-8EAA-4E1B-AFCE-7A1A47035E1A}"/>
              </a:ext>
            </a:extLst>
          </p:cNvPr>
          <p:cNvGraphicFramePr/>
          <p:nvPr/>
        </p:nvGraphicFramePr>
        <p:xfrm>
          <a:off xmlns:a="http://schemas.openxmlformats.org/drawingml/2006/main" x="533400" y="1543050"/>
          <a:ext xmlns:a="http://schemas.openxmlformats.org/drawingml/2006/main" cx="8058150" cy="2286000"/>
        </p:xfrm>
        <a:graphic xmlns:a="http://schemas.openxmlformats.org/drawingml/2006/main">
          <a:graphicData uri="http://schemas.openxmlformats.org/drawingml/2006/table">
            <a:tbl>
              <a:tblPr/>
              <a:tblGrid>
                <a:gridCol w="1905000"/>
                <a:gridCol w="3238500"/>
                <a:gridCol w="2914650"/>
              </a:tblGrid>
              <a:tr h="419100">
                <a:tc>
                  <a:txBody>
                    <a:bodyPr wrap="square" lIns="47625" tIns="47625" rIns="47625" bIns="47625"/>
                    <a:lstStyle/>
                    <a:p>
                      <a:pPr algn="ctr"/>
                      <a:r>
                        <a:rPr sz="1575" b="1">
                          <a:solidFill>
                            <a:srgbClr val="171717"/>
                          </a:solidFill>
                          <a:latin typeface="Cambria"/>
                          <a:ea typeface="Cambria"/>
                          <a:cs typeface="Cambria"/>
                        </a:rPr>
                        <a:t>Area</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47625" tIns="47625" rIns="47625" bIns="47625"/>
                    <a:lstStyle/>
                    <a:p>
                      <a:pPr algn="ctr"/>
                      <a:r>
                        <a:rPr sz="1575" b="1">
                          <a:solidFill>
                            <a:srgbClr val="171717"/>
                          </a:solidFill>
                          <a:latin typeface="Cambria"/>
                          <a:ea typeface="Cambria"/>
                          <a:cs typeface="Cambria"/>
                        </a:rPr>
                        <a:t>What was found</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47625" tIns="47625" rIns="47625" bIns="47625"/>
                    <a:lstStyle/>
                    <a:p>
                      <a:pPr algn="ctr"/>
                      <a:r>
                        <a:rPr sz="1575" b="1">
                          <a:solidFill>
                            <a:srgbClr val="171717"/>
                          </a:solidFill>
                          <a:latin typeface="Cambria"/>
                          <a:ea typeface="Cambria"/>
                          <a:cs typeface="Cambria"/>
                        </a:rPr>
                        <a:t>What needs to change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33450">
                <a:tc>
                  <a:txBody>
                    <a:bodyPr wrap="square" lIns="47625" tIns="47625" rIns="47625" bIns="47625"/>
                    <a:lstStyle/>
                    <a:p>
                      <a:pPr algn="l"/>
                      <a:r>
                        <a:rPr sz="1575" b="0">
                          <a:solidFill>
                            <a:srgbClr val="171717"/>
                          </a:solidFill>
                          <a:latin typeface="Cambria"/>
                          <a:ea typeface="Cambria"/>
                          <a:cs typeface="Cambria"/>
                        </a:rPr>
                        <a:t>Store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75" b="0">
                          <a:solidFill>
                            <a:srgbClr val="171717"/>
                          </a:solidFill>
                          <a:latin typeface="Cambria"/>
                          <a:ea typeface="Cambria"/>
                          <a:cs typeface="Cambria"/>
                        </a:rPr>
                        <a:t>The extra identity check could be bypassed.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75" b="0">
                          <a:solidFill>
                            <a:srgbClr val="171717"/>
                          </a:solidFill>
                          <a:latin typeface="Cambria"/>
                          <a:ea typeface="Cambria"/>
                          <a:cs typeface="Cambria"/>
                        </a:rPr>
                        <a:t>Require the check before allowing store creation.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33450">
                <a:tc>
                  <a:txBody>
                    <a:bodyPr wrap="square" lIns="47625" tIns="47625" rIns="47625" bIns="47625"/>
                    <a:lstStyle/>
                    <a:p>
                      <a:pPr algn="l"/>
                      <a:r>
                        <a:rPr sz="1575" b="0">
                          <a:solidFill>
                            <a:srgbClr val="171717"/>
                          </a:solidFill>
                          <a:latin typeface="Cambria"/>
                          <a:ea typeface="Cambria"/>
                          <a:cs typeface="Cambria"/>
                        </a:rPr>
                        <a:t>Activity history</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75" b="0">
                          <a:solidFill>
                            <a:srgbClr val="171717"/>
                          </a:solidFill>
                          <a:latin typeface="Cambria"/>
                          <a:ea typeface="Cambria"/>
                          <a:cs typeface="Cambria"/>
                        </a:rPr>
                        <a:t>Someone who was not signed in could add an activity record.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75" b="0">
                          <a:solidFill>
                            <a:srgbClr val="171717"/>
                          </a:solidFill>
                          <a:latin typeface="Cambria"/>
                          <a:ea typeface="Cambria"/>
                          <a:cs typeface="Cambria"/>
                        </a:rPr>
                        <a:t>Only authorized users should add these records.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CAA5DAA-6841-4215-B5D9-68B122E0A74A}"/>
              </a:ext>
            </a:extLst>
          </p:cNvPr>
          <p:cNvSpPr>
            <a:spLocks xmlns:a="http://schemas.openxmlformats.org/drawingml/2006/main" noGrp="1"/>
          </p:cNvSpPr>
          <p:nvPr/>
        </p:nvSpPr>
        <p:spPr>
          <a:xfrm xmlns:a="http://schemas.openxmlformats.org/drawingml/2006/main">
            <a:off x="533400" y="3981450"/>
            <a:ext cx="80581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202C61"/>
                </a:solidFill>
                <a:latin typeface="Raleway"/>
                <a:ea typeface="Raleway"/>
                <a:cs typeface="Raleway"/>
              </a:defRPr>
            </a:defPPr>
            <a:lvl1pPr algn="l">
              <a:defRPr sz="2175" b="1">
                <a:solidFill>
                  <a:srgbClr val="202C61"/>
                </a:solidFill>
                <a:latin typeface="Raleway"/>
                <a:ea typeface="Raleway"/>
                <a:cs typeface="Raleway"/>
              </a:defRPr>
            </a:lvl1pPr>
            <a:lvl2pPr algn="l">
              <a:defRPr sz="2175" b="1">
                <a:solidFill>
                  <a:srgbClr val="202C61"/>
                </a:solidFill>
                <a:latin typeface="Raleway"/>
                <a:ea typeface="Raleway"/>
                <a:cs typeface="Raleway"/>
              </a:defRPr>
            </a:lvl2pPr>
            <a:lvl3pPr algn="l">
              <a:defRPr sz="2175" b="1">
                <a:solidFill>
                  <a:srgbClr val="202C61"/>
                </a:solidFill>
                <a:latin typeface="Raleway"/>
                <a:ea typeface="Raleway"/>
                <a:cs typeface="Raleway"/>
              </a:defRPr>
            </a:lvl3pPr>
            <a:lvl4pPr algn="l">
              <a:defRPr sz="2175" b="1">
                <a:solidFill>
                  <a:srgbClr val="202C61"/>
                </a:solidFill>
                <a:latin typeface="Raleway"/>
                <a:ea typeface="Raleway"/>
                <a:cs typeface="Raleway"/>
              </a:defRPr>
            </a:lvl4pPr>
            <a:lvl5pPr algn="l">
              <a:defRPr sz="2175" b="1">
                <a:solidFill>
                  <a:srgbClr val="202C61"/>
                </a:solidFill>
                <a:latin typeface="Raleway"/>
                <a:ea typeface="Raleway"/>
                <a:cs typeface="Raleway"/>
              </a:defRPr>
            </a:lvl5pPr>
            <a:lvl6pPr algn="l">
              <a:defRPr sz="2175" b="1">
                <a:solidFill>
                  <a:srgbClr val="202C61"/>
                </a:solidFill>
                <a:latin typeface="Raleway"/>
                <a:ea typeface="Raleway"/>
                <a:cs typeface="Raleway"/>
              </a:defRPr>
            </a:lvl6pPr>
            <a:lvl7pPr algn="l">
              <a:defRPr sz="2175" b="1">
                <a:solidFill>
                  <a:srgbClr val="202C61"/>
                </a:solidFill>
                <a:latin typeface="Raleway"/>
                <a:ea typeface="Raleway"/>
                <a:cs typeface="Raleway"/>
              </a:defRPr>
            </a:lvl7pPr>
            <a:lvl8pPr algn="l">
              <a:defRPr sz="2175" b="1">
                <a:solidFill>
                  <a:srgbClr val="202C61"/>
                </a:solidFill>
                <a:latin typeface="Raleway"/>
                <a:ea typeface="Raleway"/>
                <a:cs typeface="Raleway"/>
              </a:defRPr>
            </a:lvl8pPr>
            <a:lvl9pPr algn="l">
              <a:defRPr sz="2175" b="1">
                <a:solidFill>
                  <a:srgbClr val="202C61"/>
                </a:solidFill>
                <a:latin typeface="Raleway"/>
                <a:ea typeface="Raleway"/>
                <a:cs typeface="Raleway"/>
              </a:defRPr>
            </a:lvl9pPr>
          </a:lstStyle>
          <a:p xmlns:a="http://schemas.openxmlformats.org/drawingml/2006/main">
            <a:pPr algn="l">
              <a:defRPr sz="2175" b="1">
                <a:solidFill>
                  <a:srgbClr val="202C61"/>
                </a:solidFill>
                <a:latin typeface="Raleway"/>
                <a:ea typeface="Raleway"/>
                <a:cs typeface="Raleway"/>
              </a:defRPr>
            </a:pPr>
            <a:r>
              <a:rPr sz="2175" b="1">
                <a:solidFill>
                  <a:srgbClr val="202C61"/>
                </a:solidFill>
                <a:latin typeface="Raleway"/>
                <a:ea typeface="Raleway"/>
                <a:cs typeface="Raleway"/>
              </a:rPr>
              <a:t>Two security gaps still need fixing</a:t>
            </a:r>
          </a:p>
        </p:txBody>
      </p:sp>
      <p:sp>
        <p:nvSpPr>
          <p:cNvPr id="6" name="">
            <a:extLst xmlns:a="http://schemas.openxmlformats.org/drawingml/2006/main">
              <a:ext uri="{FF2B5EF4-FFF2-40B4-BE49-F238E27FC236}">
                <a16:creationId xmlns:a16="http://schemas.microsoft.com/office/drawing/2014/main" id="{6E76FE89-FECE-409A-BAA0-58E19E421D51}"/>
              </a:ext>
            </a:extLst>
          </p:cNvPr>
          <p:cNvSpPr>
            <a:spLocks xmlns:a="http://schemas.openxmlformats.org/drawingml/2006/main" noGrp="1"/>
          </p:cNvSpPr>
          <p:nvPr/>
        </p:nvSpPr>
        <p:spPr>
          <a:xfrm xmlns:a="http://schemas.openxmlformats.org/drawingml/2006/main">
            <a:off x="533400" y="4362450"/>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Fix both gaps and test again before giving a full security pass.</a:t>
            </a:r>
          </a:p>
        </p:txBody>
      </p:sp>
    </p:spTree>
    <p:extLst>
      <p:ext uri="{BB962C8B-B14F-4D97-AF65-F5344CB8AC3E}">
        <p14:creationId xmlns:p14="http://schemas.microsoft.com/office/powerpoint/2010/main" val="205122979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8FC8A80D-7071-4BB0-8618-4A0095DEE0FD}"/>
              </a:ext>
            </a:extLst>
          </p:cNvPr>
          <p:cNvPicPr>
            <a:picLocks xmlns:a="http://schemas.openxmlformats.org/drawingml/2006/main" noChangeAspect="1"/>
          </p:cNvPicPr>
          <p:nvPr/>
        </p:nvPicPr>
        <p:blipFill>
          <a:blip xmlns:r="http://schemas.openxmlformats.org/officeDocument/2006/relationships" xmlns:a="http://schemas.openxmlformats.org/drawingml/2006/main" r:embed="Ra9e704e464d4402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32">
            <a:extLst xmlns:a="http://schemas.openxmlformats.org/drawingml/2006/main">
              <a:ext uri="{FF2B5EF4-FFF2-40B4-BE49-F238E27FC236}">
                <a16:creationId xmlns:a16="http://schemas.microsoft.com/office/drawing/2014/main" id="{ED370FE4-1261-4D79-80FC-BA1E6589481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sp>
        <p:nvSpPr>
          <p:cNvPr id="4" name="current-content-129">
            <a:extLst xmlns:a="http://schemas.openxmlformats.org/drawingml/2006/main">
              <a:ext uri="{FF2B5EF4-FFF2-40B4-BE49-F238E27FC236}">
                <a16:creationId xmlns:a16="http://schemas.microsoft.com/office/drawing/2014/main" id="{FD311013-AB83-4541-B024-F9E8A763B518}"/>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buNone/>
              <a:defRPr sz="1950" b="1">
                <a:solidFill>
                  <a:srgbClr val="202C61"/>
                </a:solidFill>
                <a:latin typeface="Raleway"/>
                <a:ea typeface="Raleway"/>
                <a:cs typeface="Raleway"/>
              </a:defRPr>
            </a:lvl1pPr>
            <a:lvl2pPr algn="l">
              <a:buNone/>
              <a:defRPr sz="1950" b="1">
                <a:solidFill>
                  <a:srgbClr val="202C61"/>
                </a:solidFill>
                <a:latin typeface="Raleway"/>
                <a:ea typeface="Raleway"/>
                <a:cs typeface="Raleway"/>
              </a:defRPr>
            </a:lvl2pPr>
            <a:lvl3pPr algn="l">
              <a:buNone/>
              <a:defRPr sz="1950" b="1">
                <a:solidFill>
                  <a:srgbClr val="202C61"/>
                </a:solidFill>
                <a:latin typeface="Raleway"/>
                <a:ea typeface="Raleway"/>
                <a:cs typeface="Raleway"/>
              </a:defRPr>
            </a:lvl3pPr>
            <a:lvl4pPr algn="l">
              <a:buNone/>
              <a:defRPr sz="1950" b="1">
                <a:solidFill>
                  <a:srgbClr val="202C61"/>
                </a:solidFill>
                <a:latin typeface="Raleway"/>
                <a:ea typeface="Raleway"/>
                <a:cs typeface="Raleway"/>
              </a:defRPr>
            </a:lvl4pPr>
            <a:lvl5pPr algn="l">
              <a:buNone/>
              <a:defRPr sz="1950" b="1">
                <a:solidFill>
                  <a:srgbClr val="202C61"/>
                </a:solidFill>
                <a:latin typeface="Raleway"/>
                <a:ea typeface="Raleway"/>
                <a:cs typeface="Raleway"/>
              </a:defRPr>
            </a:lvl5pPr>
            <a:lvl6pPr algn="l">
              <a:buNone/>
              <a:defRPr sz="1950" b="1">
                <a:solidFill>
                  <a:srgbClr val="202C61"/>
                </a:solidFill>
                <a:latin typeface="Raleway"/>
                <a:ea typeface="Raleway"/>
                <a:cs typeface="Raleway"/>
              </a:defRPr>
            </a:lvl6pPr>
            <a:lvl7pPr algn="l">
              <a:buNone/>
              <a:defRPr sz="1950" b="1">
                <a:solidFill>
                  <a:srgbClr val="202C61"/>
                </a:solidFill>
                <a:latin typeface="Raleway"/>
                <a:ea typeface="Raleway"/>
                <a:cs typeface="Raleway"/>
              </a:defRPr>
            </a:lvl7pPr>
            <a:lvl8pPr algn="l">
              <a:buNone/>
              <a:defRPr sz="1950" b="1">
                <a:solidFill>
                  <a:srgbClr val="202C61"/>
                </a:solidFill>
                <a:latin typeface="Raleway"/>
                <a:ea typeface="Raleway"/>
                <a:cs typeface="Raleway"/>
              </a:defRPr>
            </a:lvl8pPr>
            <a:lvl9pPr algn="l">
              <a:buNone/>
              <a:defRPr sz="1950" b="1">
                <a:solidFill>
                  <a:srgbClr val="202C61"/>
                </a:solidFill>
                <a:latin typeface="Raleway"/>
                <a:ea typeface="Raleway"/>
                <a:cs typeface="Raleway"/>
              </a:defRPr>
            </a:lvl9pPr>
          </a:lstStyle>
          <a:p xmlns:a="http://schemas.openxmlformats.org/drawingml/2006/main">
            <a:pPr algn="l">
              <a:buNone/>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5" name="current-content-130">
            <a:extLst xmlns:a="http://schemas.openxmlformats.org/drawingml/2006/main">
              <a:ext uri="{FF2B5EF4-FFF2-40B4-BE49-F238E27FC236}">
                <a16:creationId xmlns:a16="http://schemas.microsoft.com/office/drawing/2014/main" id="{D90D6AE2-4A53-41E7-B125-E13A1700F3CD}"/>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7" name="current-content-132">
            <a:extLst xmlns:a="http://schemas.openxmlformats.org/drawingml/2006/main">
              <a:ext uri="{FF2B5EF4-FFF2-40B4-BE49-F238E27FC236}">
                <a16:creationId xmlns:a16="http://schemas.microsoft.com/office/drawing/2014/main" id="{B39C5E37-0570-4358-A2BF-7706F8FF1FA1}"/>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8" name="current-content-133">
            <a:extLst xmlns:a="http://schemas.openxmlformats.org/drawingml/2006/main">
              <a:ext uri="{FF2B5EF4-FFF2-40B4-BE49-F238E27FC236}">
                <a16:creationId xmlns:a16="http://schemas.microsoft.com/office/drawing/2014/main" id="{6C097D81-2902-42EF-A4E7-78DB70717D85}"/>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9" name="current-content-134">
            <a:extLst xmlns:a="http://schemas.openxmlformats.org/drawingml/2006/main">
              <a:ext uri="{FF2B5EF4-FFF2-40B4-BE49-F238E27FC236}">
                <a16:creationId xmlns:a16="http://schemas.microsoft.com/office/drawing/2014/main" id="{CB68AC8B-9238-4F60-BD7E-AD2C5389D989}"/>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0" name="current-content-135">
            <a:extLst xmlns:a="http://schemas.openxmlformats.org/drawingml/2006/main">
              <a:ext uri="{FF2B5EF4-FFF2-40B4-BE49-F238E27FC236}">
                <a16:creationId xmlns:a16="http://schemas.microsoft.com/office/drawing/2014/main" id="{3C484003-B324-4BBC-A0BB-E97DABA3BBB5}"/>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1" name="current-content-136">
            <a:extLst xmlns:a="http://schemas.openxmlformats.org/drawingml/2006/main">
              <a:ext uri="{FF2B5EF4-FFF2-40B4-BE49-F238E27FC236}">
                <a16:creationId xmlns:a16="http://schemas.microsoft.com/office/drawing/2014/main" id="{4BBB29D6-E877-4917-9547-0910992FE4E4}"/>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2" name="current-content-137">
            <a:extLst xmlns:a="http://schemas.openxmlformats.org/drawingml/2006/main">
              <a:ext uri="{FF2B5EF4-FFF2-40B4-BE49-F238E27FC236}">
                <a16:creationId xmlns:a16="http://schemas.microsoft.com/office/drawing/2014/main" id="{3A8730C6-D6DC-4D84-98D7-D4F1B5DC645D}"/>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3" name="current-content-138">
            <a:extLst xmlns:a="http://schemas.openxmlformats.org/drawingml/2006/main">
              <a:ext uri="{FF2B5EF4-FFF2-40B4-BE49-F238E27FC236}">
                <a16:creationId xmlns:a16="http://schemas.microsoft.com/office/drawing/2014/main" id="{EAFA12E0-193A-4FD2-BCF5-B96BAD46A724}"/>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4" name="current-content-139">
            <a:extLst xmlns:a="http://schemas.openxmlformats.org/drawingml/2006/main">
              <a:ext uri="{FF2B5EF4-FFF2-40B4-BE49-F238E27FC236}">
                <a16:creationId xmlns:a16="http://schemas.microsoft.com/office/drawing/2014/main" id="{7B995C80-DBE1-419F-9ED4-69ED8F0163D0}"/>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5" name="current-content-140">
            <a:extLst xmlns:a="http://schemas.openxmlformats.org/drawingml/2006/main">
              <a:ext uri="{FF2B5EF4-FFF2-40B4-BE49-F238E27FC236}">
                <a16:creationId xmlns:a16="http://schemas.microsoft.com/office/drawing/2014/main" id="{56DD23C9-3B69-48E4-8086-CFBC7D6C014B}"/>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6" name="current-content-141">
            <a:extLst xmlns:a="http://schemas.openxmlformats.org/drawingml/2006/main">
              <a:ext uri="{FF2B5EF4-FFF2-40B4-BE49-F238E27FC236}">
                <a16:creationId xmlns:a16="http://schemas.microsoft.com/office/drawing/2014/main" id="{0367F212-B11F-41D2-B540-67600358BE6E}"/>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7" name="current-content-142">
            <a:extLst xmlns:a="http://schemas.openxmlformats.org/drawingml/2006/main">
              <a:ext uri="{FF2B5EF4-FFF2-40B4-BE49-F238E27FC236}">
                <a16:creationId xmlns:a16="http://schemas.microsoft.com/office/drawing/2014/main" id="{6283512C-8BEA-4752-9EB6-426A587FE2D0}"/>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8" name="current-content-143">
            <a:extLst xmlns:a="http://schemas.openxmlformats.org/drawingml/2006/main">
              <a:ext uri="{FF2B5EF4-FFF2-40B4-BE49-F238E27FC236}">
                <a16:creationId xmlns:a16="http://schemas.microsoft.com/office/drawing/2014/main" id="{EE060BD8-EA74-4A7E-8A77-271254D9AE21}"/>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19" name="current-content-144">
            <a:extLst xmlns:a="http://schemas.openxmlformats.org/drawingml/2006/main">
              <a:ext uri="{FF2B5EF4-FFF2-40B4-BE49-F238E27FC236}">
                <a16:creationId xmlns:a16="http://schemas.microsoft.com/office/drawing/2014/main" id="{17ECEA2F-F6BD-4573-AC04-22EF1BE04703}"/>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buNone/>
              <a:defRPr sz="2325" b="1">
                <a:solidFill>
                  <a:srgbClr val="0070C0"/>
                </a:solidFill>
                <a:latin typeface="Raleway"/>
                <a:ea typeface="Raleway"/>
                <a:cs typeface="Raleway"/>
              </a:defRPr>
            </a:lvl1pPr>
            <a:lvl2pPr algn="ctr">
              <a:buNone/>
              <a:defRPr sz="2325" b="1">
                <a:solidFill>
                  <a:srgbClr val="0070C0"/>
                </a:solidFill>
                <a:latin typeface="Raleway"/>
                <a:ea typeface="Raleway"/>
                <a:cs typeface="Raleway"/>
              </a:defRPr>
            </a:lvl2pPr>
            <a:lvl3pPr algn="ctr">
              <a:buNone/>
              <a:defRPr sz="2325" b="1">
                <a:solidFill>
                  <a:srgbClr val="0070C0"/>
                </a:solidFill>
                <a:latin typeface="Raleway"/>
                <a:ea typeface="Raleway"/>
                <a:cs typeface="Raleway"/>
              </a:defRPr>
            </a:lvl3pPr>
            <a:lvl4pPr algn="ctr">
              <a:buNone/>
              <a:defRPr sz="2325" b="1">
                <a:solidFill>
                  <a:srgbClr val="0070C0"/>
                </a:solidFill>
                <a:latin typeface="Raleway"/>
                <a:ea typeface="Raleway"/>
                <a:cs typeface="Raleway"/>
              </a:defRPr>
            </a:lvl4pPr>
            <a:lvl5pPr algn="ctr">
              <a:buNone/>
              <a:defRPr sz="2325" b="1">
                <a:solidFill>
                  <a:srgbClr val="0070C0"/>
                </a:solidFill>
                <a:latin typeface="Raleway"/>
                <a:ea typeface="Raleway"/>
                <a:cs typeface="Raleway"/>
              </a:defRPr>
            </a:lvl5pPr>
            <a:lvl6pPr algn="ctr">
              <a:buNone/>
              <a:defRPr sz="2325" b="1">
                <a:solidFill>
                  <a:srgbClr val="0070C0"/>
                </a:solidFill>
                <a:latin typeface="Raleway"/>
                <a:ea typeface="Raleway"/>
                <a:cs typeface="Raleway"/>
              </a:defRPr>
            </a:lvl6pPr>
            <a:lvl7pPr algn="ctr">
              <a:buNone/>
              <a:defRPr sz="2325" b="1">
                <a:solidFill>
                  <a:srgbClr val="0070C0"/>
                </a:solidFill>
                <a:latin typeface="Raleway"/>
                <a:ea typeface="Raleway"/>
                <a:cs typeface="Raleway"/>
              </a:defRPr>
            </a:lvl7pPr>
            <a:lvl8pPr algn="ctr">
              <a:buNone/>
              <a:defRPr sz="2325" b="1">
                <a:solidFill>
                  <a:srgbClr val="0070C0"/>
                </a:solidFill>
                <a:latin typeface="Raleway"/>
                <a:ea typeface="Raleway"/>
                <a:cs typeface="Raleway"/>
              </a:defRPr>
            </a:lvl8pPr>
            <a:lvl9pPr algn="ctr">
              <a:buNone/>
              <a:defRPr sz="2325" b="1">
                <a:solidFill>
                  <a:srgbClr val="0070C0"/>
                </a:solidFill>
                <a:latin typeface="Raleway"/>
                <a:ea typeface="Raleway"/>
                <a:cs typeface="Raleway"/>
              </a:defRPr>
            </a:lvl9pPr>
          </a:lstStyle>
          <a:p xmlns:a="http://schemas.openxmlformats.org/drawingml/2006/main">
            <a:pPr algn="ctr">
              <a:buNone/>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1100300583"/>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2026-10-27T16:43:43.4250000Z</dcterms:created>
  <dcterms:modified xsi:type="dcterms:W3CDTF">2026-10-27T16:43:43.4250000Z</dcterms:modified>
</coreProperties>
</file>