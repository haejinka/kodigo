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2" r:id="rId17"/>
  </p:sldIdLst>
  <p:sldSz cx="9144000" cy="5143500" type="screen16x9"/>
  <p:notesSz cx="6858000" cy="9144000"/>
  <p:embeddedFontLst>
    <p:embeddedFont>
      <p:font typeface="Cambria" panose="02040503050406030204" pitchFamily="18" charset="0"/>
      <p:regular r:id="rId19"/>
      <p:bold r:id="rId20"/>
      <p:italic r:id="rId21"/>
      <p:boldItalic r:id="rId22"/>
    </p:embeddedFont>
    <p:embeddedFont>
      <p:font typeface="Lato" panose="020F0502020204030204" charset="0"/>
      <p:regular r:id="rId23"/>
      <p:bold r:id="rId24"/>
      <p:italic r:id="rId25"/>
      <p:boldItalic r:id="rId26"/>
    </p:embeddedFont>
    <p:embeddedFont>
      <p:font typeface="Open Sans" panose="020F0502020204030204" charset="0"/>
      <p:regular r:id="rId27"/>
      <p:bold r:id="rId28"/>
      <p:italic r:id="rId29"/>
      <p:boldItalic r:id="rId30"/>
    </p:embeddedFont>
    <p:embeddedFont>
      <p:font typeface="Raleway" pitchFamily="2" charset="0"/>
      <p:regular r:id="rId31"/>
      <p:bold r:id="rId32"/>
      <p:italic r:id="rId33"/>
      <p:boldItalic r:id="rId34"/>
    </p:embeddedFont>
  </p:embeddedFontLst>
  <p:defaultTextStyle>
    <a:defPPr marR="0" algn="l">
      <a:lnSpc>
        <a:spcPct val="100000"/>
      </a:lnSpc>
      <a:spcBef>
        <a:spcPts val="0"/>
      </a:spcBef>
      <a:spcAft>
        <a:spcPts val="0"/>
      </a:spcAft>
      <a:buNone/>
    </a:defPPr>
    <a:lvl1pPr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9277DCA9-E45C-466B-ABC7-E6CAC76AD7C3}">
  <a:tblStyle styleId="{9277DCA9-E45C-466B-ABC7-E6CAC76AD7C3}" styleName="Table_0">
    <a:wholeTbl>
      <a:tcTxStyle>
        <a:font>
          <a:latin typeface="Arial"/>
          <a:ea typeface="Arial"/>
          <a:cs typeface="Arial"/>
        </a:font>
        <a:srgbClr val="000000"/>
      </a:tcTxStyle>
      <a:tcStyle>
        <a:tcBdr>
          <a:left>
            <a:ln cap="flat" cmpd="sng">
              <a:solidFill>
                <a:srgbClr val="000000"/>
              </a:solidFill>
              <a:prstDash val="solid"/>
              <a:round/>
              <a:headEnd type="none" w="sm" len="sm"/>
              <a:tailEnd type="none" w="sm" len="sm"/>
            </a:ln>
          </a:left>
          <a:right>
            <a:ln cap="flat" cmpd="sng">
              <a:solidFill>
                <a:srgbClr val="000000"/>
              </a:solidFill>
              <a:prstDash val="solid"/>
              <a:round/>
              <a:headEnd type="none" w="sm" len="sm"/>
              <a:tailEnd type="none" w="sm" len="sm"/>
            </a:ln>
          </a:right>
          <a:top>
            <a:ln cap="flat" cmpd="sng">
              <a:solidFill>
                <a:srgbClr val="000000"/>
              </a:solidFill>
              <a:prstDash val="solid"/>
              <a:round/>
              <a:headEnd type="none" w="sm" len="sm"/>
              <a:tailEnd type="none" w="sm" len="sm"/>
            </a:ln>
          </a:top>
          <a:bottom>
            <a:ln cap="flat" cmpd="sng">
              <a:solidFill>
                <a:srgbClr val="000000"/>
              </a:solidFill>
              <a:prstDash val="solid"/>
              <a:round/>
              <a:headEnd type="none" w="sm" len="sm"/>
              <a:tailEnd type="none" w="sm" len="sm"/>
            </a:ln>
          </a:bottom>
          <a:insideH>
            <a:ln cap="flat" cmpd="sng">
              <a:solidFill>
                <a:srgbClr val="000000"/>
              </a:solidFill>
              <a:prstDash val="solid"/>
              <a:round/>
              <a:headEnd type="none" w="sm" len="sm"/>
              <a:tailEnd type="none" w="sm" len="sm"/>
            </a:ln>
          </a:insideH>
          <a:insideV>
            <a:ln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AD7938E3-529E-4631-9AF0-4512DD22AB85}" styleName="Table_1">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3" d="100"/>
          <a:sy n="103" d="100"/>
        </p:scale>
        <p:origin x="874"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font" Target="fonts/font8.fntdata"/><Relationship Id="rId21" Type="http://schemas.openxmlformats.org/officeDocument/2006/relationships/font" Target="fonts/font3.fntdata"/><Relationship Id="rId34" Type="http://schemas.openxmlformats.org/officeDocument/2006/relationships/font" Target="fonts/font1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7.fntdata"/><Relationship Id="rId33" Type="http://schemas.openxmlformats.org/officeDocument/2006/relationships/font" Target="fonts/font15.fntdata"/><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29" Type="http://schemas.openxmlformats.org/officeDocument/2006/relationships/font" Target="fonts/font1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32" Type="http://schemas.openxmlformats.org/officeDocument/2006/relationships/font" Target="fonts/font14.fntdata"/><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font" Target="fonts/font10.fntdata"/><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1.fntdata"/><Relationship Id="rId31" Type="http://schemas.openxmlformats.org/officeDocument/2006/relationships/font" Target="fonts/font1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font" Target="fonts/font9.fntdata"/><Relationship Id="rId30" Type="http://schemas.openxmlformats.org/officeDocument/2006/relationships/font" Target="fonts/font12.fntdata"/><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dk2" tx2="lt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lnSpc>
                <a:spcPct val="100000"/>
              </a:lnSpc>
              <a:spcBef>
                <a:spcPts val="0"/>
              </a:spcBef>
              <a:spcAft>
                <a:spcPts val="0"/>
              </a:spcAft>
              <a:buSzPts val="1100"/>
              <a:buNone/>
            </a:pPr>
            <a:r>
              <a:t>Presenter 1. Target 0:30.</a:t>
            </a:r>
          </a:p>
          <a:p>
            <a:pPr marL="0" lvl="0" indent="0" algn="l">
              <a:lnSpc>
                <a:spcPct val="100000"/>
              </a:lnSpc>
              <a:spcBef>
                <a:spcPts val="0"/>
              </a:spcBef>
              <a:spcAft>
                <a:spcPts val="0"/>
              </a:spcAft>
              <a:buSzPts val="1100"/>
              <a:buNone/>
            </a:pPr>
            <a:endParaRPr/>
          </a:p>
          <a:p>
            <a:pPr marL="0" lvl="0" indent="0" algn="l">
              <a:lnSpc>
                <a:spcPct val="100000"/>
              </a:lnSpc>
              <a:spcBef>
                <a:spcPts val="0"/>
              </a:spcBef>
              <a:spcAft>
                <a:spcPts val="0"/>
              </a:spcAft>
              <a:buSzPts val="1100"/>
              <a:buNone/>
            </a:pPr>
            <a:r>
              <a:t>Good day, panelists and adviser. We are Evon Christian Pahugot Vergara, Justin Comendador, and Xymmer James Nadera. We will present Kodigo, our point-of-sale and inventory application for small retail operations. The complete title here follows our current manuscript. We will begin with the research context, explain the developed system, and then move to the live demonstration. [Replace the adviser and academic-year placeholders before defense.]</a:t>
            </a:r>
          </a:p>
          <a:p>
            <a:pPr marL="0" lvl="0" indent="0" algn="l">
              <a:lnSpc>
                <a:spcPct val="100000"/>
              </a:lnSpc>
              <a:spcBef>
                <a:spcPts val="0"/>
              </a:spcBef>
              <a:spcAft>
                <a:spcPts val="0"/>
              </a:spcAft>
              <a:buSzPts val="1100"/>
              <a:buNone/>
            </a:pPr>
            <a:endParaRPr/>
          </a:p>
          <a:p>
            <a:pPr marL="0" lvl="0" indent="0" algn="l">
              <a:lnSpc>
                <a:spcPct val="100000"/>
              </a:lnSpc>
              <a:spcBef>
                <a:spcPts val="0"/>
              </a:spcBef>
              <a:spcAft>
                <a:spcPts val="0"/>
              </a:spcAft>
              <a:buSzPts val="1100"/>
              <a:buNone/>
            </a:pPr>
            <a:r>
              <a:t>Evidence (not spoken):</a:t>
            </a:r>
          </a:p>
          <a:p>
            <a:pPr marL="0" lvl="0" indent="0" algn="l">
              <a:lnSpc>
                <a:spcPct val="100000"/>
              </a:lnSpc>
              <a:spcBef>
                <a:spcPts val="0"/>
              </a:spcBef>
              <a:spcAft>
                <a:spcPts val="0"/>
              </a:spcAft>
              <a:buSzPts val="1100"/>
              <a:buNone/>
            </a:pPr>
            <a:r>
              <a:t>- docs/Chapter 1-4 Manuscript v3.docx, title page</a:t>
            </a:r>
          </a:p>
          <a:p>
            <a:pPr marL="0" lvl="0" indent="0" algn="l">
              <a:lnSpc>
                <a:spcPct val="100000"/>
              </a:lnSpc>
              <a:spcBef>
                <a:spcPts val="0"/>
              </a:spcBef>
              <a:spcAft>
                <a:spcPts val="0"/>
              </a:spcAft>
              <a:buSzPts val="1100"/>
              <a:buNone/>
            </a:pPr>
            <a:endParaRPr/>
          </a:p>
          <a:p>
            <a:pPr marL="0" lvl="0" indent="0" algn="l">
              <a:lnSpc>
                <a:spcPct val="100000"/>
              </a:lnSpc>
              <a:spcBef>
                <a:spcPts val="0"/>
              </a:spcBef>
              <a:spcAft>
                <a:spcPts val="0"/>
              </a:spcAft>
              <a:buSzPts val="1100"/>
              <a:buNone/>
            </a:pPr>
            <a:r>
              <a:t>Visual template: Final defense SWU 002.pptx. Original SWU and PHINMA artwork retained. Old slide wording is not factual authority.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lnSpc>
                <a:spcPct val="100000"/>
              </a:lnSpc>
              <a:spcBef>
                <a:spcPts val="0"/>
              </a:spcBef>
              <a:spcAft>
                <a:spcPts val="0"/>
              </a:spcAft>
              <a:buSzPts val="1100"/>
              <a:buNone/>
            </a:pPr>
            <a:r>
              <a:t>Presenter 1. Target 0:20.</a:t>
            </a:r>
          </a:p>
          <a:p>
            <a:pPr marL="0" lvl="0" indent="0" algn="l">
              <a:lnSpc>
                <a:spcPct val="100000"/>
              </a:lnSpc>
              <a:spcBef>
                <a:spcPts val="0"/>
              </a:spcBef>
              <a:spcAft>
                <a:spcPts val="0"/>
              </a:spcAft>
              <a:buSzPts val="1100"/>
              <a:buNone/>
            </a:pPr>
            <a:endParaRPr/>
          </a:p>
          <a:p>
            <a:pPr marL="0" lvl="0" indent="0" algn="l">
              <a:lnSpc>
                <a:spcPct val="100000"/>
              </a:lnSpc>
              <a:spcBef>
                <a:spcPts val="0"/>
              </a:spcBef>
              <a:spcAft>
                <a:spcPts val="0"/>
              </a:spcAft>
              <a:buSzPts val="1100"/>
              <a:buNone/>
            </a:pPr>
            <a:r>
              <a:t>Our presentation follows the same overall sequence as our earlier defense. We will move from the background and research questions to the methodology and baseline findings. We will then explain Kodigo, its technical design, and the evidence that supports the live walkthrough.</a:t>
            </a:r>
          </a:p>
          <a:p>
            <a:pPr marL="0" lvl="0" indent="0" algn="l">
              <a:lnSpc>
                <a:spcPct val="100000"/>
              </a:lnSpc>
              <a:spcBef>
                <a:spcPts val="0"/>
              </a:spcBef>
              <a:spcAft>
                <a:spcPts val="0"/>
              </a:spcAft>
              <a:buSzPts val="1100"/>
              <a:buNone/>
            </a:pPr>
            <a:endParaRPr/>
          </a:p>
          <a:p>
            <a:pPr marL="0" lvl="0" indent="0" algn="l">
              <a:lnSpc>
                <a:spcPct val="100000"/>
              </a:lnSpc>
              <a:spcBef>
                <a:spcPts val="0"/>
              </a:spcBef>
              <a:spcAft>
                <a:spcPts val="0"/>
              </a:spcAft>
              <a:buSzPts val="1100"/>
              <a:buNone/>
            </a:pPr>
            <a:r>
              <a:t>Evidence (not spoken):</a:t>
            </a:r>
          </a:p>
          <a:p>
            <a:pPr marL="0" lvl="0" indent="0" algn="l">
              <a:lnSpc>
                <a:spcPct val="100000"/>
              </a:lnSpc>
              <a:spcBef>
                <a:spcPts val="0"/>
              </a:spcBef>
              <a:spcAft>
                <a:spcPts val="0"/>
              </a:spcAft>
              <a:buSzPts val="1100"/>
              <a:buNone/>
            </a:pPr>
            <a:r>
              <a:t>- Final defense SWU 002.pptx, agenda and slide order</a:t>
            </a:r>
          </a:p>
          <a:p>
            <a:pPr marL="0" lvl="0" indent="0" algn="l">
              <a:lnSpc>
                <a:spcPct val="100000"/>
              </a:lnSpc>
              <a:spcBef>
                <a:spcPts val="0"/>
              </a:spcBef>
              <a:spcAft>
                <a:spcPts val="0"/>
              </a:spcAft>
              <a:buSzPts val="1100"/>
              <a:buNone/>
            </a:pPr>
            <a:endParaRPr/>
          </a:p>
          <a:p>
            <a:pPr marL="0" lvl="0" indent="0" algn="l">
              <a:lnSpc>
                <a:spcPct val="100000"/>
              </a:lnSpc>
              <a:spcBef>
                <a:spcPts val="0"/>
              </a:spcBef>
              <a:spcAft>
                <a:spcPts val="0"/>
              </a:spcAft>
              <a:buSzPts val="1100"/>
              <a:buNone/>
            </a:pPr>
            <a:r>
              <a:t>Visual template: Final defense SWU 002.pptx. Original SWU and PHINMA artwork retained. Old slide wording is not factual authority.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lnSpc>
                <a:spcPct val="100000"/>
              </a:lnSpc>
              <a:spcBef>
                <a:spcPts val="0"/>
              </a:spcBef>
              <a:spcAft>
                <a:spcPts val="0"/>
              </a:spcAft>
              <a:buSzPts val="1100"/>
              <a:buNone/>
            </a:pPr>
            <a:r>
              <a:t>Presenter 1. Target 0:55.</a:t>
            </a:r>
          </a:p>
          <a:p>
            <a:pPr marL="0" lvl="0" indent="0" algn="l">
              <a:lnSpc>
                <a:spcPct val="100000"/>
              </a:lnSpc>
              <a:spcBef>
                <a:spcPts val="0"/>
              </a:spcBef>
              <a:spcAft>
                <a:spcPts val="0"/>
              </a:spcAft>
              <a:buSzPts val="1100"/>
              <a:buNone/>
            </a:pPr>
            <a:endParaRPr/>
          </a:p>
          <a:p>
            <a:pPr marL="0" lvl="0" indent="0" algn="l">
              <a:lnSpc>
                <a:spcPct val="100000"/>
              </a:lnSpc>
              <a:spcBef>
                <a:spcPts val="0"/>
              </a:spcBef>
              <a:spcAft>
                <a:spcPts val="0"/>
              </a:spcAft>
              <a:buSzPts val="1100"/>
              <a:buNone/>
            </a:pPr>
            <a:r>
              <a:t>The manuscript describes small businesses that use separate records for sales, stock, and reconciliation. A sale can be written in one place while the inventory record still waits for an update. The scenario on this slide is illustrative: staff record a sale, stock information remains unchanged until later encoding, and the owner compares several records before deciding what to order. It summarizes the kind of fragmentation discussed in Chapters 1 and 4. It is not a new respondent account or a measurement of Kodigo’s performance. The design problem is how to connect the transaction and stock records so that later reports use a consistent recorded basis.</a:t>
            </a:r>
          </a:p>
          <a:p>
            <a:pPr marL="0" lvl="0" indent="0" algn="l">
              <a:lnSpc>
                <a:spcPct val="100000"/>
              </a:lnSpc>
              <a:spcBef>
                <a:spcPts val="0"/>
              </a:spcBef>
              <a:spcAft>
                <a:spcPts val="0"/>
              </a:spcAft>
              <a:buSzPts val="1100"/>
              <a:buNone/>
            </a:pPr>
            <a:endParaRPr/>
          </a:p>
          <a:p>
            <a:pPr marL="0" lvl="0" indent="0" algn="l">
              <a:lnSpc>
                <a:spcPct val="100000"/>
              </a:lnSpc>
              <a:spcBef>
                <a:spcPts val="0"/>
              </a:spcBef>
              <a:spcAft>
                <a:spcPts val="0"/>
              </a:spcAft>
              <a:buSzPts val="1100"/>
              <a:buNone/>
            </a:pPr>
            <a:r>
              <a:t>Evidence (not spoken):</a:t>
            </a:r>
          </a:p>
          <a:p>
            <a:pPr marL="0" lvl="0" indent="0" algn="l">
              <a:lnSpc>
                <a:spcPct val="100000"/>
              </a:lnSpc>
              <a:spcBef>
                <a:spcPts val="0"/>
              </a:spcBef>
              <a:spcAft>
                <a:spcPts val="0"/>
              </a:spcAft>
              <a:buSzPts val="1100"/>
              <a:buNone/>
            </a:pPr>
            <a:r>
              <a:t>- docs/Chapter 1-4 Manuscript v3.docx, Chapters 1 and 4</a:t>
            </a:r>
          </a:p>
          <a:p>
            <a:pPr marL="0" lvl="0" indent="0" algn="l">
              <a:lnSpc>
                <a:spcPct val="100000"/>
              </a:lnSpc>
              <a:spcBef>
                <a:spcPts val="0"/>
              </a:spcBef>
              <a:spcAft>
                <a:spcPts val="0"/>
              </a:spcAft>
              <a:buSzPts val="1100"/>
              <a:buNone/>
            </a:pPr>
            <a:endParaRPr/>
          </a:p>
          <a:p>
            <a:pPr marL="0" lvl="0" indent="0" algn="l">
              <a:lnSpc>
                <a:spcPct val="100000"/>
              </a:lnSpc>
              <a:spcBef>
                <a:spcPts val="0"/>
              </a:spcBef>
              <a:spcAft>
                <a:spcPts val="0"/>
              </a:spcAft>
              <a:buSzPts val="1100"/>
              <a:buNone/>
            </a:pPr>
            <a:r>
              <a:t>Visual template: Final defense SWU 002.pptx. Original SWU and PHINMA artwork retained. Old slide wording is not factual authority.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57200" lvl="0" indent="-228600" algn="l">
              <a:lnSpc>
                <a:spcPct val="100000"/>
              </a:lnSpc>
              <a:spcBef>
                <a:spcPts val="0"/>
              </a:spcBef>
              <a:spcAft>
                <a:spcPts val="0"/>
              </a:spcAft>
              <a:buSzPts val="1100"/>
              <a:buNone/>
            </a:pPr>
            <a:r>
              <a:rPr dirty="0"/>
              <a:t>Presenter 1. Target 0:40.</a:t>
            </a:r>
          </a:p>
          <a:p>
            <a:pPr marL="457200" lvl="0" indent="-228600" algn="l">
              <a:lnSpc>
                <a:spcPct val="100000"/>
              </a:lnSpc>
              <a:spcBef>
                <a:spcPts val="0"/>
              </a:spcBef>
              <a:spcAft>
                <a:spcPts val="0"/>
              </a:spcAft>
              <a:buSzPts val="1100"/>
              <a:buNone/>
            </a:pPr>
            <a:endParaRPr dirty="0"/>
          </a:p>
          <a:p>
            <a:pPr marL="457200" lvl="0" indent="-228600" algn="l">
              <a:lnSpc>
                <a:spcPct val="100000"/>
              </a:lnSpc>
              <a:spcBef>
                <a:spcPts val="0"/>
              </a:spcBef>
              <a:spcAft>
                <a:spcPts val="0"/>
              </a:spcAft>
              <a:buSzPts val="1100"/>
              <a:buNone/>
            </a:pPr>
            <a:r>
              <a:rPr dirty="0"/>
              <a:t>The study asks three questions. What operational bottlenecks occur in manual inventory tracking and reconciliation? What framework and security controls are appropriate for the system, as assessed by qualified technical evaluators? And how acceptable is the developed system to intended users? The last question considers cost-effectiveness, reliability, efficiency, and security. The baseline results address the first question. Completed ratings for the technical and acceptability evaluations are not established by the repository evidence used for this deck.</a:t>
            </a:r>
          </a:p>
          <a:p>
            <a:pPr marL="457200" lvl="0" indent="-228600" algn="l">
              <a:lnSpc>
                <a:spcPct val="100000"/>
              </a:lnSpc>
              <a:spcBef>
                <a:spcPts val="0"/>
              </a:spcBef>
              <a:spcAft>
                <a:spcPts val="0"/>
              </a:spcAft>
              <a:buSzPts val="1100"/>
              <a:buNone/>
            </a:pPr>
            <a:endParaRPr dirty="0"/>
          </a:p>
          <a:p>
            <a:pPr marL="457200" lvl="0" indent="-228600" algn="l">
              <a:lnSpc>
                <a:spcPct val="100000"/>
              </a:lnSpc>
              <a:spcBef>
                <a:spcPts val="0"/>
              </a:spcBef>
              <a:spcAft>
                <a:spcPts val="0"/>
              </a:spcAft>
              <a:buSzPts val="1100"/>
              <a:buNone/>
            </a:pPr>
            <a:r>
              <a:rPr dirty="0"/>
              <a:t>Evidence (not spoken):</a:t>
            </a:r>
          </a:p>
          <a:p>
            <a:pPr marL="457200" lvl="0" indent="-228600" algn="l">
              <a:lnSpc>
                <a:spcPct val="100000"/>
              </a:lnSpc>
              <a:spcBef>
                <a:spcPts val="0"/>
              </a:spcBef>
              <a:spcAft>
                <a:spcPts val="0"/>
              </a:spcAft>
              <a:buSzPts val="1100"/>
              <a:buNone/>
            </a:pPr>
            <a:r>
              <a:rPr dirty="0">
                <a:solidFill>
                  <a:schemeClr val="dk1"/>
                </a:solidFill>
              </a:rPr>
              <a:t>- docs/Chapter 1-4 Manuscript v3.docx, Chapter 1: Statement of the Problem</a:t>
            </a:r>
            <a:endParaRPr dirty="0"/>
          </a:p>
          <a:p>
            <a:pPr marL="457200" lvl="0" indent="-228600" algn="l">
              <a:lnSpc>
                <a:spcPct val="100000"/>
              </a:lnSpc>
              <a:spcBef>
                <a:spcPts val="0"/>
              </a:spcBef>
              <a:spcAft>
                <a:spcPts val="0"/>
              </a:spcAft>
              <a:buSzPts val="1100"/>
              <a:buNone/>
            </a:pPr>
            <a:endParaRPr dirty="0"/>
          </a:p>
          <a:p>
            <a:pPr marL="457200" lvl="0" indent="-228600" algn="l">
              <a:lnSpc>
                <a:spcPct val="100000"/>
              </a:lnSpc>
              <a:spcBef>
                <a:spcPts val="0"/>
              </a:spcBef>
              <a:spcAft>
                <a:spcPts val="0"/>
              </a:spcAft>
              <a:buSzPts val="1100"/>
              <a:buNone/>
            </a:pPr>
            <a:r>
              <a:rPr dirty="0">
                <a:solidFill>
                  <a:schemeClr val="dk1"/>
                </a:solidFill>
              </a:rPr>
              <a:t>Visual template: Final defense SWU 002.pptx. Original SWU and PHINMA artwork retained. Old slide wording is not factual authority.</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57200" lvl="0" indent="-228600" algn="l">
              <a:lnSpc>
                <a:spcPct val="100000"/>
              </a:lnSpc>
              <a:spcBef>
                <a:spcPts val="0"/>
              </a:spcBef>
              <a:spcAft>
                <a:spcPts val="0"/>
              </a:spcAft>
              <a:buSzPts val="1100"/>
              <a:buNone/>
            </a:pPr>
            <a:r>
              <a:t>Presenter 1. Target 0:40.</a:t>
            </a:r>
          </a:p>
          <a:p>
            <a:pPr marL="457200" lvl="0" indent="-228600" algn="l">
              <a:lnSpc>
                <a:spcPct val="100000"/>
              </a:lnSpc>
              <a:spcBef>
                <a:spcPts val="0"/>
              </a:spcBef>
              <a:spcAft>
                <a:spcPts val="0"/>
              </a:spcAft>
              <a:buSzPts val="1100"/>
              <a:buNone/>
            </a:pPr>
            <a:endParaRPr/>
          </a:p>
          <a:p>
            <a:pPr marL="457200" lvl="0" indent="-228600" algn="l">
              <a:lnSpc>
                <a:spcPct val="100000"/>
              </a:lnSpc>
              <a:spcBef>
                <a:spcPts val="0"/>
              </a:spcBef>
              <a:spcAft>
                <a:spcPts val="0"/>
              </a:spcAft>
              <a:buSzPts val="1100"/>
              <a:buNone/>
            </a:pPr>
            <a:r>
              <a:t>Our general objective is to design, develop, and evaluate a cloud-based inventory and financial management framework tailored for SMEs. The specific objectives follow the research questions: identify workflow bottlenecks, determine an appropriate framework and information security measures, and evaluate system acceptability. In implementation terms, the first objective informs connected sales and inventory, the second informs the access and transaction controls, and the third requires evaluation after users interact with the prototype. These are concise paraphrases of the current manuscript, with final wording subject to adviser confirmation.</a:t>
            </a:r>
          </a:p>
          <a:p>
            <a:pPr marL="457200" lvl="0" indent="-228600" algn="l">
              <a:lnSpc>
                <a:spcPct val="100000"/>
              </a:lnSpc>
              <a:spcBef>
                <a:spcPts val="0"/>
              </a:spcBef>
              <a:spcAft>
                <a:spcPts val="0"/>
              </a:spcAft>
              <a:buSzPts val="1100"/>
              <a:buNone/>
            </a:pPr>
            <a:endParaRPr/>
          </a:p>
          <a:p>
            <a:pPr marL="457200" lvl="0" indent="-228600" algn="l">
              <a:lnSpc>
                <a:spcPct val="100000"/>
              </a:lnSpc>
              <a:spcBef>
                <a:spcPts val="0"/>
              </a:spcBef>
              <a:spcAft>
                <a:spcPts val="0"/>
              </a:spcAft>
              <a:buSzPts val="1100"/>
              <a:buNone/>
            </a:pPr>
            <a:r>
              <a:t>Evidence (not spoken):</a:t>
            </a:r>
          </a:p>
          <a:p>
            <a:pPr marL="457200" lvl="0" indent="-228600" algn="l">
              <a:lnSpc>
                <a:spcPct val="100000"/>
              </a:lnSpc>
              <a:spcBef>
                <a:spcPts val="0"/>
              </a:spcBef>
              <a:spcAft>
                <a:spcPts val="0"/>
              </a:spcAft>
              <a:buSzPts val="1100"/>
              <a:buNone/>
            </a:pPr>
            <a:r>
              <a:t>- docs/Chapter 1-4 Manuscript v3.docx, Chapter 1: Objectives of the Study</a:t>
            </a:r>
          </a:p>
          <a:p>
            <a:pPr marL="457200" lvl="0" indent="-228600" algn="l">
              <a:lnSpc>
                <a:spcPct val="100000"/>
              </a:lnSpc>
              <a:spcBef>
                <a:spcPts val="0"/>
              </a:spcBef>
              <a:spcAft>
                <a:spcPts val="0"/>
              </a:spcAft>
              <a:buSzPts val="1100"/>
              <a:buNone/>
            </a:pPr>
            <a:endParaRPr/>
          </a:p>
          <a:p>
            <a:pPr marL="457200" lvl="0" indent="-228600" algn="l">
              <a:lnSpc>
                <a:spcPct val="100000"/>
              </a:lnSpc>
              <a:spcBef>
                <a:spcPts val="0"/>
              </a:spcBef>
              <a:spcAft>
                <a:spcPts val="0"/>
              </a:spcAft>
              <a:buSzPts val="1100"/>
              <a:buNone/>
            </a:pPr>
            <a:r>
              <a:t>Visual template: Final defense SWU 002.pptx. Original SWU and PHINMA artwork retained. Old slide wording is not factual authority.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57200" lvl="0" indent="-228600" algn="just">
              <a:lnSpc>
                <a:spcPct val="100000"/>
              </a:lnSpc>
              <a:spcBef>
                <a:spcPts val="0"/>
              </a:spcBef>
              <a:spcAft>
                <a:spcPts val="0"/>
              </a:spcAft>
              <a:buSzPts val="1100"/>
              <a:buNone/>
            </a:pPr>
            <a:r>
              <a:t>Presenter 1. Target 0:40.</a:t>
            </a:r>
          </a:p>
          <a:p>
            <a:pPr marL="457200" lvl="0" indent="-228600" algn="just">
              <a:lnSpc>
                <a:spcPct val="100000"/>
              </a:lnSpc>
              <a:spcBef>
                <a:spcPts val="0"/>
              </a:spcBef>
              <a:spcAft>
                <a:spcPts val="0"/>
              </a:spcAft>
              <a:buSzPts val="1100"/>
              <a:buNone/>
            </a:pPr>
            <a:endParaRPr/>
          </a:p>
          <a:p>
            <a:pPr marL="457200" lvl="0" indent="-228600" algn="just">
              <a:lnSpc>
                <a:spcPct val="100000"/>
              </a:lnSpc>
              <a:spcBef>
                <a:spcPts val="0"/>
              </a:spcBef>
              <a:spcAft>
                <a:spcPts val="0"/>
              </a:spcAft>
              <a:buSzPts val="1100"/>
              <a:buNone/>
            </a:pPr>
            <a:r>
              <a:t>Chapter 2 organizes the literature around record accuracy, an integrated cloud framework, and security and acceptance. The manuscript discusses inventory inaccuracies and the burden of manual consolidation, then relates centralized records to the proposed framework. It also explains why authentication, controlled access, organizational readiness, and adoption concerns matter. We have condensed those discussions here. The references are the sources cited in the current manuscript. We are using them to explain design requirements, not claiming that these studies measured Kodigo or prove that our prototype has achieved a particular improvement.</a:t>
            </a:r>
          </a:p>
          <a:p>
            <a:pPr marL="457200" lvl="0" indent="-228600" algn="just">
              <a:lnSpc>
                <a:spcPct val="100000"/>
              </a:lnSpc>
              <a:spcBef>
                <a:spcPts val="0"/>
              </a:spcBef>
              <a:spcAft>
                <a:spcPts val="0"/>
              </a:spcAft>
              <a:buSzPts val="1100"/>
              <a:buNone/>
            </a:pPr>
            <a:endParaRPr/>
          </a:p>
          <a:p>
            <a:pPr marL="457200" lvl="0" indent="-228600" algn="just">
              <a:lnSpc>
                <a:spcPct val="100000"/>
              </a:lnSpc>
              <a:spcBef>
                <a:spcPts val="0"/>
              </a:spcBef>
              <a:spcAft>
                <a:spcPts val="0"/>
              </a:spcAft>
              <a:buSzPts val="1100"/>
              <a:buNone/>
            </a:pPr>
            <a:r>
              <a:t>Evidence (not spoken):</a:t>
            </a:r>
          </a:p>
          <a:p>
            <a:pPr marL="457200" lvl="0" indent="-228600" algn="just">
              <a:lnSpc>
                <a:spcPct val="100000"/>
              </a:lnSpc>
              <a:spcBef>
                <a:spcPts val="0"/>
              </a:spcBef>
              <a:spcAft>
                <a:spcPts val="0"/>
              </a:spcAft>
              <a:buSzPts val="1100"/>
              <a:buNone/>
            </a:pPr>
            <a:r>
              <a:t>- docs/Chapter 1-4 Manuscript v3.docx, Chapter 2: Shabani et al. (2021), Kosadi et al. (2021), Luo (2024), Mohammad (2022), Nagahawatta et al. (2024), Rashid et al. (2024)</a:t>
            </a:r>
          </a:p>
          <a:p>
            <a:pPr marL="457200" lvl="0" indent="-228600" algn="just">
              <a:lnSpc>
                <a:spcPct val="100000"/>
              </a:lnSpc>
              <a:spcBef>
                <a:spcPts val="0"/>
              </a:spcBef>
              <a:spcAft>
                <a:spcPts val="0"/>
              </a:spcAft>
              <a:buSzPts val="1100"/>
              <a:buNone/>
            </a:pPr>
            <a:endParaRPr/>
          </a:p>
          <a:p>
            <a:pPr marL="457200" lvl="0" indent="-228600" algn="just">
              <a:lnSpc>
                <a:spcPct val="100000"/>
              </a:lnSpc>
              <a:spcBef>
                <a:spcPts val="0"/>
              </a:spcBef>
              <a:spcAft>
                <a:spcPts val="0"/>
              </a:spcAft>
              <a:buSzPts val="1100"/>
              <a:buNone/>
            </a:pPr>
            <a:r>
              <a:t>Visual template: Final defense SWU 002.pptx. Original SWU and PHINMA artwork retained. Old slide wording is not factual authority.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57200" lvl="0" indent="-228600" algn="l">
              <a:lnSpc>
                <a:spcPct val="100000"/>
              </a:lnSpc>
              <a:spcBef>
                <a:spcPts val="0"/>
              </a:spcBef>
              <a:spcAft>
                <a:spcPts val="0"/>
              </a:spcAft>
              <a:buSzPts val="1100"/>
              <a:buNone/>
            </a:pPr>
            <a:r>
              <a:t>Presenter 1. Target 0:55.</a:t>
            </a:r>
          </a:p>
          <a:p>
            <a:pPr marL="457200" lvl="0" indent="-228600" algn="l">
              <a:lnSpc>
                <a:spcPct val="100000"/>
              </a:lnSpc>
              <a:spcBef>
                <a:spcPts val="0"/>
              </a:spcBef>
              <a:spcAft>
                <a:spcPts val="0"/>
              </a:spcAft>
              <a:buSzPts val="1100"/>
              <a:buNone/>
            </a:pPr>
            <a:endParaRPr/>
          </a:p>
          <a:p>
            <a:pPr marL="457200" lvl="0" indent="-228600" algn="l">
              <a:lnSpc>
                <a:spcPct val="100000"/>
              </a:lnSpc>
              <a:spcBef>
                <a:spcPts val="0"/>
              </a:spcBef>
              <a:spcAft>
                <a:spcPts val="0"/>
              </a:spcAft>
              <a:buSzPts val="1100"/>
              <a:buNone/>
            </a:pPr>
            <a:r>
              <a:t>The current manuscript uses an exploratory sequential mixed-method approach. For RQ1, interviews explain operational problems and the baseline questionnaire describes their frequency. RQ2 uses structured quantitative technical validation. RQ3 uses a quantitative acceptability survey after prototype interaction. The sampling approach is criterion-based purposive sampling with maximum variation. The development methodology is Agile Scrum. Research method and software development method serve different purposes, so we show both explicitly. Chapter 4 reports eighteen baseline respondents and five interview transcripts. The manuscript’s participant plan also includes three technical validators, but a planned validator count is not proof that validation ratings have already been completed.</a:t>
            </a:r>
          </a:p>
          <a:p>
            <a:pPr marL="457200" lvl="0" indent="-228600" algn="l">
              <a:lnSpc>
                <a:spcPct val="100000"/>
              </a:lnSpc>
              <a:spcBef>
                <a:spcPts val="0"/>
              </a:spcBef>
              <a:spcAft>
                <a:spcPts val="0"/>
              </a:spcAft>
              <a:buSzPts val="1100"/>
              <a:buNone/>
            </a:pPr>
            <a:endParaRPr/>
          </a:p>
          <a:p>
            <a:pPr marL="457200" lvl="0" indent="-228600" algn="l">
              <a:lnSpc>
                <a:spcPct val="100000"/>
              </a:lnSpc>
              <a:spcBef>
                <a:spcPts val="0"/>
              </a:spcBef>
              <a:spcAft>
                <a:spcPts val="0"/>
              </a:spcAft>
              <a:buSzPts val="1100"/>
              <a:buNone/>
            </a:pPr>
            <a:r>
              <a:t>Evidence (not spoken):</a:t>
            </a:r>
          </a:p>
          <a:p>
            <a:pPr marL="457200" lvl="0" indent="-228600" algn="l">
              <a:lnSpc>
                <a:spcPct val="100000"/>
              </a:lnSpc>
              <a:spcBef>
                <a:spcPts val="0"/>
              </a:spcBef>
              <a:spcAft>
                <a:spcPts val="0"/>
              </a:spcAft>
              <a:buSzPts val="1100"/>
              <a:buNone/>
            </a:pPr>
            <a:r>
              <a:t>- docs/Chapter 1-4 Manuscript v3.docx, Chapter 3: Research Framework and Design; Sampling; Data Gathering; Software Development Methodology; Chapter 4: Response Rate</a:t>
            </a:r>
          </a:p>
          <a:p>
            <a:pPr marL="457200" lvl="0" indent="-228600" algn="l">
              <a:lnSpc>
                <a:spcPct val="100000"/>
              </a:lnSpc>
              <a:spcBef>
                <a:spcPts val="0"/>
              </a:spcBef>
              <a:spcAft>
                <a:spcPts val="0"/>
              </a:spcAft>
              <a:buSzPts val="1100"/>
              <a:buNone/>
            </a:pPr>
            <a:endParaRPr/>
          </a:p>
          <a:p>
            <a:pPr marL="457200" lvl="0" indent="-228600" algn="l">
              <a:lnSpc>
                <a:spcPct val="100000"/>
              </a:lnSpc>
              <a:spcBef>
                <a:spcPts val="0"/>
              </a:spcBef>
              <a:spcAft>
                <a:spcPts val="0"/>
              </a:spcAft>
              <a:buSzPts val="1100"/>
              <a:buNone/>
            </a:pPr>
            <a:r>
              <a:t>Visual template: Final defense SWU 002.pptx. Original SWU and PHINMA artwork retained. Old slide wording is not factual authority.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57200" lvl="0" indent="-228600" algn="l">
              <a:spcBef>
                <a:spcPts val="0"/>
              </a:spcBef>
              <a:spcAft>
                <a:spcPts val="0"/>
              </a:spcAft>
              <a:buClr>
                <a:schemeClr val="dk1"/>
              </a:buClr>
              <a:buSzPts val="1100"/>
              <a:buFont typeface="Arial"/>
              <a:buNone/>
            </a:pPr>
            <a:r>
              <a:t>Presenter 1. Target 1:05.</a:t>
            </a:r>
            <a:endParaRPr>
              <a:solidFill>
                <a:schemeClr val="dk1"/>
              </a:solidFill>
            </a:endParaRPr>
          </a:p>
          <a:p>
            <a:pPr marL="457200" lvl="0" indent="-228600" algn="l">
              <a:lnSpc>
                <a:spcPct val="100000"/>
              </a:lnSpc>
              <a:spcBef>
                <a:spcPts val="0"/>
              </a:spcBef>
              <a:spcAft>
                <a:spcPts val="0"/>
              </a:spcAft>
              <a:buSzPts val="1100"/>
              <a:buNone/>
            </a:pPr>
            <a:endParaRPr/>
          </a:p>
          <a:p>
            <a:pPr marL="457200" lvl="0" indent="-228600" algn="l">
              <a:lnSpc>
                <a:spcPct val="100000"/>
              </a:lnSpc>
              <a:spcBef>
                <a:spcPts val="0"/>
              </a:spcBef>
              <a:spcAft>
                <a:spcPts val="0"/>
              </a:spcAft>
              <a:buSzPts val="1100"/>
              <a:buNone/>
            </a:pPr>
            <a:r>
              <a:t>These are the baseline findings reported in Chapter 4, based on eighteen pre-survey respondents. Thirteen reported that inventory updates take at least sixteen minutes after a sale or issuance. Twelve reported at least three inventory discrepancies over the preceding thirty days. Sixteen said uncertain information delayed decisions at least sometimes. All eighteen reported that records from different sources fail to match at least sometimes. The interviews explain the pattern through fragmented records, delayed visibility, and repeated correction work. These figures describe the existing workflow in this study’s sample. They are not post-implementation results, national SME estimates, or measured improvement rates for Kodigo. I will now hand over to Presenter 2 to show how the developed system responds to those requirements.</a:t>
            </a:r>
          </a:p>
          <a:p>
            <a:pPr marL="457200" lvl="0" indent="-228600" algn="l">
              <a:lnSpc>
                <a:spcPct val="100000"/>
              </a:lnSpc>
              <a:spcBef>
                <a:spcPts val="0"/>
              </a:spcBef>
              <a:spcAft>
                <a:spcPts val="0"/>
              </a:spcAft>
              <a:buSzPts val="1100"/>
              <a:buNone/>
            </a:pPr>
            <a:endParaRPr/>
          </a:p>
          <a:p>
            <a:pPr marL="457200" lvl="0" indent="-228600" algn="l">
              <a:lnSpc>
                <a:spcPct val="100000"/>
              </a:lnSpc>
              <a:spcBef>
                <a:spcPts val="0"/>
              </a:spcBef>
              <a:spcAft>
                <a:spcPts val="0"/>
              </a:spcAft>
              <a:buSzPts val="1100"/>
              <a:buNone/>
            </a:pPr>
            <a:r>
              <a:t>Evidence (not spoken):</a:t>
            </a:r>
          </a:p>
          <a:p>
            <a:pPr marL="457200" lvl="0" indent="-228600" algn="l">
              <a:lnSpc>
                <a:spcPct val="100000"/>
              </a:lnSpc>
              <a:spcBef>
                <a:spcPts val="0"/>
              </a:spcBef>
              <a:spcAft>
                <a:spcPts val="0"/>
              </a:spcAft>
              <a:buSzPts val="1100"/>
              <a:buNone/>
            </a:pPr>
            <a:r>
              <a:t>- docs/Chapter 1-4 Manuscript v3.docx, Chapter 4: Table 4.1 and qualitative themes from five interview transcripts</a:t>
            </a:r>
          </a:p>
          <a:p>
            <a:pPr marL="457200" lvl="0" indent="-228600" algn="l">
              <a:lnSpc>
                <a:spcPct val="100000"/>
              </a:lnSpc>
              <a:spcBef>
                <a:spcPts val="0"/>
              </a:spcBef>
              <a:spcAft>
                <a:spcPts val="0"/>
              </a:spcAft>
              <a:buSzPts val="1100"/>
              <a:buNone/>
            </a:pPr>
            <a:endParaRPr/>
          </a:p>
          <a:p>
            <a:pPr marL="457200" lvl="0" indent="-228600" algn="l">
              <a:lnSpc>
                <a:spcPct val="100000"/>
              </a:lnSpc>
              <a:spcBef>
                <a:spcPts val="0"/>
              </a:spcBef>
              <a:spcAft>
                <a:spcPts val="0"/>
              </a:spcAft>
              <a:buSzPts val="1100"/>
              <a:buNone/>
            </a:pPr>
            <a:r>
              <a:t>Visual template: Final defense SWU 002.pptx. Original SWU and PHINMA artwork retained. Old slide wording is not factual authority.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57200" lvl="0" indent="-228600" algn="l">
              <a:lnSpc>
                <a:spcPct val="100000"/>
              </a:lnSpc>
              <a:spcBef>
                <a:spcPts val="0"/>
              </a:spcBef>
              <a:spcAft>
                <a:spcPts val="0"/>
              </a:spcAft>
              <a:buSzPts val="1100"/>
              <a:buNone/>
            </a:pPr>
            <a:r>
              <a:t>Presenter 2. Target 0:45.</a:t>
            </a:r>
          </a:p>
          <a:p>
            <a:pPr marL="457200" lvl="0" indent="-228600" algn="l">
              <a:lnSpc>
                <a:spcPct val="100000"/>
              </a:lnSpc>
              <a:spcBef>
                <a:spcPts val="0"/>
              </a:spcBef>
              <a:spcAft>
                <a:spcPts val="0"/>
              </a:spcAft>
              <a:buSzPts val="1100"/>
              <a:buNone/>
            </a:pPr>
            <a:endParaRPr/>
          </a:p>
          <a:p>
            <a:pPr marL="457200" lvl="0" indent="-228600" algn="l">
              <a:lnSpc>
                <a:spcPct val="100000"/>
              </a:lnSpc>
              <a:spcBef>
                <a:spcPts val="0"/>
              </a:spcBef>
              <a:spcAft>
                <a:spcPts val="0"/>
              </a:spcAft>
              <a:buSzPts val="1100"/>
              <a:buNone/>
            </a:pPr>
            <a:r>
              <a:t>Kodigo now implements the operational modules shown here: POS and receipts, product and base-stock control, replenishment and suppliers, reporting, and user administration. Consignment support records received goods and supplier balances, including payments or credits entered by an Admin. The roles do not receive the same access. Admin operates within assigned stores, Cashier uses POS functions, Inventory performs permitted stock work, and Super Admin uses a separate invite portal. The next diagrams show the framework and the boundaries between those roles and the data operations.</a:t>
            </a:r>
          </a:p>
          <a:p>
            <a:pPr marL="457200" lvl="0" indent="-228600" algn="l">
              <a:lnSpc>
                <a:spcPct val="100000"/>
              </a:lnSpc>
              <a:spcBef>
                <a:spcPts val="0"/>
              </a:spcBef>
              <a:spcAft>
                <a:spcPts val="0"/>
              </a:spcAft>
              <a:buSzPts val="1100"/>
              <a:buNone/>
            </a:pPr>
            <a:endParaRPr/>
          </a:p>
          <a:p>
            <a:pPr marL="457200" lvl="0" indent="-228600" algn="l">
              <a:lnSpc>
                <a:spcPct val="100000"/>
              </a:lnSpc>
              <a:spcBef>
                <a:spcPts val="0"/>
              </a:spcBef>
              <a:spcAft>
                <a:spcPts val="0"/>
              </a:spcAft>
              <a:buSzPts val="1100"/>
              <a:buNone/>
            </a:pPr>
            <a:r>
              <a:t>Evidence (not spoken):</a:t>
            </a:r>
          </a:p>
          <a:p>
            <a:pPr marL="457200" lvl="0" indent="-228600" algn="l">
              <a:lnSpc>
                <a:spcPct val="100000"/>
              </a:lnSpc>
              <a:spcBef>
                <a:spcPts val="0"/>
              </a:spcBef>
              <a:spcAft>
                <a:spcPts val="0"/>
              </a:spcAft>
              <a:buSzPts val="1100"/>
              <a:buNone/>
            </a:pPr>
            <a:r>
              <a:t>- README.md, intended users and capabilities</a:t>
            </a:r>
          </a:p>
          <a:p>
            <a:pPr marL="457200" lvl="0" indent="-228600" algn="l">
              <a:lnSpc>
                <a:spcPct val="100000"/>
              </a:lnSpc>
              <a:spcBef>
                <a:spcPts val="0"/>
              </a:spcBef>
              <a:spcAft>
                <a:spcPts val="0"/>
              </a:spcAft>
              <a:buSzPts val="1100"/>
              <a:buNone/>
            </a:pPr>
            <a:r>
              <a:t>- kodigo-ui/src/App.tsx</a:t>
            </a:r>
          </a:p>
          <a:p>
            <a:pPr marL="457200" lvl="0" indent="-228600" algn="l">
              <a:lnSpc>
                <a:spcPct val="100000"/>
              </a:lnSpc>
              <a:spcBef>
                <a:spcPts val="0"/>
              </a:spcBef>
              <a:spcAft>
                <a:spcPts val="0"/>
              </a:spcAft>
              <a:buSzPts val="1100"/>
              <a:buNone/>
            </a:pPr>
            <a:r>
              <a:t>- kodigo-ui/src/components/pos/TransactionLifecyclePanel.tsx</a:t>
            </a:r>
          </a:p>
          <a:p>
            <a:pPr marL="457200" lvl="0" indent="-228600" algn="l">
              <a:lnSpc>
                <a:spcPct val="100000"/>
              </a:lnSpc>
              <a:spcBef>
                <a:spcPts val="0"/>
              </a:spcBef>
              <a:spcAft>
                <a:spcPts val="0"/>
              </a:spcAft>
              <a:buSzPts val="1100"/>
              <a:buNone/>
            </a:pPr>
            <a:r>
              <a:t>- kodigo-ui/src/components/inventory/ConsignmentPanel.tsx</a:t>
            </a:r>
          </a:p>
          <a:p>
            <a:pPr marL="457200" lvl="0" indent="-228600" algn="l">
              <a:lnSpc>
                <a:spcPct val="100000"/>
              </a:lnSpc>
              <a:spcBef>
                <a:spcPts val="0"/>
              </a:spcBef>
              <a:spcAft>
                <a:spcPts val="0"/>
              </a:spcAft>
              <a:buSzPts val="1100"/>
              <a:buNone/>
            </a:pPr>
            <a:r>
              <a:t>- kodigo-ui/src/pages/ReportsPage.tsx</a:t>
            </a:r>
          </a:p>
          <a:p>
            <a:pPr marL="457200" lvl="0" indent="-228600" algn="l">
              <a:lnSpc>
                <a:spcPct val="100000"/>
              </a:lnSpc>
              <a:spcBef>
                <a:spcPts val="0"/>
              </a:spcBef>
              <a:spcAft>
                <a:spcPts val="0"/>
              </a:spcAft>
              <a:buSzPts val="1100"/>
              <a:buNone/>
            </a:pPr>
            <a:endParaRPr/>
          </a:p>
          <a:p>
            <a:pPr marL="457200" lvl="0" indent="-228600" algn="l">
              <a:lnSpc>
                <a:spcPct val="100000"/>
              </a:lnSpc>
              <a:spcBef>
                <a:spcPts val="0"/>
              </a:spcBef>
              <a:spcAft>
                <a:spcPts val="0"/>
              </a:spcAft>
              <a:buSzPts val="1100"/>
              <a:buNone/>
            </a:pPr>
            <a:r>
              <a:t>Visual template: Final defense SWU 002.pptx. Original SWU and PHINMA artwork retained. Old slide wording is not factual authority.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lnSpc>
                <a:spcPct val="100000"/>
              </a:lnSpc>
              <a:spcBef>
                <a:spcPts val="0"/>
              </a:spcBef>
              <a:spcAft>
                <a:spcPts val="0"/>
              </a:spcAft>
              <a:buSzPts val="1100"/>
              <a:buNone/>
            </a:pPr>
            <a:r>
              <a:t>Presenter 2. Target 0:45.</a:t>
            </a:r>
          </a:p>
          <a:p>
            <a:pPr marL="0" lvl="0" indent="0" algn="l">
              <a:lnSpc>
                <a:spcPct val="100000"/>
              </a:lnSpc>
              <a:spcBef>
                <a:spcPts val="0"/>
              </a:spcBef>
              <a:spcAft>
                <a:spcPts val="0"/>
              </a:spcAft>
              <a:buSzPts val="1100"/>
              <a:buNone/>
            </a:pPr>
            <a:endParaRPr/>
          </a:p>
          <a:p>
            <a:pPr marL="0" lvl="0" indent="0" algn="l">
              <a:lnSpc>
                <a:spcPct val="100000"/>
              </a:lnSpc>
              <a:spcBef>
                <a:spcPts val="0"/>
              </a:spcBef>
              <a:spcAft>
                <a:spcPts val="0"/>
              </a:spcAft>
              <a:buSzPts val="1100"/>
              <a:buNone/>
            </a:pPr>
            <a:r>
              <a:t>The framework begins with authorized users and configured retail information. Kodigo processes sales, inventory changes, and purchasing information, then produces recorded transactions, stock history, and operational reports. Admin, Cashier, and Inventory participate in store operations according to their permissions. Super Admin handles invite-code governance separately. Supplier records are entered internally by authorized staff; there is no supplier-facing portal. Better visibility is a design purpose to evaluate, while the verifiable output of the implementation is the linked set of stored records.</a:t>
            </a:r>
          </a:p>
          <a:p>
            <a:pPr marL="0" lvl="0" indent="0" algn="l">
              <a:lnSpc>
                <a:spcPct val="100000"/>
              </a:lnSpc>
              <a:spcBef>
                <a:spcPts val="0"/>
              </a:spcBef>
              <a:spcAft>
                <a:spcPts val="0"/>
              </a:spcAft>
              <a:buSzPts val="1100"/>
              <a:buNone/>
            </a:pPr>
            <a:endParaRPr/>
          </a:p>
          <a:p>
            <a:pPr marL="0" lvl="0" indent="0" algn="l">
              <a:lnSpc>
                <a:spcPct val="100000"/>
              </a:lnSpc>
              <a:spcBef>
                <a:spcPts val="0"/>
              </a:spcBef>
              <a:spcAft>
                <a:spcPts val="0"/>
              </a:spcAft>
              <a:buSzPts val="1100"/>
              <a:buNone/>
            </a:pPr>
            <a:r>
              <a:t>Evidence (not spoken):</a:t>
            </a:r>
          </a:p>
          <a:p>
            <a:pPr marL="0" lvl="0" indent="0" algn="l">
              <a:lnSpc>
                <a:spcPct val="100000"/>
              </a:lnSpc>
              <a:spcBef>
                <a:spcPts val="0"/>
              </a:spcBef>
              <a:spcAft>
                <a:spcPts val="0"/>
              </a:spcAft>
              <a:buSzPts val="1100"/>
              <a:buNone/>
            </a:pPr>
            <a:r>
              <a:t>- docs/Chapter 1-4 Manuscript v3.docx, Chapter 3: Conceptual Framework</a:t>
            </a:r>
          </a:p>
          <a:p>
            <a:pPr marL="0" lvl="0" indent="0" algn="l">
              <a:lnSpc>
                <a:spcPct val="100000"/>
              </a:lnSpc>
              <a:spcBef>
                <a:spcPts val="0"/>
              </a:spcBef>
              <a:spcAft>
                <a:spcPts val="0"/>
              </a:spcAft>
              <a:buSzPts val="1100"/>
              <a:buNone/>
            </a:pPr>
            <a:r>
              <a:t>- kodigo-ui/src/App.tsx</a:t>
            </a:r>
          </a:p>
          <a:p>
            <a:pPr marL="0" lvl="0" indent="0" algn="l">
              <a:lnSpc>
                <a:spcPct val="100000"/>
              </a:lnSpc>
              <a:spcBef>
                <a:spcPts val="0"/>
              </a:spcBef>
              <a:spcAft>
                <a:spcPts val="0"/>
              </a:spcAft>
              <a:buSzPts val="1100"/>
              <a:buNone/>
            </a:pPr>
            <a:r>
              <a:t>- kodigo-ui/src/stores/productStore.ts</a:t>
            </a:r>
          </a:p>
          <a:p>
            <a:pPr marL="0" lvl="0" indent="0" algn="l">
              <a:lnSpc>
                <a:spcPct val="100000"/>
              </a:lnSpc>
              <a:spcBef>
                <a:spcPts val="0"/>
              </a:spcBef>
              <a:spcAft>
                <a:spcPts val="0"/>
              </a:spcAft>
              <a:buSzPts val="1100"/>
              <a:buNone/>
            </a:pPr>
            <a:r>
              <a:t>- kodigo-ui/src/lib/reporting.ts</a:t>
            </a:r>
          </a:p>
          <a:p>
            <a:pPr marL="0" lvl="0" indent="0" algn="l">
              <a:lnSpc>
                <a:spcPct val="100000"/>
              </a:lnSpc>
              <a:spcBef>
                <a:spcPts val="0"/>
              </a:spcBef>
              <a:spcAft>
                <a:spcPts val="0"/>
              </a:spcAft>
              <a:buSzPts val="1100"/>
              <a:buNone/>
            </a:pPr>
            <a:endParaRPr/>
          </a:p>
          <a:p>
            <a:pPr marL="0" lvl="0" indent="0" algn="l">
              <a:lnSpc>
                <a:spcPct val="100000"/>
              </a:lnSpc>
              <a:spcBef>
                <a:spcPts val="0"/>
              </a:spcBef>
              <a:spcAft>
                <a:spcPts val="0"/>
              </a:spcAft>
              <a:buSzPts val="1100"/>
              <a:buNone/>
            </a:pPr>
            <a:r>
              <a:t>Visual template: Final defense SWU 002.pptx. Original SWU and PHINMA artwork retained. Old slide wording is not factual authority.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lnSpc>
                <a:spcPct val="100000"/>
              </a:lnSpc>
              <a:spcBef>
                <a:spcPts val="0"/>
              </a:spcBef>
              <a:spcAft>
                <a:spcPts val="0"/>
              </a:spcAft>
              <a:buSzPts val="1100"/>
              <a:buNone/>
            </a:pPr>
            <a:r>
              <a:t>Presenter 2. Target 0:45.</a:t>
            </a:r>
          </a:p>
          <a:p>
            <a:pPr marL="0" lvl="0" indent="0" algn="l">
              <a:lnSpc>
                <a:spcPct val="100000"/>
              </a:lnSpc>
              <a:spcBef>
                <a:spcPts val="0"/>
              </a:spcBef>
              <a:spcAft>
                <a:spcPts val="0"/>
              </a:spcAft>
              <a:buSzPts val="1100"/>
              <a:buNone/>
            </a:pPr>
            <a:endParaRPr/>
          </a:p>
          <a:p>
            <a:pPr marL="0" lvl="0" indent="0" algn="l">
              <a:lnSpc>
                <a:spcPct val="100000"/>
              </a:lnSpc>
              <a:spcBef>
                <a:spcPts val="0"/>
              </a:spcBef>
              <a:spcAft>
                <a:spcPts val="0"/>
              </a:spcAft>
              <a:buSzPts val="1100"/>
              <a:buNone/>
            </a:pPr>
            <a:r>
              <a:t>This use-case view replaces the old two-role diagram with the current four-role structure. Admin manages assigned-store operations and users. Cashier processes sales and uses permitted transaction tools. Inventory maintains product and stock information and uses inventory-oriented reports. Super Admin generates owner invite codes through its own portal. The interface redirects unavailable routes, while database policies and protected functions also check role and store membership. TOTP enrollment is supported, and verified-factor accounts require appropriate AAL2 assurance for protected operations. These controls are implemented in source; live authorization still requires negative tests.</a:t>
            </a:r>
          </a:p>
          <a:p>
            <a:pPr marL="0" lvl="0" indent="0" algn="l">
              <a:lnSpc>
                <a:spcPct val="100000"/>
              </a:lnSpc>
              <a:spcBef>
                <a:spcPts val="0"/>
              </a:spcBef>
              <a:spcAft>
                <a:spcPts val="0"/>
              </a:spcAft>
              <a:buSzPts val="1100"/>
              <a:buNone/>
            </a:pPr>
            <a:endParaRPr/>
          </a:p>
          <a:p>
            <a:pPr marL="0" lvl="0" indent="0" algn="l">
              <a:lnSpc>
                <a:spcPct val="100000"/>
              </a:lnSpc>
              <a:spcBef>
                <a:spcPts val="0"/>
              </a:spcBef>
              <a:spcAft>
                <a:spcPts val="0"/>
              </a:spcAft>
              <a:buSzPts val="1100"/>
              <a:buNone/>
            </a:pPr>
            <a:r>
              <a:t>Evidence (not spoken):</a:t>
            </a:r>
          </a:p>
          <a:p>
            <a:pPr marL="0" lvl="0" indent="0" algn="l">
              <a:lnSpc>
                <a:spcPct val="100000"/>
              </a:lnSpc>
              <a:spcBef>
                <a:spcPts val="0"/>
              </a:spcBef>
              <a:spcAft>
                <a:spcPts val="0"/>
              </a:spcAft>
              <a:buSzPts val="1100"/>
              <a:buNone/>
            </a:pPr>
            <a:r>
              <a:t>- kodigo-ui/src/App.tsx, RequireAdmin/RequireBackOffice/RequirePOSAccess</a:t>
            </a:r>
          </a:p>
          <a:p>
            <a:pPr marL="0" lvl="0" indent="0" algn="l">
              <a:lnSpc>
                <a:spcPct val="100000"/>
              </a:lnSpc>
              <a:spcBef>
                <a:spcPts val="0"/>
              </a:spcBef>
              <a:spcAft>
                <a:spcPts val="0"/>
              </a:spcAft>
              <a:buSzPts val="1100"/>
              <a:buNone/>
            </a:pPr>
            <a:r>
              <a:t>- kodigo-ui/src/pages/ReportsPage.tsx</a:t>
            </a:r>
          </a:p>
          <a:p>
            <a:pPr marL="0" lvl="0" indent="0" algn="l">
              <a:lnSpc>
                <a:spcPct val="100000"/>
              </a:lnSpc>
              <a:spcBef>
                <a:spcPts val="0"/>
              </a:spcBef>
              <a:spcAft>
                <a:spcPts val="0"/>
              </a:spcAft>
              <a:buSzPts val="1100"/>
              <a:buNone/>
            </a:pPr>
            <a:r>
              <a:t>- migration_28_member_account_rbac_hardening.sql</a:t>
            </a:r>
          </a:p>
          <a:p>
            <a:pPr marL="0" lvl="0" indent="0" algn="l">
              <a:lnSpc>
                <a:spcPct val="100000"/>
              </a:lnSpc>
              <a:spcBef>
                <a:spcPts val="0"/>
              </a:spcBef>
              <a:spcAft>
                <a:spcPts val="0"/>
              </a:spcAft>
              <a:buSzPts val="1100"/>
              <a:buNone/>
            </a:pPr>
            <a:r>
              <a:t>- supabase/migrations/20260803023252_enforce_mfa_assurance.sql</a:t>
            </a:r>
          </a:p>
          <a:p>
            <a:pPr marL="0" lvl="0" indent="0" algn="l">
              <a:lnSpc>
                <a:spcPct val="100000"/>
              </a:lnSpc>
              <a:spcBef>
                <a:spcPts val="0"/>
              </a:spcBef>
              <a:spcAft>
                <a:spcPts val="0"/>
              </a:spcAft>
              <a:buSzPts val="1100"/>
              <a:buNone/>
            </a:pPr>
            <a:r>
              <a:t>- supabase/functions/admin-users/index.ts</a:t>
            </a:r>
          </a:p>
          <a:p>
            <a:pPr marL="0" lvl="0" indent="0" algn="l">
              <a:lnSpc>
                <a:spcPct val="100000"/>
              </a:lnSpc>
              <a:spcBef>
                <a:spcPts val="0"/>
              </a:spcBef>
              <a:spcAft>
                <a:spcPts val="0"/>
              </a:spcAft>
              <a:buSzPts val="1100"/>
              <a:buNone/>
            </a:pPr>
            <a:r>
              <a:t>- supabase/functions/generate-invite/index.ts</a:t>
            </a:r>
          </a:p>
          <a:p>
            <a:pPr marL="0" lvl="0" indent="0" algn="l">
              <a:lnSpc>
                <a:spcPct val="100000"/>
              </a:lnSpc>
              <a:spcBef>
                <a:spcPts val="0"/>
              </a:spcBef>
              <a:spcAft>
                <a:spcPts val="0"/>
              </a:spcAft>
              <a:buSzPts val="1100"/>
              <a:buNone/>
            </a:pPr>
            <a:r>
              <a:t>- supabase/drafts/super_admin_access_fix_review.md</a:t>
            </a:r>
          </a:p>
          <a:p>
            <a:pPr marL="0" lvl="0" indent="0" algn="l">
              <a:lnSpc>
                <a:spcPct val="100000"/>
              </a:lnSpc>
              <a:spcBef>
                <a:spcPts val="0"/>
              </a:spcBef>
              <a:spcAft>
                <a:spcPts val="0"/>
              </a:spcAft>
              <a:buSzPts val="1100"/>
              <a:buNone/>
            </a:pPr>
            <a:endParaRPr/>
          </a:p>
          <a:p>
            <a:pPr marL="0" lvl="0" indent="0" algn="l">
              <a:lnSpc>
                <a:spcPct val="100000"/>
              </a:lnSpc>
              <a:spcBef>
                <a:spcPts val="0"/>
              </a:spcBef>
              <a:spcAft>
                <a:spcPts val="0"/>
              </a:spcAft>
              <a:buSzPts val="1100"/>
              <a:buNone/>
            </a:pPr>
            <a:r>
              <a:t>Visual template: Final defense SWU 002.pptx. Original SWU and PHINMA artwork retained. Old slide wording is not factual authority.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lnSpc>
                <a:spcPct val="100000"/>
              </a:lnSpc>
              <a:spcBef>
                <a:spcPts val="0"/>
              </a:spcBef>
              <a:spcAft>
                <a:spcPts val="0"/>
              </a:spcAft>
              <a:buSzPts val="1100"/>
              <a:buNone/>
            </a:pPr>
            <a:r>
              <a:t>Presenter 2. Target 1:05.</a:t>
            </a:r>
          </a:p>
          <a:p>
            <a:pPr marL="0" lvl="0" indent="0" algn="l">
              <a:lnSpc>
                <a:spcPct val="100000"/>
              </a:lnSpc>
              <a:spcBef>
                <a:spcPts val="0"/>
              </a:spcBef>
              <a:spcAft>
                <a:spcPts val="0"/>
              </a:spcAft>
              <a:buSzPts val="1100"/>
              <a:buNone/>
            </a:pPr>
            <a:endParaRPr/>
          </a:p>
          <a:p>
            <a:pPr marL="0" lvl="0" indent="0" algn="l">
              <a:lnSpc>
                <a:spcPct val="100000"/>
              </a:lnSpc>
              <a:spcBef>
                <a:spcPts val="0"/>
              </a:spcBef>
              <a:spcAft>
                <a:spcPts val="0"/>
              </a:spcAft>
              <a:buSzPts val="1100"/>
              <a:buNone/>
            </a:pPr>
            <a:r>
              <a:t>The browser runs React and TypeScript, built with Vite. Zustand holds application state, and TanStack Query actively manages query data. Through Supabase JS, the browser authenticates with Auth, reads permitted tables through the Data API, and calls PostgreSQL RPCs for important operations. Edge Functions handle privileged account and invite tasks. Storage holds uploaded assets. PostgreSQL is the authoritative business store and runs validation, row policies, and stock triggers. IndexedDB provides a local product cache and selected queues. Reconnection attempts replay, but a queued sale does not establish a database commit. Vercel routing configuration exists, while the deployed hosting state and migration chain remain to be checked.</a:t>
            </a:r>
          </a:p>
          <a:p>
            <a:pPr marL="0" lvl="0" indent="0" algn="l">
              <a:lnSpc>
                <a:spcPct val="100000"/>
              </a:lnSpc>
              <a:spcBef>
                <a:spcPts val="0"/>
              </a:spcBef>
              <a:spcAft>
                <a:spcPts val="0"/>
              </a:spcAft>
              <a:buSzPts val="1100"/>
              <a:buNone/>
            </a:pPr>
            <a:endParaRPr/>
          </a:p>
          <a:p>
            <a:pPr marL="0" lvl="0" indent="0" algn="l">
              <a:lnSpc>
                <a:spcPct val="100000"/>
              </a:lnSpc>
              <a:spcBef>
                <a:spcPts val="0"/>
              </a:spcBef>
              <a:spcAft>
                <a:spcPts val="0"/>
              </a:spcAft>
              <a:buSzPts val="1100"/>
              <a:buNone/>
            </a:pPr>
            <a:r>
              <a:t>Evidence (not spoken):</a:t>
            </a:r>
          </a:p>
          <a:p>
            <a:pPr marL="0" lvl="0" indent="0" algn="l">
              <a:lnSpc>
                <a:spcPct val="100000"/>
              </a:lnSpc>
              <a:spcBef>
                <a:spcPts val="0"/>
              </a:spcBef>
              <a:spcAft>
                <a:spcPts val="0"/>
              </a:spcAft>
              <a:buSzPts val="1100"/>
              <a:buNone/>
            </a:pPr>
            <a:r>
              <a:t>- kodigo-ui/src/App.tsx</a:t>
            </a:r>
          </a:p>
          <a:p>
            <a:pPr marL="0" lvl="0" indent="0" algn="l">
              <a:lnSpc>
                <a:spcPct val="100000"/>
              </a:lnSpc>
              <a:spcBef>
                <a:spcPts val="0"/>
              </a:spcBef>
              <a:spcAft>
                <a:spcPts val="0"/>
              </a:spcAft>
              <a:buSzPts val="1100"/>
              <a:buNone/>
            </a:pPr>
            <a:r>
              <a:t>- kodigo-ui/src/lib/supabase.ts</a:t>
            </a:r>
          </a:p>
          <a:p>
            <a:pPr marL="0" lvl="0" indent="0" algn="l">
              <a:lnSpc>
                <a:spcPct val="100000"/>
              </a:lnSpc>
              <a:spcBef>
                <a:spcPts val="0"/>
              </a:spcBef>
              <a:spcAft>
                <a:spcPts val="0"/>
              </a:spcAft>
              <a:buSzPts val="1100"/>
              <a:buNone/>
            </a:pPr>
            <a:r>
              <a:t>- kodigo-ui/src/stores/authStore.ts</a:t>
            </a:r>
          </a:p>
          <a:p>
            <a:pPr marL="0" lvl="0" indent="0" algn="l">
              <a:lnSpc>
                <a:spcPct val="100000"/>
              </a:lnSpc>
              <a:spcBef>
                <a:spcPts val="0"/>
              </a:spcBef>
              <a:spcAft>
                <a:spcPts val="0"/>
              </a:spcAft>
              <a:buSzPts val="1100"/>
              <a:buNone/>
            </a:pPr>
            <a:r>
              <a:t>- kodigo-ui/src/lib/offline-sync.ts</a:t>
            </a:r>
          </a:p>
          <a:p>
            <a:pPr marL="0" lvl="0" indent="0" algn="l">
              <a:lnSpc>
                <a:spcPct val="100000"/>
              </a:lnSpc>
              <a:spcBef>
                <a:spcPts val="0"/>
              </a:spcBef>
              <a:spcAft>
                <a:spcPts val="0"/>
              </a:spcAft>
              <a:buSzPts val="1100"/>
              <a:buNone/>
            </a:pPr>
            <a:r>
              <a:t>- supabase/functions/admin-users/index.ts</a:t>
            </a:r>
          </a:p>
          <a:p>
            <a:pPr marL="0" lvl="0" indent="0" algn="l">
              <a:lnSpc>
                <a:spcPct val="100000"/>
              </a:lnSpc>
              <a:spcBef>
                <a:spcPts val="0"/>
              </a:spcBef>
              <a:spcAft>
                <a:spcPts val="0"/>
              </a:spcAft>
              <a:buSzPts val="1100"/>
              <a:buNone/>
            </a:pPr>
            <a:r>
              <a:t>- supabase/functions/generate-invite/index.ts</a:t>
            </a:r>
          </a:p>
          <a:p>
            <a:pPr marL="0" lvl="0" indent="0" algn="l">
              <a:lnSpc>
                <a:spcPct val="100000"/>
              </a:lnSpc>
              <a:spcBef>
                <a:spcPts val="0"/>
              </a:spcBef>
              <a:spcAft>
                <a:spcPts val="0"/>
              </a:spcAft>
              <a:buSzPts val="1100"/>
              <a:buNone/>
            </a:pPr>
            <a:r>
              <a:t>- kodigo-ui/src/lib/branding.ts</a:t>
            </a:r>
          </a:p>
          <a:p>
            <a:pPr marL="0" lvl="0" indent="0" algn="l">
              <a:lnSpc>
                <a:spcPct val="100000"/>
              </a:lnSpc>
              <a:spcBef>
                <a:spcPts val="0"/>
              </a:spcBef>
              <a:spcAft>
                <a:spcPts val="0"/>
              </a:spcAft>
              <a:buSzPts val="1100"/>
              <a:buNone/>
            </a:pPr>
            <a:r>
              <a:t>- kodigo-ui/vercel.json</a:t>
            </a:r>
          </a:p>
          <a:p>
            <a:pPr marL="0" lvl="0" indent="0" algn="l">
              <a:lnSpc>
                <a:spcPct val="100000"/>
              </a:lnSpc>
              <a:spcBef>
                <a:spcPts val="0"/>
              </a:spcBef>
              <a:spcAft>
                <a:spcPts val="0"/>
              </a:spcAft>
              <a:buSzPts val="1100"/>
              <a:buNone/>
            </a:pPr>
            <a:endParaRPr/>
          </a:p>
          <a:p>
            <a:pPr marL="0" lvl="0" indent="0" algn="l">
              <a:lnSpc>
                <a:spcPct val="100000"/>
              </a:lnSpc>
              <a:spcBef>
                <a:spcPts val="0"/>
              </a:spcBef>
              <a:spcAft>
                <a:spcPts val="0"/>
              </a:spcAft>
              <a:buSzPts val="1100"/>
              <a:buNone/>
            </a:pPr>
            <a:r>
              <a:t>Visual template: Final defense SWU 002.pptx. Original SWU and PHINMA artwork retained. Old slide wording is not factual authority.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lnSpc>
                <a:spcPct val="100000"/>
              </a:lnSpc>
              <a:spcBef>
                <a:spcPts val="0"/>
              </a:spcBef>
              <a:spcAft>
                <a:spcPts val="0"/>
              </a:spcAft>
              <a:buSzPts val="1100"/>
              <a:buNone/>
            </a:pPr>
            <a:r>
              <a:t>Presenter 2. Target 0:50.</a:t>
            </a:r>
          </a:p>
          <a:p>
            <a:pPr marL="0" lvl="0" indent="0" algn="l">
              <a:lnSpc>
                <a:spcPct val="100000"/>
              </a:lnSpc>
              <a:spcBef>
                <a:spcPts val="0"/>
              </a:spcBef>
              <a:spcAft>
                <a:spcPts val="0"/>
              </a:spcAft>
              <a:buSzPts val="1100"/>
              <a:buNone/>
            </a:pPr>
            <a:endParaRPr/>
          </a:p>
          <a:p>
            <a:pPr marL="0" lvl="0" indent="0" algn="l">
              <a:lnSpc>
                <a:spcPct val="100000"/>
              </a:lnSpc>
              <a:spcBef>
                <a:spcPts val="0"/>
              </a:spcBef>
              <a:spcAft>
                <a:spcPts val="0"/>
              </a:spcAft>
              <a:buSzPts val="1100"/>
              <a:buNone/>
            </a:pPr>
            <a:r>
              <a:t>A product has configured selling options, stock history, and receiving history. Sales contain sale_items that refer to the product and an optional selling option. The current sale path deducts the required quantity from the product’s base stock. Stock changes write inventory_movements, and receiving writes restock_history. Historical sale and receipt snapshots preserve the values recorded at the time of a transaction. Store membership uses stores, profiles, and store_users. This diagram omits payment, supplier, lot, and return entities for readability, but those remain part of the implementation.</a:t>
            </a:r>
          </a:p>
          <a:p>
            <a:pPr marL="0" lvl="0" indent="0" algn="l">
              <a:lnSpc>
                <a:spcPct val="100000"/>
              </a:lnSpc>
              <a:spcBef>
                <a:spcPts val="0"/>
              </a:spcBef>
              <a:spcAft>
                <a:spcPts val="0"/>
              </a:spcAft>
              <a:buSzPts val="1100"/>
              <a:buNone/>
            </a:pPr>
            <a:endParaRPr/>
          </a:p>
          <a:p>
            <a:pPr marL="0" lvl="0" indent="0" algn="l">
              <a:lnSpc>
                <a:spcPct val="100000"/>
              </a:lnSpc>
              <a:spcBef>
                <a:spcPts val="0"/>
              </a:spcBef>
              <a:spcAft>
                <a:spcPts val="0"/>
              </a:spcAft>
              <a:buSzPts val="1100"/>
              <a:buNone/>
            </a:pPr>
            <a:r>
              <a:t>Evidence (not spoken):</a:t>
            </a:r>
          </a:p>
          <a:p>
            <a:pPr marL="0" lvl="0" indent="0" algn="l">
              <a:lnSpc>
                <a:spcPct val="100000"/>
              </a:lnSpc>
              <a:spcBef>
                <a:spcPts val="0"/>
              </a:spcBef>
              <a:spcAft>
                <a:spcPts val="0"/>
              </a:spcAft>
              <a:buSzPts val="1100"/>
              <a:buNone/>
            </a:pPr>
            <a:r>
              <a:t>- supabase_schema.sql, products/sales/sale_items</a:t>
            </a:r>
          </a:p>
          <a:p>
            <a:pPr marL="0" lvl="0" indent="0" algn="l">
              <a:lnSpc>
                <a:spcPct val="100000"/>
              </a:lnSpc>
              <a:spcBef>
                <a:spcPts val="0"/>
              </a:spcBef>
              <a:spcAft>
                <a:spcPts val="0"/>
              </a:spcAft>
              <a:buSzPts val="1100"/>
              <a:buNone/>
            </a:pPr>
            <a:r>
              <a:t>- migration_20_product_selling_options.sql</a:t>
            </a:r>
          </a:p>
          <a:p>
            <a:pPr marL="0" lvl="0" indent="0" algn="l">
              <a:lnSpc>
                <a:spcPct val="100000"/>
              </a:lnSpc>
              <a:spcBef>
                <a:spcPts val="0"/>
              </a:spcBef>
              <a:spcAft>
                <a:spcPts val="0"/>
              </a:spcAft>
              <a:buSzPts val="1100"/>
              <a:buNone/>
            </a:pPr>
            <a:r>
              <a:t>- migration_27_inventory_branding_receipts.sql, inventory_movements</a:t>
            </a:r>
          </a:p>
          <a:p>
            <a:pPr marL="0" lvl="0" indent="0" algn="l">
              <a:lnSpc>
                <a:spcPct val="100000"/>
              </a:lnSpc>
              <a:spcBef>
                <a:spcPts val="0"/>
              </a:spcBef>
              <a:spcAft>
                <a:spcPts val="0"/>
              </a:spcAft>
              <a:buSzPts val="1100"/>
              <a:buNone/>
            </a:pPr>
            <a:r>
              <a:t>- migration_29_base_unit_inventory_margin_velocity.sql, restock_history</a:t>
            </a:r>
          </a:p>
          <a:p>
            <a:pPr marL="0" lvl="0" indent="0" algn="l">
              <a:lnSpc>
                <a:spcPct val="100000"/>
              </a:lnSpc>
              <a:spcBef>
                <a:spcPts val="0"/>
              </a:spcBef>
              <a:spcAft>
                <a:spcPts val="0"/>
              </a:spcAft>
              <a:buSzPts val="1100"/>
              <a:buNone/>
            </a:pPr>
            <a:r>
              <a:t>- migration_34_bulk_purchase_base_units.sql</a:t>
            </a:r>
          </a:p>
          <a:p>
            <a:pPr marL="0" lvl="0" indent="0" algn="l">
              <a:lnSpc>
                <a:spcPct val="100000"/>
              </a:lnSpc>
              <a:spcBef>
                <a:spcPts val="0"/>
              </a:spcBef>
              <a:spcAft>
                <a:spcPts val="0"/>
              </a:spcAft>
              <a:buSzPts val="1100"/>
              <a:buNone/>
            </a:pPr>
            <a:r>
              <a:t>- migration_37_unit_aware_inventory_workflow.sql</a:t>
            </a:r>
          </a:p>
          <a:p>
            <a:pPr marL="0" lvl="0" indent="0" algn="l">
              <a:lnSpc>
                <a:spcPct val="100000"/>
              </a:lnSpc>
              <a:spcBef>
                <a:spcPts val="0"/>
              </a:spcBef>
              <a:spcAft>
                <a:spcPts val="0"/>
              </a:spcAft>
              <a:buSzPts val="1100"/>
              <a:buNone/>
            </a:pPr>
            <a:endParaRPr/>
          </a:p>
          <a:p>
            <a:pPr marL="0" lvl="0" indent="0" algn="l">
              <a:lnSpc>
                <a:spcPct val="100000"/>
              </a:lnSpc>
              <a:spcBef>
                <a:spcPts val="0"/>
              </a:spcBef>
              <a:spcAft>
                <a:spcPts val="0"/>
              </a:spcAft>
              <a:buSzPts val="1100"/>
              <a:buNone/>
            </a:pPr>
            <a:r>
              <a:t>Visual template: Final defense SWU 002.pptx. Original SWU and PHINMA artwork retained. Old slide wording is not factual authority.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lnSpc>
                <a:spcPct val="100000"/>
              </a:lnSpc>
              <a:spcBef>
                <a:spcPts val="0"/>
              </a:spcBef>
              <a:spcAft>
                <a:spcPts val="0"/>
              </a:spcAft>
              <a:buSzPts val="1100"/>
              <a:buNone/>
            </a:pPr>
            <a:r>
              <a:t>Presenter 2. Target 1:00.</a:t>
            </a:r>
          </a:p>
          <a:p>
            <a:pPr marL="0" lvl="0" indent="0" algn="l">
              <a:lnSpc>
                <a:spcPct val="100000"/>
              </a:lnSpc>
              <a:spcBef>
                <a:spcPts val="0"/>
              </a:spcBef>
              <a:spcAft>
                <a:spcPts val="0"/>
              </a:spcAft>
              <a:buSzPts val="1100"/>
              <a:buNone/>
            </a:pPr>
            <a:endParaRPr/>
          </a:p>
          <a:p>
            <a:pPr marL="0" lvl="0" indent="0" algn="l">
              <a:lnSpc>
                <a:spcPct val="100000"/>
              </a:lnSpc>
              <a:spcBef>
                <a:spcPts val="0"/>
              </a:spcBef>
              <a:spcAft>
                <a:spcPts val="0"/>
              </a:spcAft>
              <a:buSzPts val="1100"/>
              <a:buNone/>
            </a:pPr>
            <a:r>
              <a:t>Online checkout calls process_pos_sale_v4. It delegates sale processing to version three and checks line discounts. The database validates the caller and assigned store, checks combined stock requirements, and recalculates prices and totals. Product locks protect concurrent stock consumption, while exceptions roll back the transaction. The stock trigger converts a bulk quantity into base units. For example, two packs of six consume twelve pieces from a stock of twenty-four, leaving twelve. That is illustrative arithmetic, not a recorded test outcome. Receiving also converts configured packages into base units and records cost and stock history. A separate authorized action applies a reviewed selling-price change. I will now hand over to Presenter 3 for the development platform, testing evidence, and demonstration plan.</a:t>
            </a:r>
          </a:p>
          <a:p>
            <a:pPr marL="0" lvl="0" indent="0" algn="l">
              <a:lnSpc>
                <a:spcPct val="100000"/>
              </a:lnSpc>
              <a:spcBef>
                <a:spcPts val="0"/>
              </a:spcBef>
              <a:spcAft>
                <a:spcPts val="0"/>
              </a:spcAft>
              <a:buSzPts val="1100"/>
              <a:buNone/>
            </a:pPr>
            <a:endParaRPr/>
          </a:p>
          <a:p>
            <a:pPr marL="0" lvl="0" indent="0" algn="l">
              <a:lnSpc>
                <a:spcPct val="100000"/>
              </a:lnSpc>
              <a:spcBef>
                <a:spcPts val="0"/>
              </a:spcBef>
              <a:spcAft>
                <a:spcPts val="0"/>
              </a:spcAft>
              <a:buSzPts val="1100"/>
              <a:buNone/>
            </a:pPr>
            <a:r>
              <a:t>Evidence (not spoken):</a:t>
            </a:r>
          </a:p>
          <a:p>
            <a:pPr marL="0" lvl="0" indent="0" algn="l">
              <a:lnSpc>
                <a:spcPct val="100000"/>
              </a:lnSpc>
              <a:spcBef>
                <a:spcPts val="0"/>
              </a:spcBef>
              <a:spcAft>
                <a:spcPts val="0"/>
              </a:spcAft>
              <a:buSzPts val="1100"/>
              <a:buNone/>
            </a:pPr>
            <a:r>
              <a:t>- kodigo-ui/src/lib/offline-sync.ts, pushSaleToSupabase</a:t>
            </a:r>
          </a:p>
          <a:p>
            <a:pPr marL="0" lvl="0" indent="0" algn="l">
              <a:lnSpc>
                <a:spcPct val="100000"/>
              </a:lnSpc>
              <a:spcBef>
                <a:spcPts val="0"/>
              </a:spcBef>
              <a:spcAft>
                <a:spcPts val="0"/>
              </a:spcAft>
              <a:buSzPts val="1100"/>
              <a:buNone/>
            </a:pPr>
            <a:r>
              <a:t>- supabase/migrations/20261019130000_client_revision_fixes.sql, process_pos_sale_v4/receive_product_stock</a:t>
            </a:r>
          </a:p>
          <a:p>
            <a:pPr marL="0" lvl="0" indent="0" algn="l">
              <a:lnSpc>
                <a:spcPct val="100000"/>
              </a:lnSpc>
              <a:spcBef>
                <a:spcPts val="0"/>
              </a:spcBef>
              <a:spcAft>
                <a:spcPts val="0"/>
              </a:spcAft>
              <a:buSzPts val="1100"/>
              <a:buNone/>
            </a:pPr>
            <a:r>
              <a:t>- supabase/migrations/20260930090000_vat_inclusive_pos_totals.sql, process_pos_sale_v3</a:t>
            </a:r>
          </a:p>
          <a:p>
            <a:pPr marL="0" lvl="0" indent="0" algn="l">
              <a:lnSpc>
                <a:spcPct val="100000"/>
              </a:lnSpc>
              <a:spcBef>
                <a:spcPts val="0"/>
              </a:spcBef>
              <a:spcAft>
                <a:spcPts val="0"/>
              </a:spcAft>
              <a:buSzPts val="1100"/>
              <a:buNone/>
            </a:pPr>
            <a:r>
              <a:t>- migration_34_bulk_purchase_base_units.sql, trg_deduct_stock_on_sale</a:t>
            </a:r>
          </a:p>
          <a:p>
            <a:pPr marL="0" lvl="0" indent="0" algn="l">
              <a:lnSpc>
                <a:spcPct val="100000"/>
              </a:lnSpc>
              <a:spcBef>
                <a:spcPts val="0"/>
              </a:spcBef>
              <a:spcAft>
                <a:spcPts val="0"/>
              </a:spcAft>
              <a:buSzPts val="1100"/>
              <a:buNone/>
            </a:pPr>
            <a:r>
              <a:t>- migration_37_unit_aware_inventory_workflow.sql, restock_product_inventory_v2</a:t>
            </a:r>
          </a:p>
          <a:p>
            <a:pPr marL="0" lvl="0" indent="0" algn="l">
              <a:lnSpc>
                <a:spcPct val="100000"/>
              </a:lnSpc>
              <a:spcBef>
                <a:spcPts val="0"/>
              </a:spcBef>
              <a:spcAft>
                <a:spcPts val="0"/>
              </a:spcAft>
              <a:buSzPts val="1100"/>
              <a:buNone/>
            </a:pPr>
            <a:r>
              <a:t>- kodigo-ui/src/stores/productStore.ts, adjustStock/updateSellingPrice</a:t>
            </a:r>
          </a:p>
          <a:p>
            <a:pPr marL="0" lvl="0" indent="0" algn="l">
              <a:lnSpc>
                <a:spcPct val="100000"/>
              </a:lnSpc>
              <a:spcBef>
                <a:spcPts val="0"/>
              </a:spcBef>
              <a:spcAft>
                <a:spcPts val="0"/>
              </a:spcAft>
              <a:buSzPts val="1100"/>
              <a:buNone/>
            </a:pPr>
            <a:endParaRPr/>
          </a:p>
          <a:p>
            <a:pPr marL="0" lvl="0" indent="0" algn="l">
              <a:lnSpc>
                <a:spcPct val="100000"/>
              </a:lnSpc>
              <a:spcBef>
                <a:spcPts val="0"/>
              </a:spcBef>
              <a:spcAft>
                <a:spcPts val="0"/>
              </a:spcAft>
              <a:buSzPts val="1100"/>
              <a:buNone/>
            </a:pPr>
            <a:r>
              <a:t>Visual template: Final defense SWU 002.pptx. Original SWU and PHINMA artwork retained. Old slide wording is not factual authority.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lnSpc>
                <a:spcPct val="100000"/>
              </a:lnSpc>
              <a:spcBef>
                <a:spcPts val="0"/>
              </a:spcBef>
              <a:spcAft>
                <a:spcPts val="0"/>
              </a:spcAft>
              <a:buSzPts val="1100"/>
              <a:buNone/>
            </a:pPr>
            <a:r>
              <a:t>Presenter 3. Target 0:55.</a:t>
            </a:r>
          </a:p>
          <a:p>
            <a:pPr marL="0" lvl="0" indent="0" algn="l">
              <a:lnSpc>
                <a:spcPct val="100000"/>
              </a:lnSpc>
              <a:spcBef>
                <a:spcPts val="0"/>
              </a:spcBef>
              <a:spcAft>
                <a:spcPts val="0"/>
              </a:spcAft>
              <a:buSzPts val="1100"/>
              <a:buNone/>
            </a:pPr>
            <a:endParaRPr/>
          </a:p>
          <a:p>
            <a:pPr marL="0" lvl="0" indent="0" algn="l">
              <a:lnSpc>
                <a:spcPct val="100000"/>
              </a:lnSpc>
              <a:spcBef>
                <a:spcPts val="0"/>
              </a:spcBef>
              <a:spcAft>
                <a:spcPts val="0"/>
              </a:spcAft>
              <a:buSzPts val="1100"/>
              <a:buNone/>
            </a:pPr>
            <a:r>
              <a:t>The platform overview follows the same progression as our earlier deck. A desktop browser is used for the main POS flow. Barcode input is implemented, while receipt and drawer hardware are optional and depend on actual device availability. Git and the CI workflow support the development process. The frontend uses React, TypeScript, Vite, Tailwind, Zustand, and TanStack Query. Backend responsibilities use Supabase Auth, PostgreSQL, RLS, Storage, and Edge Functions. The repository contains Vercel SPA routing configuration. The current hardware module uses a QZ Tray bridge for supported printer and drawer operations. We should verify that connection separately before a live hardware demonstration.</a:t>
            </a:r>
          </a:p>
          <a:p>
            <a:pPr marL="0" lvl="0" indent="0" algn="l">
              <a:lnSpc>
                <a:spcPct val="100000"/>
              </a:lnSpc>
              <a:spcBef>
                <a:spcPts val="0"/>
              </a:spcBef>
              <a:spcAft>
                <a:spcPts val="0"/>
              </a:spcAft>
              <a:buSzPts val="1100"/>
              <a:buNone/>
            </a:pPr>
            <a:endParaRPr/>
          </a:p>
          <a:p>
            <a:pPr marL="0" lvl="0" indent="0" algn="l">
              <a:lnSpc>
                <a:spcPct val="100000"/>
              </a:lnSpc>
              <a:spcBef>
                <a:spcPts val="0"/>
              </a:spcBef>
              <a:spcAft>
                <a:spcPts val="0"/>
              </a:spcAft>
              <a:buSzPts val="1100"/>
              <a:buNone/>
            </a:pPr>
            <a:r>
              <a:t>Evidence (not spoken):</a:t>
            </a:r>
          </a:p>
          <a:p>
            <a:pPr marL="0" lvl="0" indent="0" algn="l">
              <a:lnSpc>
                <a:spcPct val="100000"/>
              </a:lnSpc>
              <a:spcBef>
                <a:spcPts val="0"/>
              </a:spcBef>
              <a:spcAft>
                <a:spcPts val="0"/>
              </a:spcAft>
              <a:buSzPts val="1100"/>
              <a:buNone/>
            </a:pPr>
            <a:r>
              <a:t>- kodigo-ui/package.json</a:t>
            </a:r>
          </a:p>
          <a:p>
            <a:pPr marL="0" lvl="0" indent="0" algn="l">
              <a:lnSpc>
                <a:spcPct val="100000"/>
              </a:lnSpc>
              <a:spcBef>
                <a:spcPts val="0"/>
              </a:spcBef>
              <a:spcAft>
                <a:spcPts val="0"/>
              </a:spcAft>
              <a:buSzPts val="1100"/>
              <a:buNone/>
            </a:pPr>
            <a:r>
              <a:t>- kodigo-ui/src/lib/hardware.ts</a:t>
            </a:r>
          </a:p>
          <a:p>
            <a:pPr marL="0" lvl="0" indent="0" algn="l">
              <a:lnSpc>
                <a:spcPct val="100000"/>
              </a:lnSpc>
              <a:spcBef>
                <a:spcPts val="0"/>
              </a:spcBef>
              <a:spcAft>
                <a:spcPts val="0"/>
              </a:spcAft>
              <a:buSzPts val="1100"/>
              <a:buNone/>
            </a:pPr>
            <a:r>
              <a:t>- kodigo-ui/src/App.tsx</a:t>
            </a:r>
          </a:p>
          <a:p>
            <a:pPr marL="0" lvl="0" indent="0" algn="l">
              <a:lnSpc>
                <a:spcPct val="100000"/>
              </a:lnSpc>
              <a:spcBef>
                <a:spcPts val="0"/>
              </a:spcBef>
              <a:spcAft>
                <a:spcPts val="0"/>
              </a:spcAft>
              <a:buSzPts val="1100"/>
              <a:buNone/>
            </a:pPr>
            <a:r>
              <a:t>- kodigo-ui/vercel.json</a:t>
            </a:r>
          </a:p>
          <a:p>
            <a:pPr marL="0" lvl="0" indent="0" algn="l">
              <a:lnSpc>
                <a:spcPct val="100000"/>
              </a:lnSpc>
              <a:spcBef>
                <a:spcPts val="0"/>
              </a:spcBef>
              <a:spcAft>
                <a:spcPts val="0"/>
              </a:spcAft>
              <a:buSzPts val="1100"/>
              <a:buNone/>
            </a:pPr>
            <a:r>
              <a:t>- .github/workflows/ci.yml</a:t>
            </a:r>
          </a:p>
          <a:p>
            <a:pPr marL="0" lvl="0" indent="0" algn="l">
              <a:lnSpc>
                <a:spcPct val="100000"/>
              </a:lnSpc>
              <a:spcBef>
                <a:spcPts val="0"/>
              </a:spcBef>
              <a:spcAft>
                <a:spcPts val="0"/>
              </a:spcAft>
              <a:buSzPts val="1100"/>
              <a:buNone/>
            </a:pPr>
            <a:endParaRPr/>
          </a:p>
          <a:p>
            <a:pPr marL="0" lvl="0" indent="0" algn="l">
              <a:lnSpc>
                <a:spcPct val="100000"/>
              </a:lnSpc>
              <a:spcBef>
                <a:spcPts val="0"/>
              </a:spcBef>
              <a:spcAft>
                <a:spcPts val="0"/>
              </a:spcAft>
              <a:buSzPts val="1100"/>
              <a:buNone/>
            </a:pPr>
            <a:r>
              <a:t>Visual template: Final defense SWU 002.pptx. Original SWU and PHINMA artwork retained. Old slide wording is not factual authority.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lnSpc>
                <a:spcPct val="100000"/>
              </a:lnSpc>
              <a:spcBef>
                <a:spcPts val="0"/>
              </a:spcBef>
              <a:spcAft>
                <a:spcPts val="0"/>
              </a:spcAft>
              <a:buSzPts val="1100"/>
              <a:buNone/>
            </a:pPr>
            <a:r>
              <a:t>Presenter 3. Target 1:05.</a:t>
            </a:r>
          </a:p>
          <a:p>
            <a:pPr marL="0" lvl="0" indent="0" algn="l">
              <a:lnSpc>
                <a:spcPct val="100000"/>
              </a:lnSpc>
              <a:spcBef>
                <a:spcPts val="0"/>
              </a:spcBef>
              <a:spcAft>
                <a:spcPts val="0"/>
              </a:spcAft>
              <a:buSzPts val="1100"/>
              <a:buNone/>
            </a:pPr>
            <a:endParaRPr/>
          </a:p>
          <a:p>
            <a:pPr marL="0" lvl="0" indent="0" algn="l">
              <a:lnSpc>
                <a:spcPct val="100000"/>
              </a:lnSpc>
              <a:spcBef>
                <a:spcPts val="0"/>
              </a:spcBef>
              <a:spcAft>
                <a:spcPts val="0"/>
              </a:spcAft>
              <a:buSzPts val="1100"/>
              <a:buNone/>
            </a:pPr>
            <a:r>
              <a:t>We will now move to the application. An authorized operator must prepare and independently verify the cleared demonstration business state while preserving required schema, authentication, store membership, and configuration. No reset was executed for this presentation task. A working store Admin must remain available because the current Super Admin portal cannot perform normal store setup. Browser queues must also be reconciled so old pending writes do not repopulate cleared data. The sequence is login, product setup, receiving, POS checkout, stock verification, and reports. We will compare the stored sale, stock movement, and report values. If connectivity fails, we will identify a queued transaction as pending rather than claim completed persistence. The detailed checklist contains the expected arithmetic and recovery steps.</a:t>
            </a:r>
          </a:p>
          <a:p>
            <a:pPr marL="0" lvl="0" indent="0" algn="l">
              <a:lnSpc>
                <a:spcPct val="100000"/>
              </a:lnSpc>
              <a:spcBef>
                <a:spcPts val="0"/>
              </a:spcBef>
              <a:spcAft>
                <a:spcPts val="0"/>
              </a:spcAft>
              <a:buSzPts val="1100"/>
              <a:buNone/>
            </a:pPr>
            <a:endParaRPr/>
          </a:p>
          <a:p>
            <a:pPr marL="0" lvl="0" indent="0" algn="l">
              <a:lnSpc>
                <a:spcPct val="100000"/>
              </a:lnSpc>
              <a:spcBef>
                <a:spcPts val="0"/>
              </a:spcBef>
              <a:spcAft>
                <a:spcPts val="0"/>
              </a:spcAft>
              <a:buSzPts val="1100"/>
              <a:buNone/>
            </a:pPr>
            <a:r>
              <a:t>Evidence (not spoken):</a:t>
            </a:r>
          </a:p>
          <a:p>
            <a:pPr marL="0" lvl="0" indent="0" algn="l">
              <a:lnSpc>
                <a:spcPct val="100000"/>
              </a:lnSpc>
              <a:spcBef>
                <a:spcPts val="0"/>
              </a:spcBef>
              <a:spcAft>
                <a:spcPts val="0"/>
              </a:spcAft>
              <a:buSzPts val="1100"/>
              <a:buNone/>
            </a:pPr>
            <a:r>
              <a:t>- User task brief, demo requirements and prohibition on reset execution</a:t>
            </a:r>
          </a:p>
          <a:p>
            <a:pPr marL="0" lvl="0" indent="0" algn="l">
              <a:lnSpc>
                <a:spcPct val="100000"/>
              </a:lnSpc>
              <a:spcBef>
                <a:spcPts val="0"/>
              </a:spcBef>
              <a:spcAft>
                <a:spcPts val="0"/>
              </a:spcAft>
              <a:buSzPts val="1100"/>
              <a:buNone/>
            </a:pPr>
            <a:r>
              <a:t>- kodigo-ui/src/stores/authStore.ts</a:t>
            </a:r>
          </a:p>
          <a:p>
            <a:pPr marL="0" lvl="0" indent="0" algn="l">
              <a:lnSpc>
                <a:spcPct val="100000"/>
              </a:lnSpc>
              <a:spcBef>
                <a:spcPts val="0"/>
              </a:spcBef>
              <a:spcAft>
                <a:spcPts val="0"/>
              </a:spcAft>
              <a:buSzPts val="1100"/>
              <a:buNone/>
            </a:pPr>
            <a:r>
              <a:t>- kodigo-ui/src/stores/productStore.ts</a:t>
            </a:r>
          </a:p>
          <a:p>
            <a:pPr marL="0" lvl="0" indent="0" algn="l">
              <a:lnSpc>
                <a:spcPct val="100000"/>
              </a:lnSpc>
              <a:spcBef>
                <a:spcPts val="0"/>
              </a:spcBef>
              <a:spcAft>
                <a:spcPts val="0"/>
              </a:spcAft>
              <a:buSzPts val="1100"/>
              <a:buNone/>
            </a:pPr>
            <a:r>
              <a:t>- kodigo-ui/src/lib/offline-sync.ts</a:t>
            </a:r>
          </a:p>
          <a:p>
            <a:pPr marL="0" lvl="0" indent="0" algn="l">
              <a:lnSpc>
                <a:spcPct val="100000"/>
              </a:lnSpc>
              <a:spcBef>
                <a:spcPts val="0"/>
              </a:spcBef>
              <a:spcAft>
                <a:spcPts val="0"/>
              </a:spcAft>
              <a:buSzPts val="1100"/>
              <a:buNone/>
            </a:pPr>
            <a:r>
              <a:t>- kodigo-ui/src/pages/ReportsPage.tsx</a:t>
            </a:r>
          </a:p>
          <a:p>
            <a:pPr marL="0" lvl="0" indent="0" algn="l">
              <a:lnSpc>
                <a:spcPct val="100000"/>
              </a:lnSpc>
              <a:spcBef>
                <a:spcPts val="0"/>
              </a:spcBef>
              <a:spcAft>
                <a:spcPts val="0"/>
              </a:spcAft>
              <a:buSzPts val="1100"/>
              <a:buNone/>
            </a:pPr>
            <a:endParaRPr/>
          </a:p>
          <a:p>
            <a:pPr marL="0" lvl="0" indent="0" algn="l">
              <a:lnSpc>
                <a:spcPct val="100000"/>
              </a:lnSpc>
              <a:spcBef>
                <a:spcPts val="0"/>
              </a:spcBef>
              <a:spcAft>
                <a:spcPts val="0"/>
              </a:spcAft>
              <a:buSzPts val="1100"/>
              <a:buNone/>
            </a:pPr>
            <a:r>
              <a:t>Visual template: Final defense SWU 002.pptx. Original SWU and PHINMA artwork retained. Old slide wording is not factual authority.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lt2"/>
        </a:solidFill>
        <a:effectLst/>
      </p:bgPr>
    </p:bg>
    <p:spTree>
      <p:nvGrpSpPr>
        <p:cNvPr id="1" name=""/>
        <p:cNvGrpSpPr/>
        <p:nvPr/>
      </p:nvGrpSpPr>
      <p:grpSpPr>
        <a:xfrm>
          <a:off x="0" y="0"/>
          <a:ext cx="0" cy="0"/>
          <a:chOff x="0" y="0"/>
          <a:chExt cx="0" cy="0"/>
        </a:xfrm>
      </p:grpSpPr>
      <p:pic>
        <p:nvPicPr>
          <p:cNvPr id="11" name="Google Shape;11;p34">
            <a:extLst>
              <a:ext uri="{FF2B5EF4-FFF2-40B4-BE49-F238E27FC236}">
                <a16:creationId xmlns:a16="http://schemas.microsoft.com/office/drawing/2014/main" id="{EDFE6629-B437-4E60-95B2-B5E67C8B7C5D}"/>
              </a:ext>
            </a:extLst>
          </p:cNvPr>
          <p:cNvPicPr>
            <a:picLocks noChangeAspect="1"/>
          </p:cNvPicPr>
          <p:nvPr/>
        </p:nvPicPr>
        <p:blipFill rotWithShape="1">
          <a:blip r:embed="rId2">
            <a:alphaModFix/>
          </a:blip>
          <a:srcRect/>
          <a:stretch/>
        </p:blipFill>
        <p:spPr>
          <a:xfrm>
            <a:off x="0" y="0"/>
            <a:ext cx="9144000" cy="5143500"/>
          </a:xfrm>
          <a:prstGeom prst="rect">
            <a:avLst/>
          </a:prstGeom>
          <a:ln>
            <a:noFill/>
          </a:ln>
        </p:spPr>
      </p:pic>
      <p:sp>
        <p:nvSpPr>
          <p:cNvPr id="12" name="Google Shape;12;p34">
            <a:extLst>
              <a:ext uri="{FF2B5EF4-FFF2-40B4-BE49-F238E27FC236}">
                <a16:creationId xmlns:a16="http://schemas.microsoft.com/office/drawing/2014/main" id="{E3FD2819-6E29-49B3-9595-84DCEE4F3861}"/>
              </a:ext>
            </a:extLst>
          </p:cNvPr>
          <p:cNvSpPr>
            <a:spLocks noGrp="1"/>
          </p:cNvSpPr>
          <p:nvPr>
            <p:ph type="ctrTitle"/>
          </p:nvPr>
        </p:nvSpPr>
        <p:spPr>
          <a:xfrm>
            <a:off x="727950" y="1739400"/>
            <a:ext cx="4786200" cy="1664700"/>
          </a:xfrm>
          <a:prstGeom prst="rect">
            <a:avLst/>
          </a:prstGeom>
          <a:noFill/>
          <a:ln>
            <a:noFill/>
          </a:ln>
        </p:spPr>
        <p:txBody>
          <a:bodyPr spcFirstLastPara="1" wrap="square" lIns="91425" tIns="91425" rIns="91425" bIns="91425" anchor="t">
            <a:normAutofit/>
          </a:bodyPr>
          <a:lstStyle>
            <a:lvl1pPr algn="l">
              <a:lnSpc>
                <a:spcPct val="100000"/>
              </a:lnSpc>
              <a:spcBef>
                <a:spcPts val="0"/>
              </a:spcBef>
              <a:spcAft>
                <a:spcPts val="0"/>
              </a:spcAft>
              <a:buSzPts val="4200"/>
              <a:buFont typeface="Open Sans"/>
              <a:buNone/>
              <a:defRPr sz="4200">
                <a:latin typeface="Open Sans"/>
                <a:ea typeface="Open Sans"/>
                <a:cs typeface="Open Sans"/>
              </a:defRPr>
            </a:lvl1pPr>
            <a:lvl2pPr algn="l">
              <a:lnSpc>
                <a:spcPct val="100000"/>
              </a:lnSpc>
              <a:spcBef>
                <a:spcPts val="0"/>
              </a:spcBef>
              <a:spcAft>
                <a:spcPts val="0"/>
              </a:spcAft>
              <a:buSzPts val="4200"/>
              <a:buNone/>
              <a:defRPr sz="4200"/>
            </a:lvl2pPr>
            <a:lvl3pPr algn="l">
              <a:lnSpc>
                <a:spcPct val="100000"/>
              </a:lnSpc>
              <a:spcBef>
                <a:spcPts val="0"/>
              </a:spcBef>
              <a:spcAft>
                <a:spcPts val="0"/>
              </a:spcAft>
              <a:buSzPts val="4200"/>
              <a:buNone/>
              <a:defRPr sz="4200"/>
            </a:lvl3pPr>
            <a:lvl4pPr algn="l">
              <a:lnSpc>
                <a:spcPct val="100000"/>
              </a:lnSpc>
              <a:spcBef>
                <a:spcPts val="0"/>
              </a:spcBef>
              <a:spcAft>
                <a:spcPts val="0"/>
              </a:spcAft>
              <a:buSzPts val="4200"/>
              <a:buNone/>
              <a:defRPr sz="4200"/>
            </a:lvl4pPr>
            <a:lvl5pPr algn="l">
              <a:lnSpc>
                <a:spcPct val="100000"/>
              </a:lnSpc>
              <a:spcBef>
                <a:spcPts val="0"/>
              </a:spcBef>
              <a:spcAft>
                <a:spcPts val="0"/>
              </a:spcAft>
              <a:buSzPts val="4200"/>
              <a:buNone/>
              <a:defRPr sz="4200"/>
            </a:lvl5pPr>
            <a:lvl6pPr algn="l">
              <a:lnSpc>
                <a:spcPct val="100000"/>
              </a:lnSpc>
              <a:spcBef>
                <a:spcPts val="0"/>
              </a:spcBef>
              <a:spcAft>
                <a:spcPts val="0"/>
              </a:spcAft>
              <a:buSzPts val="4200"/>
              <a:buNone/>
              <a:defRPr sz="4200"/>
            </a:lvl6pPr>
            <a:lvl7pPr algn="l">
              <a:lnSpc>
                <a:spcPct val="100000"/>
              </a:lnSpc>
              <a:spcBef>
                <a:spcPts val="0"/>
              </a:spcBef>
              <a:spcAft>
                <a:spcPts val="0"/>
              </a:spcAft>
              <a:buSzPts val="4200"/>
              <a:buNone/>
              <a:defRPr sz="4200"/>
            </a:lvl7pPr>
            <a:lvl8pPr algn="l">
              <a:lnSpc>
                <a:spcPct val="100000"/>
              </a:lnSpc>
              <a:spcBef>
                <a:spcPts val="0"/>
              </a:spcBef>
              <a:spcAft>
                <a:spcPts val="0"/>
              </a:spcAft>
              <a:buSzPts val="4200"/>
              <a:buNone/>
              <a:defRPr sz="4200"/>
            </a:lvl8pPr>
            <a:lvl9pPr algn="l">
              <a:lnSpc>
                <a:spcPct val="100000"/>
              </a:lnSpc>
              <a:spcBef>
                <a:spcPts val="0"/>
              </a:spcBef>
              <a:spcAft>
                <a:spcPts val="0"/>
              </a:spcAft>
              <a:buSzPts val="4200"/>
              <a:buNone/>
              <a:defRPr sz="4200"/>
            </a:lvl9pPr>
          </a:lstStyle>
          <a:p>
            <a:endParaRPr/>
          </a:p>
        </p:txBody>
      </p:sp>
      <p:sp>
        <p:nvSpPr>
          <p:cNvPr id="13" name="Google Shape;13;p34">
            <a:extLst>
              <a:ext uri="{FF2B5EF4-FFF2-40B4-BE49-F238E27FC236}">
                <a16:creationId xmlns:a16="http://schemas.microsoft.com/office/drawing/2014/main" id="{60F19785-834C-46AA-BC20-D1C265A95D93}"/>
              </a:ext>
            </a:extLst>
          </p:cNvPr>
          <p:cNvSpPr>
            <a:spLocks noGrp="1"/>
          </p:cNvSpPr>
          <p:nvPr>
            <p:ph type="subTitle" idx="1"/>
          </p:nvPr>
        </p:nvSpPr>
        <p:spPr>
          <a:xfrm>
            <a:off x="727951" y="3512900"/>
            <a:ext cx="4786200" cy="541200"/>
          </a:xfrm>
          <a:prstGeom prst="rect">
            <a:avLst/>
          </a:prstGeom>
          <a:noFill/>
          <a:ln>
            <a:noFill/>
          </a:ln>
        </p:spPr>
        <p:txBody>
          <a:bodyPr spcFirstLastPara="1" wrap="square" lIns="91425" tIns="91425" rIns="91425" bIns="91425" anchor="t">
            <a:normAutofit/>
          </a:bodyPr>
          <a:lstStyle>
            <a:lvl1pPr algn="l">
              <a:lnSpc>
                <a:spcPct val="100000"/>
              </a:lnSpc>
              <a:spcBef>
                <a:spcPts val="0"/>
              </a:spcBef>
              <a:spcAft>
                <a:spcPts val="0"/>
              </a:spcAft>
              <a:buSzPts val="1600"/>
              <a:buFont typeface="Open Sans"/>
              <a:buNone/>
              <a:defRPr sz="1600">
                <a:latin typeface="Open Sans"/>
                <a:ea typeface="Open Sans"/>
                <a:cs typeface="Open Sans"/>
              </a:defRPr>
            </a:lvl1pPr>
            <a:lvl2pPr algn="l">
              <a:lnSpc>
                <a:spcPct val="100000"/>
              </a:lnSpc>
              <a:spcBef>
                <a:spcPts val="0"/>
              </a:spcBef>
              <a:spcAft>
                <a:spcPts val="0"/>
              </a:spcAft>
              <a:buSzPts val="1600"/>
              <a:buNone/>
              <a:defRPr sz="1600"/>
            </a:lvl2pPr>
            <a:lvl3pPr algn="l">
              <a:lnSpc>
                <a:spcPct val="100000"/>
              </a:lnSpc>
              <a:spcBef>
                <a:spcPts val="0"/>
              </a:spcBef>
              <a:spcAft>
                <a:spcPts val="0"/>
              </a:spcAft>
              <a:buSzPts val="1600"/>
              <a:buNone/>
              <a:defRPr sz="1600"/>
            </a:lvl3pPr>
            <a:lvl4pPr algn="l">
              <a:lnSpc>
                <a:spcPct val="100000"/>
              </a:lnSpc>
              <a:spcBef>
                <a:spcPts val="0"/>
              </a:spcBef>
              <a:spcAft>
                <a:spcPts val="0"/>
              </a:spcAft>
              <a:buSzPts val="1600"/>
              <a:buNone/>
              <a:defRPr sz="1600"/>
            </a:lvl4pPr>
            <a:lvl5pPr algn="l">
              <a:lnSpc>
                <a:spcPct val="100000"/>
              </a:lnSpc>
              <a:spcBef>
                <a:spcPts val="0"/>
              </a:spcBef>
              <a:spcAft>
                <a:spcPts val="0"/>
              </a:spcAft>
              <a:buSzPts val="1600"/>
              <a:buNone/>
              <a:defRPr sz="1600"/>
            </a:lvl5pPr>
            <a:lvl6pPr algn="l">
              <a:lnSpc>
                <a:spcPct val="100000"/>
              </a:lnSpc>
              <a:spcBef>
                <a:spcPts val="0"/>
              </a:spcBef>
              <a:spcAft>
                <a:spcPts val="0"/>
              </a:spcAft>
              <a:buSzPts val="1600"/>
              <a:buNone/>
              <a:defRPr sz="1600"/>
            </a:lvl6pPr>
            <a:lvl7pPr algn="l">
              <a:lnSpc>
                <a:spcPct val="100000"/>
              </a:lnSpc>
              <a:spcBef>
                <a:spcPts val="0"/>
              </a:spcBef>
              <a:spcAft>
                <a:spcPts val="0"/>
              </a:spcAft>
              <a:buSzPts val="1600"/>
              <a:buNone/>
              <a:defRPr sz="1600"/>
            </a:lvl7pPr>
            <a:lvl8pPr algn="l">
              <a:lnSpc>
                <a:spcPct val="100000"/>
              </a:lnSpc>
              <a:spcBef>
                <a:spcPts val="0"/>
              </a:spcBef>
              <a:spcAft>
                <a:spcPts val="0"/>
              </a:spcAft>
              <a:buSzPts val="1600"/>
              <a:buNone/>
              <a:defRPr sz="1600"/>
            </a:lvl8pPr>
            <a:lvl9pPr algn="l">
              <a:lnSpc>
                <a:spcPct val="100000"/>
              </a:lnSpc>
              <a:spcBef>
                <a:spcPts val="0"/>
              </a:spcBef>
              <a:spcAft>
                <a:spcPts val="0"/>
              </a:spcAft>
              <a:buSzPts val="1600"/>
              <a:buNone/>
              <a:defRPr sz="1600"/>
            </a:lvl9pPr>
          </a:lstStyle>
          <a:p>
            <a:endParaRPr/>
          </a:p>
        </p:txBody>
      </p:sp>
      <p:sp>
        <p:nvSpPr>
          <p:cNvPr id="14" name="Google Shape;14;p34">
            <a:extLst>
              <a:ext uri="{FF2B5EF4-FFF2-40B4-BE49-F238E27FC236}">
                <a16:creationId xmlns:a16="http://schemas.microsoft.com/office/drawing/2014/main" id="{6F7A5E02-7FA1-454D-AA9B-672DE7F572B1}"/>
              </a:ext>
            </a:extLst>
          </p:cNvPr>
          <p:cNvSpPr>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ormAutofit/>
          </a:bodyPr>
          <a:lstStyle>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a:pPr marL="0" lvl="0" indent="0" algn="r">
              <a:spcBef>
                <a:spcPts val="0"/>
              </a:spcBef>
              <a:spcAft>
                <a:spcPts val="0"/>
              </a:spcAft>
              <a:buNone/>
            </a:pPr>
            <a:fld id="{00000000-1234-1234-1234-123412341234}"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WU - Title and body">
  <p:cSld name="TITLE_AND_BODY_1_1">
    <p:spTree>
      <p:nvGrpSpPr>
        <p:cNvPr id="1" name=""/>
        <p:cNvGrpSpPr/>
        <p:nvPr/>
      </p:nvGrpSpPr>
      <p:grpSpPr>
        <a:xfrm>
          <a:off x="0" y="0"/>
          <a:ext cx="0" cy="0"/>
          <a:chOff x="0" y="0"/>
          <a:chExt cx="0" cy="0"/>
        </a:xfrm>
      </p:grpSpPr>
      <p:pic>
        <p:nvPicPr>
          <p:cNvPr id="16" name="Google Shape;16;p35">
            <a:extLst>
              <a:ext uri="{FF2B5EF4-FFF2-40B4-BE49-F238E27FC236}">
                <a16:creationId xmlns:a16="http://schemas.microsoft.com/office/drawing/2014/main" id="{5DE9DA9D-F1F9-419F-ADA0-E3698E7B0047}"/>
              </a:ext>
            </a:extLst>
          </p:cNvPr>
          <p:cNvPicPr>
            <a:picLocks noChangeAspect="1"/>
          </p:cNvPicPr>
          <p:nvPr/>
        </p:nvPicPr>
        <p:blipFill rotWithShape="1">
          <a:blip r:embed="rId2">
            <a:alphaModFix/>
          </a:blip>
          <a:srcRect/>
          <a:stretch/>
        </p:blipFill>
        <p:spPr>
          <a:xfrm>
            <a:off x="0" y="0"/>
            <a:ext cx="9144000" cy="5143500"/>
          </a:xfrm>
          <a:prstGeom prst="rect">
            <a:avLst/>
          </a:prstGeom>
          <a:ln>
            <a:noFill/>
          </a:ln>
        </p:spPr>
      </p:pic>
      <p:sp>
        <p:nvSpPr>
          <p:cNvPr id="17" name="Google Shape;17;p35">
            <a:extLst>
              <a:ext uri="{FF2B5EF4-FFF2-40B4-BE49-F238E27FC236}">
                <a16:creationId xmlns:a16="http://schemas.microsoft.com/office/drawing/2014/main" id="{DBA792E3-5E4B-4AD1-AC9E-65DEC5F5032F}"/>
              </a:ext>
            </a:extLst>
          </p:cNvPr>
          <p:cNvSpPr>
            <a:spLocks noGrp="1"/>
          </p:cNvSpPr>
          <p:nvPr>
            <p:ph type="title"/>
          </p:nvPr>
        </p:nvSpPr>
        <p:spPr>
          <a:xfrm>
            <a:off x="536600" y="382925"/>
            <a:ext cx="5564400" cy="535200"/>
          </a:xfrm>
          <a:prstGeom prst="rect">
            <a:avLst/>
          </a:prstGeom>
          <a:noFill/>
          <a:ln>
            <a:noFill/>
          </a:ln>
        </p:spPr>
        <p:txBody>
          <a:bodyPr spcFirstLastPara="1" wrap="square" lIns="91425" tIns="91425" rIns="91425" bIns="91425" anchor="t">
            <a:normAutofit/>
          </a:bodyPr>
          <a:lstStyle>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a:endParaRPr/>
          </a:p>
        </p:txBody>
      </p:sp>
      <p:sp>
        <p:nvSpPr>
          <p:cNvPr id="18" name="Google Shape;18;p35">
            <a:extLst>
              <a:ext uri="{FF2B5EF4-FFF2-40B4-BE49-F238E27FC236}">
                <a16:creationId xmlns:a16="http://schemas.microsoft.com/office/drawing/2014/main" id="{BC2A1484-BD50-48A6-AC7B-C061535F896D}"/>
              </a:ext>
            </a:extLst>
          </p:cNvPr>
          <p:cNvSpPr>
            <a:spLocks noGrp="1"/>
          </p:cNvSpPr>
          <p:nvPr>
            <p:ph type="body" idx="1"/>
          </p:nvPr>
        </p:nvSpPr>
        <p:spPr>
          <a:xfrm>
            <a:off x="675550" y="1274775"/>
            <a:ext cx="7688700" cy="2261100"/>
          </a:xfrm>
          <a:prstGeom prst="rect">
            <a:avLst/>
          </a:prstGeom>
          <a:noFill/>
          <a:ln>
            <a:noFill/>
          </a:ln>
        </p:spPr>
        <p:txBody>
          <a:bodyPr spcFirstLastPara="1" wrap="square" lIns="91425" tIns="91425" rIns="91425" bIns="91425" anchor="t">
            <a:normAutofit/>
          </a:bodyPr>
          <a:lstStyle>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a:endParaRPr/>
          </a:p>
        </p:txBody>
      </p:sp>
      <p:sp>
        <p:nvSpPr>
          <p:cNvPr id="19" name="Google Shape;19;p35">
            <a:extLst>
              <a:ext uri="{FF2B5EF4-FFF2-40B4-BE49-F238E27FC236}">
                <a16:creationId xmlns:a16="http://schemas.microsoft.com/office/drawing/2014/main" id="{1875332A-FD83-484D-90D5-EDDC90FFCF1F}"/>
              </a:ext>
            </a:extLst>
          </p:cNvPr>
          <p:cNvSpPr>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ormAutofit/>
          </a:bodyPr>
          <a:lstStyle>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a:pPr marL="0" lvl="0" indent="0" algn="r">
              <a:spcBef>
                <a:spcPts val="0"/>
              </a:spcBef>
              <a:spcAft>
                <a:spcPts val="0"/>
              </a:spcAft>
              <a:buNone/>
            </a:pPr>
            <a:fld id="{00000000-1234-1234-1234-123412341234}"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
        <p:cNvGrpSpPr/>
        <p:nvPr/>
      </p:nvGrpSpPr>
      <p:grpSpPr>
        <a:xfrm>
          <a:off x="0" y="0"/>
          <a:ext cx="0" cy="0"/>
          <a:chOff x="0" y="0"/>
          <a:chExt cx="0" cy="0"/>
        </a:xfrm>
      </p:grpSpPr>
      <p:sp>
        <p:nvSpPr>
          <p:cNvPr id="21" name="Google Shape;21;p36">
            <a:extLst>
              <a:ext uri="{FF2B5EF4-FFF2-40B4-BE49-F238E27FC236}">
                <a16:creationId xmlns:a16="http://schemas.microsoft.com/office/drawing/2014/main" id="{E5273508-7422-49DB-A356-20A5D239C730}"/>
              </a:ext>
            </a:extLst>
          </p:cNvPr>
          <p:cNvSpPr>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ormAutofit/>
          </a:bodyPr>
          <a:lstStyle>
            <a:lvl1pPr algn="l">
              <a:lnSpc>
                <a:spcPct val="100000"/>
              </a:lnSpc>
              <a:spcBef>
                <a:spcPts val="0"/>
              </a:spcBef>
              <a:spcAft>
                <a:spcPts val="0"/>
              </a:spcAft>
              <a:buSzPts val="2800"/>
              <a:buNone/>
              <a:defRPr/>
            </a:lvl1pPr>
            <a:lvl2pPr algn="l">
              <a:lnSpc>
                <a:spcPct val="100000"/>
              </a:lnSpc>
              <a:spcBef>
                <a:spcPts val="0"/>
              </a:spcBef>
              <a:spcAft>
                <a:spcPts val="0"/>
              </a:spcAft>
              <a:buSzPts val="2800"/>
              <a:buNone/>
              <a:defRPr/>
            </a:lvl2pPr>
            <a:lvl3pPr algn="l">
              <a:lnSpc>
                <a:spcPct val="100000"/>
              </a:lnSpc>
              <a:spcBef>
                <a:spcPts val="0"/>
              </a:spcBef>
              <a:spcAft>
                <a:spcPts val="0"/>
              </a:spcAft>
              <a:buSzPts val="2800"/>
              <a:buNone/>
              <a:defRPr/>
            </a:lvl3pPr>
            <a:lvl4pPr algn="l">
              <a:lnSpc>
                <a:spcPct val="100000"/>
              </a:lnSpc>
              <a:spcBef>
                <a:spcPts val="0"/>
              </a:spcBef>
              <a:spcAft>
                <a:spcPts val="0"/>
              </a:spcAft>
              <a:buSzPts val="2800"/>
              <a:buNone/>
              <a:defRPr/>
            </a:lvl4pPr>
            <a:lvl5pPr algn="l">
              <a:lnSpc>
                <a:spcPct val="100000"/>
              </a:lnSpc>
              <a:spcBef>
                <a:spcPts val="0"/>
              </a:spcBef>
              <a:spcAft>
                <a:spcPts val="0"/>
              </a:spcAft>
              <a:buSzPts val="2800"/>
              <a:buNone/>
              <a:defRPr/>
            </a:lvl5pPr>
            <a:lvl6pPr algn="l">
              <a:lnSpc>
                <a:spcPct val="100000"/>
              </a:lnSpc>
              <a:spcBef>
                <a:spcPts val="0"/>
              </a:spcBef>
              <a:spcAft>
                <a:spcPts val="0"/>
              </a:spcAft>
              <a:buSzPts val="2800"/>
              <a:buNone/>
              <a:defRPr/>
            </a:lvl6pPr>
            <a:lvl7pPr algn="l">
              <a:lnSpc>
                <a:spcPct val="100000"/>
              </a:lnSpc>
              <a:spcBef>
                <a:spcPts val="0"/>
              </a:spcBef>
              <a:spcAft>
                <a:spcPts val="0"/>
              </a:spcAft>
              <a:buSzPts val="2800"/>
              <a:buNone/>
              <a:defRPr/>
            </a:lvl7pPr>
            <a:lvl8pPr algn="l">
              <a:lnSpc>
                <a:spcPct val="100000"/>
              </a:lnSpc>
              <a:spcBef>
                <a:spcPts val="0"/>
              </a:spcBef>
              <a:spcAft>
                <a:spcPts val="0"/>
              </a:spcAft>
              <a:buSzPts val="2800"/>
              <a:buNone/>
              <a:defRPr/>
            </a:lvl8pPr>
            <a:lvl9pPr algn="l">
              <a:lnSpc>
                <a:spcPct val="100000"/>
              </a:lnSpc>
              <a:spcBef>
                <a:spcPts val="0"/>
              </a:spcBef>
              <a:spcAft>
                <a:spcPts val="0"/>
              </a:spcAft>
              <a:buSzPts val="2800"/>
              <a:buNone/>
              <a:defRPr/>
            </a:lvl9pPr>
          </a:lstStyle>
          <a:p>
            <a:endParaRPr/>
          </a:p>
        </p:txBody>
      </p:sp>
      <p:sp>
        <p:nvSpPr>
          <p:cNvPr id="22" name="Google Shape;22;p36">
            <a:extLst>
              <a:ext uri="{FF2B5EF4-FFF2-40B4-BE49-F238E27FC236}">
                <a16:creationId xmlns:a16="http://schemas.microsoft.com/office/drawing/2014/main" id="{5F84BFF2-E7A9-4E50-BE40-7E4772897579}"/>
              </a:ext>
            </a:extLst>
          </p:cNvPr>
          <p:cNvSpPr>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ormAutofit/>
          </a:bodyPr>
          <a:lstStyle>
            <a:lvl1pPr marL="457200" indent="-311150" algn="l">
              <a:lnSpc>
                <a:spcPct val="115000"/>
              </a:lnSpc>
              <a:spcBef>
                <a:spcPts val="0"/>
              </a:spcBef>
              <a:spcAft>
                <a:spcPts val="0"/>
              </a:spcAft>
              <a:buSzPts val="1300"/>
              <a:buChar char="●"/>
              <a:defRPr/>
            </a:lvl1pPr>
            <a:lvl2pPr marL="914400" indent="-298450" algn="l">
              <a:lnSpc>
                <a:spcPct val="115000"/>
              </a:lnSpc>
              <a:spcBef>
                <a:spcPts val="0"/>
              </a:spcBef>
              <a:spcAft>
                <a:spcPts val="0"/>
              </a:spcAft>
              <a:buSzPts val="1100"/>
              <a:buChar char="○"/>
              <a:defRPr/>
            </a:lvl2pPr>
            <a:lvl3pPr marL="1371600" indent="-298450" algn="l">
              <a:lnSpc>
                <a:spcPct val="115000"/>
              </a:lnSpc>
              <a:spcBef>
                <a:spcPts val="0"/>
              </a:spcBef>
              <a:spcAft>
                <a:spcPts val="0"/>
              </a:spcAft>
              <a:buSzPts val="1100"/>
              <a:buChar char="■"/>
              <a:defRPr/>
            </a:lvl3pPr>
            <a:lvl4pPr marL="1828800" indent="-298450" algn="l">
              <a:lnSpc>
                <a:spcPct val="115000"/>
              </a:lnSpc>
              <a:spcBef>
                <a:spcPts val="0"/>
              </a:spcBef>
              <a:spcAft>
                <a:spcPts val="0"/>
              </a:spcAft>
              <a:buSzPts val="1100"/>
              <a:buChar char="●"/>
              <a:defRPr/>
            </a:lvl4pPr>
            <a:lvl5pPr marL="2286000" indent="-298450" algn="l">
              <a:lnSpc>
                <a:spcPct val="115000"/>
              </a:lnSpc>
              <a:spcBef>
                <a:spcPts val="0"/>
              </a:spcBef>
              <a:spcAft>
                <a:spcPts val="0"/>
              </a:spcAft>
              <a:buSzPts val="1100"/>
              <a:buChar char="○"/>
              <a:defRPr/>
            </a:lvl5pPr>
            <a:lvl6pPr marL="2743200" indent="-298450" algn="l">
              <a:lnSpc>
                <a:spcPct val="115000"/>
              </a:lnSpc>
              <a:spcBef>
                <a:spcPts val="0"/>
              </a:spcBef>
              <a:spcAft>
                <a:spcPts val="0"/>
              </a:spcAft>
              <a:buSzPts val="1100"/>
              <a:buChar char="■"/>
              <a:defRPr/>
            </a:lvl6pPr>
            <a:lvl7pPr marL="3200400" indent="-298450" algn="l">
              <a:lnSpc>
                <a:spcPct val="115000"/>
              </a:lnSpc>
              <a:spcBef>
                <a:spcPts val="0"/>
              </a:spcBef>
              <a:spcAft>
                <a:spcPts val="0"/>
              </a:spcAft>
              <a:buSzPts val="1100"/>
              <a:buChar char="●"/>
              <a:defRPr/>
            </a:lvl7pPr>
            <a:lvl8pPr marL="3657600" indent="-298450" algn="l">
              <a:lnSpc>
                <a:spcPct val="115000"/>
              </a:lnSpc>
              <a:spcBef>
                <a:spcPts val="0"/>
              </a:spcBef>
              <a:spcAft>
                <a:spcPts val="0"/>
              </a:spcAft>
              <a:buSzPts val="1100"/>
              <a:buChar char="○"/>
              <a:defRPr/>
            </a:lvl8pPr>
            <a:lvl9pPr marL="4114800" indent="-298450" algn="l">
              <a:lnSpc>
                <a:spcPct val="115000"/>
              </a:lnSpc>
              <a:spcBef>
                <a:spcPts val="0"/>
              </a:spcBef>
              <a:spcAft>
                <a:spcPts val="0"/>
              </a:spcAft>
              <a:buSzPts val="1100"/>
              <a:buChar char="■"/>
              <a:defRPr/>
            </a:lvl9pPr>
          </a:lstStyle>
          <a:p>
            <a:endParaRPr/>
          </a:p>
        </p:txBody>
      </p:sp>
      <p:sp>
        <p:nvSpPr>
          <p:cNvPr id="23" name="Google Shape;23;p36">
            <a:extLst>
              <a:ext uri="{FF2B5EF4-FFF2-40B4-BE49-F238E27FC236}">
                <a16:creationId xmlns:a16="http://schemas.microsoft.com/office/drawing/2014/main" id="{0372792D-FACF-480B-8D1D-2290C73CE446}"/>
              </a:ext>
            </a:extLst>
          </p:cNvPr>
          <p:cNvSpPr>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t">
            <a:noAutofit/>
          </a:bodyPr>
          <a:lstStyle>
            <a:lvl1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1pPr>
            <a:lvl2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2pPr>
            <a:lvl3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3pPr>
            <a:lvl4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4pPr>
            <a:lvl5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5pPr>
            <a:lvl6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6pPr>
            <a:lvl7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7pPr>
            <a:lvl8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8pPr>
            <a:lvl9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9pPr>
          </a:lstStyle>
          <a:p>
            <a:endParaRPr/>
          </a:p>
        </p:txBody>
      </p:sp>
      <p:sp>
        <p:nvSpPr>
          <p:cNvPr id="24" name="Google Shape;24;p36">
            <a:extLst>
              <a:ext uri="{FF2B5EF4-FFF2-40B4-BE49-F238E27FC236}">
                <a16:creationId xmlns:a16="http://schemas.microsoft.com/office/drawing/2014/main" id="{4C017251-D745-42E7-853E-A5DC9EEE13F6}"/>
              </a:ext>
            </a:extLst>
          </p:cNvPr>
          <p:cNvSpPr>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t">
            <a:noAutofit/>
          </a:bodyPr>
          <a:lstStyle>
            <a:lvl1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1pPr>
            <a:lvl2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2pPr>
            <a:lvl3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3pPr>
            <a:lvl4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4pPr>
            <a:lvl5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5pPr>
            <a:lvl6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6pPr>
            <a:lvl7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7pPr>
            <a:lvl8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8pPr>
            <a:lvl9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9pPr>
          </a:lstStyle>
          <a:p>
            <a:endParaRPr/>
          </a:p>
        </p:txBody>
      </p:sp>
      <p:sp>
        <p:nvSpPr>
          <p:cNvPr id="25" name="Google Shape;25;p36">
            <a:extLst>
              <a:ext uri="{FF2B5EF4-FFF2-40B4-BE49-F238E27FC236}">
                <a16:creationId xmlns:a16="http://schemas.microsoft.com/office/drawing/2014/main" id="{18C55257-2444-497E-A5C3-00B8C223C278}"/>
              </a:ext>
            </a:extLst>
          </p:cNvPr>
          <p:cNvSpPr>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ormAutofit/>
          </a:bodyPr>
          <a:lstStyle>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a:pPr marL="0" lvl="0" indent="0" algn="r">
              <a:spcBef>
                <a:spcPts val="0"/>
              </a:spcBef>
              <a:spcAft>
                <a:spcPts val="0"/>
              </a:spcAft>
              <a:buNone/>
            </a:pPr>
            <a:fld id="{00000000-1234-1234-1234-123412341234}"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losing Slide">
  <p:cSld name="Closing Slide">
    <p:spTree>
      <p:nvGrpSpPr>
        <p:cNvPr id="1" name=""/>
        <p:cNvGrpSpPr/>
        <p:nvPr/>
      </p:nvGrpSpPr>
      <p:grpSpPr>
        <a:xfrm>
          <a:off x="0" y="0"/>
          <a:ext cx="0" cy="0"/>
          <a:chOff x="0" y="0"/>
          <a:chExt cx="0" cy="0"/>
        </a:xfrm>
      </p:grpSpPr>
      <p:pic>
        <p:nvPicPr>
          <p:cNvPr id="27" name="Google Shape;27;p37">
            <a:extLst>
              <a:ext uri="{FF2B5EF4-FFF2-40B4-BE49-F238E27FC236}">
                <a16:creationId xmlns:a16="http://schemas.microsoft.com/office/drawing/2014/main" id="{FB0935E7-C0F4-4990-9470-84C7F4CF5160}"/>
              </a:ext>
            </a:extLst>
          </p:cNvPr>
          <p:cNvPicPr>
            <a:picLocks noChangeAspect="1"/>
          </p:cNvPicPr>
          <p:nvPr/>
        </p:nvPicPr>
        <p:blipFill rotWithShape="1">
          <a:blip r:embed="rId2">
            <a:alphaModFix/>
          </a:blip>
          <a:srcRect/>
          <a:stretch/>
        </p:blipFill>
        <p:spPr>
          <a:xfrm>
            <a:off x="0" y="0"/>
            <a:ext cx="9144000" cy="5143500"/>
          </a:xfrm>
          <a:prstGeom prst="rect">
            <a:avLst/>
          </a:prstGeom>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C - Title and body">
  <p:cSld name="TITLE_AND_BODY_1_2_2">
    <p:spTree>
      <p:nvGrpSpPr>
        <p:cNvPr id="1" name=""/>
        <p:cNvGrpSpPr/>
        <p:nvPr/>
      </p:nvGrpSpPr>
      <p:grpSpPr>
        <a:xfrm>
          <a:off x="0" y="0"/>
          <a:ext cx="0" cy="0"/>
          <a:chOff x="0" y="0"/>
          <a:chExt cx="0" cy="0"/>
        </a:xfrm>
      </p:grpSpPr>
      <p:pic>
        <p:nvPicPr>
          <p:cNvPr id="29" name="Google Shape;29;p38">
            <a:extLst>
              <a:ext uri="{FF2B5EF4-FFF2-40B4-BE49-F238E27FC236}">
                <a16:creationId xmlns:a16="http://schemas.microsoft.com/office/drawing/2014/main" id="{9AF0B2AB-B6EA-43C6-A989-E17C9E864197}"/>
              </a:ext>
            </a:extLst>
          </p:cNvPr>
          <p:cNvPicPr>
            <a:picLocks noChangeAspect="1"/>
          </p:cNvPicPr>
          <p:nvPr/>
        </p:nvPicPr>
        <p:blipFill rotWithShape="1">
          <a:blip r:embed="rId2">
            <a:alphaModFix/>
          </a:blip>
          <a:srcRect/>
          <a:stretch/>
        </p:blipFill>
        <p:spPr>
          <a:xfrm>
            <a:off x="0" y="0"/>
            <a:ext cx="9144000" cy="5143500"/>
          </a:xfrm>
          <a:prstGeom prst="rect">
            <a:avLst/>
          </a:prstGeom>
          <a:ln>
            <a:noFill/>
          </a:ln>
        </p:spPr>
      </p:pic>
      <p:sp>
        <p:nvSpPr>
          <p:cNvPr id="30" name="Google Shape;30;p38">
            <a:extLst>
              <a:ext uri="{FF2B5EF4-FFF2-40B4-BE49-F238E27FC236}">
                <a16:creationId xmlns:a16="http://schemas.microsoft.com/office/drawing/2014/main" id="{94DDBA12-0EBD-42A8-AD46-83D293BF16A1}"/>
              </a:ext>
            </a:extLst>
          </p:cNvPr>
          <p:cNvSpPr>
            <a:spLocks noGrp="1"/>
          </p:cNvSpPr>
          <p:nvPr>
            <p:ph type="title"/>
          </p:nvPr>
        </p:nvSpPr>
        <p:spPr>
          <a:xfrm>
            <a:off x="536600" y="382925"/>
            <a:ext cx="5451600" cy="535200"/>
          </a:xfrm>
          <a:prstGeom prst="rect">
            <a:avLst/>
          </a:prstGeom>
          <a:noFill/>
          <a:ln>
            <a:noFill/>
          </a:ln>
        </p:spPr>
        <p:txBody>
          <a:bodyPr spcFirstLastPara="1" wrap="square" lIns="91425" tIns="91425" rIns="91425" bIns="91425" anchor="t">
            <a:normAutofit/>
          </a:bodyPr>
          <a:lstStyle>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a:endParaRPr/>
          </a:p>
        </p:txBody>
      </p:sp>
      <p:sp>
        <p:nvSpPr>
          <p:cNvPr id="31" name="Google Shape;31;p38">
            <a:extLst>
              <a:ext uri="{FF2B5EF4-FFF2-40B4-BE49-F238E27FC236}">
                <a16:creationId xmlns:a16="http://schemas.microsoft.com/office/drawing/2014/main" id="{66A91650-B904-404B-8A8B-66512C5E0182}"/>
              </a:ext>
            </a:extLst>
          </p:cNvPr>
          <p:cNvSpPr>
            <a:spLocks noGrp="1"/>
          </p:cNvSpPr>
          <p:nvPr>
            <p:ph type="body" idx="1"/>
          </p:nvPr>
        </p:nvSpPr>
        <p:spPr>
          <a:xfrm>
            <a:off x="675550" y="1274775"/>
            <a:ext cx="7688700" cy="2261100"/>
          </a:xfrm>
          <a:prstGeom prst="rect">
            <a:avLst/>
          </a:prstGeom>
          <a:noFill/>
          <a:ln>
            <a:noFill/>
          </a:ln>
        </p:spPr>
        <p:txBody>
          <a:bodyPr spcFirstLastPara="1" wrap="square" lIns="91425" tIns="91425" rIns="91425" bIns="91425" anchor="t">
            <a:normAutofit/>
          </a:bodyPr>
          <a:lstStyle>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a:endParaRPr/>
          </a:p>
        </p:txBody>
      </p:sp>
      <p:sp>
        <p:nvSpPr>
          <p:cNvPr id="32" name="Google Shape;32;p38">
            <a:extLst>
              <a:ext uri="{FF2B5EF4-FFF2-40B4-BE49-F238E27FC236}">
                <a16:creationId xmlns:a16="http://schemas.microsoft.com/office/drawing/2014/main" id="{265D410B-1BA1-4224-9510-5CCF6254F91D}"/>
              </a:ext>
            </a:extLst>
          </p:cNvPr>
          <p:cNvSpPr>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ormAutofit/>
          </a:bodyPr>
          <a:lstStyle>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a:pPr marL="0" lvl="0" indent="0" algn="r">
              <a:spcBef>
                <a:spcPts val="0"/>
              </a:spcBef>
              <a:spcAft>
                <a:spcPts val="0"/>
              </a:spcAft>
              <a:buNone/>
            </a:pPr>
            <a:fld id="{00000000-1234-1234-1234-123412341234}"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UI - Title and body">
  <p:cSld name="TITLE_AND_BODY_1_2_1">
    <p:spTree>
      <p:nvGrpSpPr>
        <p:cNvPr id="1" name=""/>
        <p:cNvGrpSpPr/>
        <p:nvPr/>
      </p:nvGrpSpPr>
      <p:grpSpPr>
        <a:xfrm>
          <a:off x="0" y="0"/>
          <a:ext cx="0" cy="0"/>
          <a:chOff x="0" y="0"/>
          <a:chExt cx="0" cy="0"/>
        </a:xfrm>
      </p:grpSpPr>
      <p:pic>
        <p:nvPicPr>
          <p:cNvPr id="34" name="Google Shape;34;p39">
            <a:extLst>
              <a:ext uri="{FF2B5EF4-FFF2-40B4-BE49-F238E27FC236}">
                <a16:creationId xmlns:a16="http://schemas.microsoft.com/office/drawing/2014/main" id="{7CE85992-8E59-49CA-8517-C00517F9FC0C}"/>
              </a:ext>
            </a:extLst>
          </p:cNvPr>
          <p:cNvPicPr>
            <a:picLocks noChangeAspect="1"/>
          </p:cNvPicPr>
          <p:nvPr/>
        </p:nvPicPr>
        <p:blipFill rotWithShape="1">
          <a:blip r:embed="rId2">
            <a:alphaModFix/>
          </a:blip>
          <a:srcRect/>
          <a:stretch/>
        </p:blipFill>
        <p:spPr>
          <a:xfrm>
            <a:off x="0" y="0"/>
            <a:ext cx="9144000" cy="5143500"/>
          </a:xfrm>
          <a:prstGeom prst="rect">
            <a:avLst/>
          </a:prstGeom>
          <a:ln>
            <a:noFill/>
          </a:ln>
        </p:spPr>
      </p:pic>
      <p:sp>
        <p:nvSpPr>
          <p:cNvPr id="35" name="Google Shape;35;p39">
            <a:extLst>
              <a:ext uri="{FF2B5EF4-FFF2-40B4-BE49-F238E27FC236}">
                <a16:creationId xmlns:a16="http://schemas.microsoft.com/office/drawing/2014/main" id="{BD87B0F8-3F3A-419A-B26D-8D7FF16AEDCF}"/>
              </a:ext>
            </a:extLst>
          </p:cNvPr>
          <p:cNvSpPr>
            <a:spLocks noGrp="1"/>
          </p:cNvSpPr>
          <p:nvPr>
            <p:ph type="title"/>
          </p:nvPr>
        </p:nvSpPr>
        <p:spPr>
          <a:xfrm>
            <a:off x="536600" y="382925"/>
            <a:ext cx="5920800" cy="535200"/>
          </a:xfrm>
          <a:prstGeom prst="rect">
            <a:avLst/>
          </a:prstGeom>
          <a:noFill/>
          <a:ln>
            <a:noFill/>
          </a:ln>
        </p:spPr>
        <p:txBody>
          <a:bodyPr spcFirstLastPara="1" wrap="square" lIns="91425" tIns="91425" rIns="91425" bIns="91425" anchor="t">
            <a:normAutofit/>
          </a:bodyPr>
          <a:lstStyle>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a:endParaRPr/>
          </a:p>
        </p:txBody>
      </p:sp>
      <p:sp>
        <p:nvSpPr>
          <p:cNvPr id="36" name="Google Shape;36;p39">
            <a:extLst>
              <a:ext uri="{FF2B5EF4-FFF2-40B4-BE49-F238E27FC236}">
                <a16:creationId xmlns:a16="http://schemas.microsoft.com/office/drawing/2014/main" id="{1F96ABC9-3348-4F13-9DB9-DBBA04456E75}"/>
              </a:ext>
            </a:extLst>
          </p:cNvPr>
          <p:cNvSpPr>
            <a:spLocks noGrp="1"/>
          </p:cNvSpPr>
          <p:nvPr>
            <p:ph type="body" idx="1"/>
          </p:nvPr>
        </p:nvSpPr>
        <p:spPr>
          <a:xfrm>
            <a:off x="675550" y="1274775"/>
            <a:ext cx="7688700" cy="2261100"/>
          </a:xfrm>
          <a:prstGeom prst="rect">
            <a:avLst/>
          </a:prstGeom>
          <a:noFill/>
          <a:ln>
            <a:noFill/>
          </a:ln>
        </p:spPr>
        <p:txBody>
          <a:bodyPr spcFirstLastPara="1" wrap="square" lIns="91425" tIns="91425" rIns="91425" bIns="91425" anchor="t">
            <a:normAutofit/>
          </a:bodyPr>
          <a:lstStyle>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a:endParaRPr/>
          </a:p>
        </p:txBody>
      </p:sp>
      <p:sp>
        <p:nvSpPr>
          <p:cNvPr id="37" name="Google Shape;37;p39">
            <a:extLst>
              <a:ext uri="{FF2B5EF4-FFF2-40B4-BE49-F238E27FC236}">
                <a16:creationId xmlns:a16="http://schemas.microsoft.com/office/drawing/2014/main" id="{5DA02C5B-EB35-4746-B2F8-8AF0A625CC82}"/>
              </a:ext>
            </a:extLst>
          </p:cNvPr>
          <p:cNvSpPr>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ormAutofit/>
          </a:bodyPr>
          <a:lstStyle>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a:pPr marL="0" lvl="0" indent="0" algn="r">
              <a:spcBef>
                <a:spcPts val="0"/>
              </a:spcBef>
              <a:spcAft>
                <a:spcPts val="0"/>
              </a:spcAft>
              <a:buNone/>
            </a:pPr>
            <a:fld id="{00000000-1234-1234-1234-123412341234}" type="slidenum">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JC - Title and body">
  <p:cSld name="TITLE_AND_BODY_1_1_1">
    <p:spTree>
      <p:nvGrpSpPr>
        <p:cNvPr id="1" name=""/>
        <p:cNvGrpSpPr/>
        <p:nvPr/>
      </p:nvGrpSpPr>
      <p:grpSpPr>
        <a:xfrm>
          <a:off x="0" y="0"/>
          <a:ext cx="0" cy="0"/>
          <a:chOff x="0" y="0"/>
          <a:chExt cx="0" cy="0"/>
        </a:xfrm>
      </p:grpSpPr>
      <p:pic>
        <p:nvPicPr>
          <p:cNvPr id="39" name="Google Shape;39;p40">
            <a:extLst>
              <a:ext uri="{FF2B5EF4-FFF2-40B4-BE49-F238E27FC236}">
                <a16:creationId xmlns:a16="http://schemas.microsoft.com/office/drawing/2014/main" id="{52E8B3C1-A77B-4ED3-B5D9-2899E6FF2A83}"/>
              </a:ext>
            </a:extLst>
          </p:cNvPr>
          <p:cNvPicPr>
            <a:picLocks noChangeAspect="1"/>
          </p:cNvPicPr>
          <p:nvPr/>
        </p:nvPicPr>
        <p:blipFill rotWithShape="1">
          <a:blip r:embed="rId2">
            <a:alphaModFix/>
          </a:blip>
          <a:srcRect/>
          <a:stretch/>
        </p:blipFill>
        <p:spPr>
          <a:xfrm>
            <a:off x="0" y="0"/>
            <a:ext cx="9144000" cy="5143500"/>
          </a:xfrm>
          <a:prstGeom prst="rect">
            <a:avLst/>
          </a:prstGeom>
          <a:ln>
            <a:noFill/>
          </a:ln>
        </p:spPr>
      </p:pic>
      <p:sp>
        <p:nvSpPr>
          <p:cNvPr id="40" name="Google Shape;40;p40">
            <a:extLst>
              <a:ext uri="{FF2B5EF4-FFF2-40B4-BE49-F238E27FC236}">
                <a16:creationId xmlns:a16="http://schemas.microsoft.com/office/drawing/2014/main" id="{98BAA711-AF12-4B72-B1B7-AB02BEA254BA}"/>
              </a:ext>
            </a:extLst>
          </p:cNvPr>
          <p:cNvSpPr>
            <a:spLocks noGrp="1"/>
          </p:cNvSpPr>
          <p:nvPr>
            <p:ph type="title"/>
          </p:nvPr>
        </p:nvSpPr>
        <p:spPr>
          <a:xfrm>
            <a:off x="536600" y="382925"/>
            <a:ext cx="5564400" cy="535200"/>
          </a:xfrm>
          <a:prstGeom prst="rect">
            <a:avLst/>
          </a:prstGeom>
          <a:noFill/>
          <a:ln>
            <a:noFill/>
          </a:ln>
        </p:spPr>
        <p:txBody>
          <a:bodyPr spcFirstLastPara="1" wrap="square" lIns="91425" tIns="91425" rIns="91425" bIns="91425" anchor="t">
            <a:normAutofit/>
          </a:bodyPr>
          <a:lstStyle>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a:endParaRPr/>
          </a:p>
        </p:txBody>
      </p:sp>
      <p:sp>
        <p:nvSpPr>
          <p:cNvPr id="41" name="Google Shape;41;p40">
            <a:extLst>
              <a:ext uri="{FF2B5EF4-FFF2-40B4-BE49-F238E27FC236}">
                <a16:creationId xmlns:a16="http://schemas.microsoft.com/office/drawing/2014/main" id="{545BD462-F1CD-49FD-9E1F-224AC8557BB3}"/>
              </a:ext>
            </a:extLst>
          </p:cNvPr>
          <p:cNvSpPr>
            <a:spLocks noGrp="1"/>
          </p:cNvSpPr>
          <p:nvPr>
            <p:ph type="body" idx="1"/>
          </p:nvPr>
        </p:nvSpPr>
        <p:spPr>
          <a:xfrm>
            <a:off x="675550" y="1274775"/>
            <a:ext cx="7688700" cy="2261100"/>
          </a:xfrm>
          <a:prstGeom prst="rect">
            <a:avLst/>
          </a:prstGeom>
          <a:noFill/>
          <a:ln>
            <a:noFill/>
          </a:ln>
        </p:spPr>
        <p:txBody>
          <a:bodyPr spcFirstLastPara="1" wrap="square" lIns="91425" tIns="91425" rIns="91425" bIns="91425" anchor="t">
            <a:normAutofit/>
          </a:bodyPr>
          <a:lstStyle>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a:endParaRPr/>
          </a:p>
        </p:txBody>
      </p:sp>
      <p:sp>
        <p:nvSpPr>
          <p:cNvPr id="42" name="Google Shape;42;p40">
            <a:extLst>
              <a:ext uri="{FF2B5EF4-FFF2-40B4-BE49-F238E27FC236}">
                <a16:creationId xmlns:a16="http://schemas.microsoft.com/office/drawing/2014/main" id="{56A8D3B0-3CF7-4921-8480-76AFEA399877}"/>
              </a:ext>
            </a:extLst>
          </p:cNvPr>
          <p:cNvSpPr>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ormAutofit/>
          </a:bodyPr>
          <a:lstStyle>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a:pPr marL="0" lvl="0" indent="0" algn="r">
              <a:spcBef>
                <a:spcPts val="0"/>
              </a:spcBef>
              <a:spcAft>
                <a:spcPts val="0"/>
              </a:spcAft>
              <a:buNone/>
            </a:pPr>
            <a:fld id="{00000000-1234-1234-1234-123412341234}" type="slidenum">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RC - Title and body">
  <p:cSld name="TITLE_AND_BODY_1_1_1_1">
    <p:spTree>
      <p:nvGrpSpPr>
        <p:cNvPr id="1" name=""/>
        <p:cNvGrpSpPr/>
        <p:nvPr/>
      </p:nvGrpSpPr>
      <p:grpSpPr>
        <a:xfrm>
          <a:off x="0" y="0"/>
          <a:ext cx="0" cy="0"/>
          <a:chOff x="0" y="0"/>
          <a:chExt cx="0" cy="0"/>
        </a:xfrm>
      </p:grpSpPr>
      <p:pic>
        <p:nvPicPr>
          <p:cNvPr id="44" name="Google Shape;44;p41">
            <a:extLst>
              <a:ext uri="{FF2B5EF4-FFF2-40B4-BE49-F238E27FC236}">
                <a16:creationId xmlns:a16="http://schemas.microsoft.com/office/drawing/2014/main" id="{704EA3CF-926B-4721-82DB-BC4907985BAF}"/>
              </a:ext>
            </a:extLst>
          </p:cNvPr>
          <p:cNvPicPr>
            <a:picLocks noChangeAspect="1"/>
          </p:cNvPicPr>
          <p:nvPr/>
        </p:nvPicPr>
        <p:blipFill rotWithShape="1">
          <a:blip r:embed="rId2">
            <a:alphaModFix/>
          </a:blip>
          <a:srcRect/>
          <a:stretch/>
        </p:blipFill>
        <p:spPr>
          <a:xfrm>
            <a:off x="0" y="0"/>
            <a:ext cx="9144000" cy="5143500"/>
          </a:xfrm>
          <a:prstGeom prst="rect">
            <a:avLst/>
          </a:prstGeom>
          <a:ln>
            <a:noFill/>
          </a:ln>
        </p:spPr>
      </p:pic>
      <p:sp>
        <p:nvSpPr>
          <p:cNvPr id="45" name="Google Shape;45;p41">
            <a:extLst>
              <a:ext uri="{FF2B5EF4-FFF2-40B4-BE49-F238E27FC236}">
                <a16:creationId xmlns:a16="http://schemas.microsoft.com/office/drawing/2014/main" id="{FEA27301-9EF5-4E3F-8D35-272D6C7DD7BE}"/>
              </a:ext>
            </a:extLst>
          </p:cNvPr>
          <p:cNvSpPr>
            <a:spLocks noGrp="1"/>
          </p:cNvSpPr>
          <p:nvPr>
            <p:ph type="title"/>
          </p:nvPr>
        </p:nvSpPr>
        <p:spPr>
          <a:xfrm>
            <a:off x="536600" y="382925"/>
            <a:ext cx="5564400" cy="535200"/>
          </a:xfrm>
          <a:prstGeom prst="rect">
            <a:avLst/>
          </a:prstGeom>
          <a:noFill/>
          <a:ln>
            <a:noFill/>
          </a:ln>
        </p:spPr>
        <p:txBody>
          <a:bodyPr spcFirstLastPara="1" wrap="square" lIns="91425" tIns="91425" rIns="91425" bIns="91425" anchor="t">
            <a:normAutofit/>
          </a:bodyPr>
          <a:lstStyle>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a:endParaRPr/>
          </a:p>
        </p:txBody>
      </p:sp>
      <p:sp>
        <p:nvSpPr>
          <p:cNvPr id="46" name="Google Shape;46;p41">
            <a:extLst>
              <a:ext uri="{FF2B5EF4-FFF2-40B4-BE49-F238E27FC236}">
                <a16:creationId xmlns:a16="http://schemas.microsoft.com/office/drawing/2014/main" id="{C3FAF10B-2B6B-4BBE-9B94-544167D1C2F3}"/>
              </a:ext>
            </a:extLst>
          </p:cNvPr>
          <p:cNvSpPr>
            <a:spLocks noGrp="1"/>
          </p:cNvSpPr>
          <p:nvPr>
            <p:ph type="body" idx="1"/>
          </p:nvPr>
        </p:nvSpPr>
        <p:spPr>
          <a:xfrm>
            <a:off x="675550" y="1274775"/>
            <a:ext cx="7688700" cy="2261100"/>
          </a:xfrm>
          <a:prstGeom prst="rect">
            <a:avLst/>
          </a:prstGeom>
          <a:noFill/>
          <a:ln>
            <a:noFill/>
          </a:ln>
        </p:spPr>
        <p:txBody>
          <a:bodyPr spcFirstLastPara="1" wrap="square" lIns="91425" tIns="91425" rIns="91425" bIns="91425" anchor="t">
            <a:normAutofit/>
          </a:bodyPr>
          <a:lstStyle>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a:endParaRPr/>
          </a:p>
        </p:txBody>
      </p:sp>
      <p:sp>
        <p:nvSpPr>
          <p:cNvPr id="47" name="Google Shape;47;p41">
            <a:extLst>
              <a:ext uri="{FF2B5EF4-FFF2-40B4-BE49-F238E27FC236}">
                <a16:creationId xmlns:a16="http://schemas.microsoft.com/office/drawing/2014/main" id="{15A41B10-675E-4F96-86E9-3B5FB85CD457}"/>
              </a:ext>
            </a:extLst>
          </p:cNvPr>
          <p:cNvSpPr>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ormAutofit/>
          </a:bodyPr>
          <a:lstStyle>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a:pPr marL="0" lvl="0" indent="0" algn="r">
              <a:spcBef>
                <a:spcPts val="0"/>
              </a:spcBef>
              <a:spcAft>
                <a:spcPts val="0"/>
              </a:spcAft>
              <a:buNone/>
            </a:pPr>
            <a:fld id="{00000000-1234-1234-1234-123412341234}" type="slidenum">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RCL - Title and body">
  <p:cSld name="TITLE_AND_BODY_1_1_1_1_1">
    <p:spTree>
      <p:nvGrpSpPr>
        <p:cNvPr id="1" name=""/>
        <p:cNvGrpSpPr/>
        <p:nvPr/>
      </p:nvGrpSpPr>
      <p:grpSpPr>
        <a:xfrm>
          <a:off x="0" y="0"/>
          <a:ext cx="0" cy="0"/>
          <a:chOff x="0" y="0"/>
          <a:chExt cx="0" cy="0"/>
        </a:xfrm>
      </p:grpSpPr>
      <p:pic>
        <p:nvPicPr>
          <p:cNvPr id="49" name="Google Shape;49;p42">
            <a:extLst>
              <a:ext uri="{FF2B5EF4-FFF2-40B4-BE49-F238E27FC236}">
                <a16:creationId xmlns:a16="http://schemas.microsoft.com/office/drawing/2014/main" id="{CB2C3D00-D229-4283-88C1-4D894F671AC8}"/>
              </a:ext>
            </a:extLst>
          </p:cNvPr>
          <p:cNvPicPr>
            <a:picLocks noChangeAspect="1"/>
          </p:cNvPicPr>
          <p:nvPr/>
        </p:nvPicPr>
        <p:blipFill rotWithShape="1">
          <a:blip r:embed="rId2">
            <a:alphaModFix/>
          </a:blip>
          <a:srcRect/>
          <a:stretch/>
        </p:blipFill>
        <p:spPr>
          <a:xfrm>
            <a:off x="0" y="0"/>
            <a:ext cx="9144000" cy="5143500"/>
          </a:xfrm>
          <a:prstGeom prst="rect">
            <a:avLst/>
          </a:prstGeom>
          <a:ln>
            <a:noFill/>
          </a:ln>
        </p:spPr>
      </p:pic>
      <p:sp>
        <p:nvSpPr>
          <p:cNvPr id="50" name="Google Shape;50;p42">
            <a:extLst>
              <a:ext uri="{FF2B5EF4-FFF2-40B4-BE49-F238E27FC236}">
                <a16:creationId xmlns:a16="http://schemas.microsoft.com/office/drawing/2014/main" id="{3937242C-E99A-4993-BB4A-57A4D786B127}"/>
              </a:ext>
            </a:extLst>
          </p:cNvPr>
          <p:cNvSpPr>
            <a:spLocks noGrp="1"/>
          </p:cNvSpPr>
          <p:nvPr>
            <p:ph type="title"/>
          </p:nvPr>
        </p:nvSpPr>
        <p:spPr>
          <a:xfrm>
            <a:off x="536600" y="382925"/>
            <a:ext cx="5564400" cy="535200"/>
          </a:xfrm>
          <a:prstGeom prst="rect">
            <a:avLst/>
          </a:prstGeom>
          <a:noFill/>
          <a:ln>
            <a:noFill/>
          </a:ln>
        </p:spPr>
        <p:txBody>
          <a:bodyPr spcFirstLastPara="1" wrap="square" lIns="91425" tIns="91425" rIns="91425" bIns="91425" anchor="t">
            <a:normAutofit/>
          </a:bodyPr>
          <a:lstStyle>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a:endParaRPr/>
          </a:p>
        </p:txBody>
      </p:sp>
      <p:sp>
        <p:nvSpPr>
          <p:cNvPr id="51" name="Google Shape;51;p42">
            <a:extLst>
              <a:ext uri="{FF2B5EF4-FFF2-40B4-BE49-F238E27FC236}">
                <a16:creationId xmlns:a16="http://schemas.microsoft.com/office/drawing/2014/main" id="{1656244C-BBB5-4E26-8247-7B10CB1D19FF}"/>
              </a:ext>
            </a:extLst>
          </p:cNvPr>
          <p:cNvSpPr>
            <a:spLocks noGrp="1"/>
          </p:cNvSpPr>
          <p:nvPr>
            <p:ph type="body" idx="1"/>
          </p:nvPr>
        </p:nvSpPr>
        <p:spPr>
          <a:xfrm>
            <a:off x="675550" y="1274775"/>
            <a:ext cx="7688700" cy="2261100"/>
          </a:xfrm>
          <a:prstGeom prst="rect">
            <a:avLst/>
          </a:prstGeom>
          <a:noFill/>
          <a:ln>
            <a:noFill/>
          </a:ln>
        </p:spPr>
        <p:txBody>
          <a:bodyPr spcFirstLastPara="1" wrap="square" lIns="91425" tIns="91425" rIns="91425" bIns="91425" anchor="t">
            <a:normAutofit/>
          </a:bodyPr>
          <a:lstStyle>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a:endParaRPr/>
          </a:p>
        </p:txBody>
      </p:sp>
      <p:sp>
        <p:nvSpPr>
          <p:cNvPr id="52" name="Google Shape;52;p42">
            <a:extLst>
              <a:ext uri="{FF2B5EF4-FFF2-40B4-BE49-F238E27FC236}">
                <a16:creationId xmlns:a16="http://schemas.microsoft.com/office/drawing/2014/main" id="{2354BB82-E288-4D8C-81B4-62102BAC1043}"/>
              </a:ext>
            </a:extLst>
          </p:cNvPr>
          <p:cNvSpPr>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ormAutofit/>
          </a:bodyPr>
          <a:lstStyle>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a:pPr marL="0" lvl="0" indent="0" algn="r">
              <a:spcBef>
                <a:spcPts val="0"/>
              </a:spcBef>
              <a:spcAft>
                <a:spcPts val="0"/>
              </a:spcAft>
              <a:buNone/>
            </a:pPr>
            <a:fld id="{00000000-1234-1234-1234-123412341234}" type="slidenum">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UCL - Title and body">
  <p:cSld name="TITLE_AND_BODY_1_1_1_1_1_1">
    <p:spTree>
      <p:nvGrpSpPr>
        <p:cNvPr id="1" name=""/>
        <p:cNvGrpSpPr/>
        <p:nvPr/>
      </p:nvGrpSpPr>
      <p:grpSpPr>
        <a:xfrm>
          <a:off x="0" y="0"/>
          <a:ext cx="0" cy="0"/>
          <a:chOff x="0" y="0"/>
          <a:chExt cx="0" cy="0"/>
        </a:xfrm>
      </p:grpSpPr>
      <p:pic>
        <p:nvPicPr>
          <p:cNvPr id="54" name="Google Shape;54;p43">
            <a:extLst>
              <a:ext uri="{FF2B5EF4-FFF2-40B4-BE49-F238E27FC236}">
                <a16:creationId xmlns:a16="http://schemas.microsoft.com/office/drawing/2014/main" id="{FB1AA44D-284B-4901-A9D5-0615F85CD185}"/>
              </a:ext>
            </a:extLst>
          </p:cNvPr>
          <p:cNvPicPr>
            <a:picLocks noChangeAspect="1"/>
          </p:cNvPicPr>
          <p:nvPr/>
        </p:nvPicPr>
        <p:blipFill rotWithShape="1">
          <a:blip r:embed="rId2">
            <a:alphaModFix/>
          </a:blip>
          <a:srcRect/>
          <a:stretch/>
        </p:blipFill>
        <p:spPr>
          <a:xfrm>
            <a:off x="0" y="0"/>
            <a:ext cx="9144000" cy="5143500"/>
          </a:xfrm>
          <a:prstGeom prst="rect">
            <a:avLst/>
          </a:prstGeom>
          <a:ln>
            <a:noFill/>
          </a:ln>
        </p:spPr>
      </p:pic>
      <p:sp>
        <p:nvSpPr>
          <p:cNvPr id="55" name="Google Shape;55;p43">
            <a:extLst>
              <a:ext uri="{FF2B5EF4-FFF2-40B4-BE49-F238E27FC236}">
                <a16:creationId xmlns:a16="http://schemas.microsoft.com/office/drawing/2014/main" id="{E003984E-E977-4049-B476-A5081884395E}"/>
              </a:ext>
            </a:extLst>
          </p:cNvPr>
          <p:cNvSpPr>
            <a:spLocks noGrp="1"/>
          </p:cNvSpPr>
          <p:nvPr>
            <p:ph type="title"/>
          </p:nvPr>
        </p:nvSpPr>
        <p:spPr>
          <a:xfrm>
            <a:off x="536600" y="382925"/>
            <a:ext cx="5564400" cy="535200"/>
          </a:xfrm>
          <a:prstGeom prst="rect">
            <a:avLst/>
          </a:prstGeom>
          <a:noFill/>
          <a:ln>
            <a:noFill/>
          </a:ln>
        </p:spPr>
        <p:txBody>
          <a:bodyPr spcFirstLastPara="1" wrap="square" lIns="91425" tIns="91425" rIns="91425" bIns="91425" anchor="t">
            <a:normAutofit/>
          </a:bodyPr>
          <a:lstStyle>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a:endParaRPr/>
          </a:p>
        </p:txBody>
      </p:sp>
      <p:sp>
        <p:nvSpPr>
          <p:cNvPr id="56" name="Google Shape;56;p43">
            <a:extLst>
              <a:ext uri="{FF2B5EF4-FFF2-40B4-BE49-F238E27FC236}">
                <a16:creationId xmlns:a16="http://schemas.microsoft.com/office/drawing/2014/main" id="{12C9C8B1-1839-4082-B018-059AEEB530A4}"/>
              </a:ext>
            </a:extLst>
          </p:cNvPr>
          <p:cNvSpPr>
            <a:spLocks noGrp="1"/>
          </p:cNvSpPr>
          <p:nvPr>
            <p:ph type="body" idx="1"/>
          </p:nvPr>
        </p:nvSpPr>
        <p:spPr>
          <a:xfrm>
            <a:off x="675550" y="1274775"/>
            <a:ext cx="7688700" cy="2261100"/>
          </a:xfrm>
          <a:prstGeom prst="rect">
            <a:avLst/>
          </a:prstGeom>
          <a:noFill/>
          <a:ln>
            <a:noFill/>
          </a:ln>
        </p:spPr>
        <p:txBody>
          <a:bodyPr spcFirstLastPara="1" wrap="square" lIns="91425" tIns="91425" rIns="91425" bIns="91425" anchor="t">
            <a:normAutofit/>
          </a:bodyPr>
          <a:lstStyle>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a:endParaRPr/>
          </a:p>
        </p:txBody>
      </p:sp>
      <p:sp>
        <p:nvSpPr>
          <p:cNvPr id="57" name="Google Shape;57;p43">
            <a:extLst>
              <a:ext uri="{FF2B5EF4-FFF2-40B4-BE49-F238E27FC236}">
                <a16:creationId xmlns:a16="http://schemas.microsoft.com/office/drawing/2014/main" id="{B8C53D3C-0EE7-492E-B48F-6E513A79C973}"/>
              </a:ext>
            </a:extLst>
          </p:cNvPr>
          <p:cNvSpPr>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ormAutofit/>
          </a:bodyPr>
          <a:lstStyle>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a:pPr marL="0" lvl="0" indent="0" algn="r">
              <a:spcBef>
                <a:spcPts val="0"/>
              </a:spcBef>
              <a:spcAft>
                <a:spcPts val="0"/>
              </a:spcAft>
              <a:buNone/>
            </a:pPr>
            <a:fld id="{00000000-1234-1234-1234-123412341234}" type="slidenum">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IPM Indonesia - Title and body">
  <p:cSld name="TITLE_AND_BODY_1_1_1_1_1_1_1">
    <p:spTree>
      <p:nvGrpSpPr>
        <p:cNvPr id="1" name=""/>
        <p:cNvGrpSpPr/>
        <p:nvPr/>
      </p:nvGrpSpPr>
      <p:grpSpPr>
        <a:xfrm>
          <a:off x="0" y="0"/>
          <a:ext cx="0" cy="0"/>
          <a:chOff x="0" y="0"/>
          <a:chExt cx="0" cy="0"/>
        </a:xfrm>
      </p:grpSpPr>
      <p:pic>
        <p:nvPicPr>
          <p:cNvPr id="59" name="Google Shape;59;p44">
            <a:extLst>
              <a:ext uri="{FF2B5EF4-FFF2-40B4-BE49-F238E27FC236}">
                <a16:creationId xmlns:a16="http://schemas.microsoft.com/office/drawing/2014/main" id="{858A0C1F-C9F1-4A0B-83D8-3454B56264DF}"/>
              </a:ext>
            </a:extLst>
          </p:cNvPr>
          <p:cNvPicPr>
            <a:picLocks noChangeAspect="1"/>
          </p:cNvPicPr>
          <p:nvPr/>
        </p:nvPicPr>
        <p:blipFill rotWithShape="1">
          <a:blip r:embed="rId2">
            <a:alphaModFix/>
          </a:blip>
          <a:srcRect/>
          <a:stretch/>
        </p:blipFill>
        <p:spPr>
          <a:xfrm>
            <a:off x="0" y="0"/>
            <a:ext cx="9144000" cy="5143500"/>
          </a:xfrm>
          <a:prstGeom prst="rect">
            <a:avLst/>
          </a:prstGeom>
          <a:ln>
            <a:noFill/>
          </a:ln>
        </p:spPr>
      </p:pic>
      <p:sp>
        <p:nvSpPr>
          <p:cNvPr id="60" name="Google Shape;60;p44">
            <a:extLst>
              <a:ext uri="{FF2B5EF4-FFF2-40B4-BE49-F238E27FC236}">
                <a16:creationId xmlns:a16="http://schemas.microsoft.com/office/drawing/2014/main" id="{9A3AA0B3-1B0F-4C86-AC4D-B542AD426F41}"/>
              </a:ext>
            </a:extLst>
          </p:cNvPr>
          <p:cNvSpPr>
            <a:spLocks noGrp="1"/>
          </p:cNvSpPr>
          <p:nvPr>
            <p:ph type="title"/>
          </p:nvPr>
        </p:nvSpPr>
        <p:spPr>
          <a:xfrm>
            <a:off x="536600" y="382925"/>
            <a:ext cx="5564400" cy="535200"/>
          </a:xfrm>
          <a:prstGeom prst="rect">
            <a:avLst/>
          </a:prstGeom>
          <a:noFill/>
          <a:ln>
            <a:noFill/>
          </a:ln>
        </p:spPr>
        <p:txBody>
          <a:bodyPr spcFirstLastPara="1" wrap="square" lIns="91425" tIns="91425" rIns="91425" bIns="91425" anchor="t">
            <a:normAutofit/>
          </a:bodyPr>
          <a:lstStyle>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a:endParaRPr/>
          </a:p>
        </p:txBody>
      </p:sp>
      <p:sp>
        <p:nvSpPr>
          <p:cNvPr id="61" name="Google Shape;61;p44">
            <a:extLst>
              <a:ext uri="{FF2B5EF4-FFF2-40B4-BE49-F238E27FC236}">
                <a16:creationId xmlns:a16="http://schemas.microsoft.com/office/drawing/2014/main" id="{4BF8D23D-4151-4ADC-BB5B-613061B40579}"/>
              </a:ext>
            </a:extLst>
          </p:cNvPr>
          <p:cNvSpPr>
            <a:spLocks noGrp="1"/>
          </p:cNvSpPr>
          <p:nvPr>
            <p:ph type="body" idx="1"/>
          </p:nvPr>
        </p:nvSpPr>
        <p:spPr>
          <a:xfrm>
            <a:off x="675550" y="1274775"/>
            <a:ext cx="7688700" cy="2261100"/>
          </a:xfrm>
          <a:prstGeom prst="rect">
            <a:avLst/>
          </a:prstGeom>
          <a:noFill/>
          <a:ln>
            <a:noFill/>
          </a:ln>
        </p:spPr>
        <p:txBody>
          <a:bodyPr spcFirstLastPara="1" wrap="square" lIns="91425" tIns="91425" rIns="91425" bIns="91425" anchor="t">
            <a:normAutofit/>
          </a:bodyPr>
          <a:lstStyle>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a:endParaRPr/>
          </a:p>
        </p:txBody>
      </p:sp>
      <p:sp>
        <p:nvSpPr>
          <p:cNvPr id="62" name="Google Shape;62;p44">
            <a:extLst>
              <a:ext uri="{FF2B5EF4-FFF2-40B4-BE49-F238E27FC236}">
                <a16:creationId xmlns:a16="http://schemas.microsoft.com/office/drawing/2014/main" id="{58648794-5749-4A33-A203-4744CD5FCF02}"/>
              </a:ext>
            </a:extLst>
          </p:cNvPr>
          <p:cNvSpPr>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ormAutofit/>
          </a:bodyPr>
          <a:lstStyle>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a:pPr marL="0" lvl="0" indent="0" algn="r">
              <a:spcBef>
                <a:spcPts val="0"/>
              </a:spcBef>
              <a:spcAft>
                <a:spcPts val="0"/>
              </a:spcAft>
              <a:buNone/>
            </a:pPr>
            <a:fld id="{00000000-1234-1234-1234-123412341234}" type="slidenum">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NCR - Title and body">
  <p:cSld name="TITLE_AND_BODY_1_1_1_1_1_1_1_1_1">
    <p:spTree>
      <p:nvGrpSpPr>
        <p:cNvPr id="1" name=""/>
        <p:cNvGrpSpPr/>
        <p:nvPr/>
      </p:nvGrpSpPr>
      <p:grpSpPr>
        <a:xfrm>
          <a:off x="0" y="0"/>
          <a:ext cx="0" cy="0"/>
          <a:chOff x="0" y="0"/>
          <a:chExt cx="0" cy="0"/>
        </a:xfrm>
      </p:grpSpPr>
      <p:pic>
        <p:nvPicPr>
          <p:cNvPr id="64" name="Google Shape;64;p45">
            <a:extLst>
              <a:ext uri="{FF2B5EF4-FFF2-40B4-BE49-F238E27FC236}">
                <a16:creationId xmlns:a16="http://schemas.microsoft.com/office/drawing/2014/main" id="{F66DC9E8-FA04-4B3F-8A54-209AECD56C7A}"/>
              </a:ext>
            </a:extLst>
          </p:cNvPr>
          <p:cNvPicPr>
            <a:picLocks noChangeAspect="1"/>
          </p:cNvPicPr>
          <p:nvPr/>
        </p:nvPicPr>
        <p:blipFill rotWithShape="1">
          <a:blip r:embed="rId2">
            <a:alphaModFix/>
          </a:blip>
          <a:srcRect/>
          <a:stretch/>
        </p:blipFill>
        <p:spPr>
          <a:xfrm>
            <a:off x="0" y="0"/>
            <a:ext cx="9144000" cy="5143500"/>
          </a:xfrm>
          <a:prstGeom prst="rect">
            <a:avLst/>
          </a:prstGeom>
          <a:ln>
            <a:noFill/>
          </a:ln>
        </p:spPr>
      </p:pic>
      <p:sp>
        <p:nvSpPr>
          <p:cNvPr id="65" name="Google Shape;65;p45">
            <a:extLst>
              <a:ext uri="{FF2B5EF4-FFF2-40B4-BE49-F238E27FC236}">
                <a16:creationId xmlns:a16="http://schemas.microsoft.com/office/drawing/2014/main" id="{33EE5B29-10C2-474B-A90F-19A61F81D783}"/>
              </a:ext>
            </a:extLst>
          </p:cNvPr>
          <p:cNvSpPr>
            <a:spLocks noGrp="1"/>
          </p:cNvSpPr>
          <p:nvPr>
            <p:ph type="title"/>
          </p:nvPr>
        </p:nvSpPr>
        <p:spPr>
          <a:xfrm>
            <a:off x="517825" y="1171325"/>
            <a:ext cx="5564400" cy="535200"/>
          </a:xfrm>
          <a:prstGeom prst="rect">
            <a:avLst/>
          </a:prstGeom>
          <a:noFill/>
          <a:ln>
            <a:noFill/>
          </a:ln>
        </p:spPr>
        <p:txBody>
          <a:bodyPr spcFirstLastPara="1" wrap="square" lIns="91425" tIns="91425" rIns="91425" bIns="91425" anchor="t">
            <a:normAutofit/>
          </a:bodyPr>
          <a:lstStyle>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a:endParaRPr/>
          </a:p>
        </p:txBody>
      </p:sp>
      <p:sp>
        <p:nvSpPr>
          <p:cNvPr id="66" name="Google Shape;66;p45">
            <a:extLst>
              <a:ext uri="{FF2B5EF4-FFF2-40B4-BE49-F238E27FC236}">
                <a16:creationId xmlns:a16="http://schemas.microsoft.com/office/drawing/2014/main" id="{96DD6A37-EEDD-43B7-AD9B-DB14E5C6529C}"/>
              </a:ext>
            </a:extLst>
          </p:cNvPr>
          <p:cNvSpPr>
            <a:spLocks noGrp="1"/>
          </p:cNvSpPr>
          <p:nvPr>
            <p:ph type="body" idx="1"/>
          </p:nvPr>
        </p:nvSpPr>
        <p:spPr>
          <a:xfrm>
            <a:off x="656775" y="2063175"/>
            <a:ext cx="7688700" cy="2261100"/>
          </a:xfrm>
          <a:prstGeom prst="rect">
            <a:avLst/>
          </a:prstGeom>
          <a:noFill/>
          <a:ln>
            <a:noFill/>
          </a:ln>
        </p:spPr>
        <p:txBody>
          <a:bodyPr spcFirstLastPara="1" wrap="square" lIns="91425" tIns="91425" rIns="91425" bIns="91425" anchor="t">
            <a:normAutofit/>
          </a:bodyPr>
          <a:lstStyle>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a:endParaRPr/>
          </a:p>
        </p:txBody>
      </p:sp>
      <p:sp>
        <p:nvSpPr>
          <p:cNvPr id="67" name="Google Shape;67;p45">
            <a:extLst>
              <a:ext uri="{FF2B5EF4-FFF2-40B4-BE49-F238E27FC236}">
                <a16:creationId xmlns:a16="http://schemas.microsoft.com/office/drawing/2014/main" id="{1D1D05B2-BAEC-4409-A074-CE58EACE4611}"/>
              </a:ext>
            </a:extLst>
          </p:cNvPr>
          <p:cNvSpPr>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ormAutofit/>
          </a:bodyPr>
          <a:lstStyle>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a:pPr marL="0" lvl="0" indent="0" algn="r">
              <a:spcBef>
                <a:spcPts val="0"/>
              </a:spcBef>
              <a:spcAft>
                <a:spcPts val="0"/>
              </a:spcAft>
              <a:buNone/>
            </a:pPr>
            <a:fld id="{00000000-1234-1234-1234-123412341234}" type="slidenum">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RADLearning - Title and body">
  <p:cSld name="TITLE_AND_BODY_1_1_1_1_1_1_1_1_1_1_1">
    <p:spTree>
      <p:nvGrpSpPr>
        <p:cNvPr id="1" name=""/>
        <p:cNvGrpSpPr/>
        <p:nvPr/>
      </p:nvGrpSpPr>
      <p:grpSpPr>
        <a:xfrm>
          <a:off x="0" y="0"/>
          <a:ext cx="0" cy="0"/>
          <a:chOff x="0" y="0"/>
          <a:chExt cx="0" cy="0"/>
        </a:xfrm>
      </p:grpSpPr>
      <p:pic>
        <p:nvPicPr>
          <p:cNvPr id="69" name="Google Shape;69;p46">
            <a:extLst>
              <a:ext uri="{FF2B5EF4-FFF2-40B4-BE49-F238E27FC236}">
                <a16:creationId xmlns:a16="http://schemas.microsoft.com/office/drawing/2014/main" id="{2C26FCB8-104D-4155-973A-F5CC48890BEB}"/>
              </a:ext>
            </a:extLst>
          </p:cNvPr>
          <p:cNvPicPr>
            <a:picLocks noChangeAspect="1"/>
          </p:cNvPicPr>
          <p:nvPr/>
        </p:nvPicPr>
        <p:blipFill rotWithShape="1">
          <a:blip r:embed="rId2">
            <a:alphaModFix/>
          </a:blip>
          <a:srcRect/>
          <a:stretch/>
        </p:blipFill>
        <p:spPr>
          <a:xfrm>
            <a:off x="0" y="0"/>
            <a:ext cx="9144000" cy="5143500"/>
          </a:xfrm>
          <a:prstGeom prst="rect">
            <a:avLst/>
          </a:prstGeom>
          <a:ln>
            <a:noFill/>
          </a:ln>
        </p:spPr>
      </p:pic>
      <p:sp>
        <p:nvSpPr>
          <p:cNvPr id="70" name="Google Shape;70;p46">
            <a:extLst>
              <a:ext uri="{FF2B5EF4-FFF2-40B4-BE49-F238E27FC236}">
                <a16:creationId xmlns:a16="http://schemas.microsoft.com/office/drawing/2014/main" id="{55BC15AC-6C6E-4A60-AD4E-780F6A0B1E05}"/>
              </a:ext>
            </a:extLst>
          </p:cNvPr>
          <p:cNvSpPr>
            <a:spLocks noGrp="1"/>
          </p:cNvSpPr>
          <p:nvPr>
            <p:ph type="title"/>
          </p:nvPr>
        </p:nvSpPr>
        <p:spPr>
          <a:xfrm>
            <a:off x="517825" y="1227625"/>
            <a:ext cx="5564400" cy="535200"/>
          </a:xfrm>
          <a:prstGeom prst="rect">
            <a:avLst/>
          </a:prstGeom>
          <a:noFill/>
          <a:ln>
            <a:noFill/>
          </a:ln>
        </p:spPr>
        <p:txBody>
          <a:bodyPr spcFirstLastPara="1" wrap="square" lIns="91425" tIns="91425" rIns="91425" bIns="91425" anchor="t">
            <a:normAutofit/>
          </a:bodyPr>
          <a:lstStyle>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a:endParaRPr/>
          </a:p>
        </p:txBody>
      </p:sp>
      <p:sp>
        <p:nvSpPr>
          <p:cNvPr id="71" name="Google Shape;71;p46">
            <a:extLst>
              <a:ext uri="{FF2B5EF4-FFF2-40B4-BE49-F238E27FC236}">
                <a16:creationId xmlns:a16="http://schemas.microsoft.com/office/drawing/2014/main" id="{4EC4BB52-41F4-4B3E-BF3A-91AD3D9B256B}"/>
              </a:ext>
            </a:extLst>
          </p:cNvPr>
          <p:cNvSpPr>
            <a:spLocks noGrp="1"/>
          </p:cNvSpPr>
          <p:nvPr>
            <p:ph type="body" idx="1"/>
          </p:nvPr>
        </p:nvSpPr>
        <p:spPr>
          <a:xfrm>
            <a:off x="656775" y="2119475"/>
            <a:ext cx="7688700" cy="2261100"/>
          </a:xfrm>
          <a:prstGeom prst="rect">
            <a:avLst/>
          </a:prstGeom>
          <a:noFill/>
          <a:ln>
            <a:noFill/>
          </a:ln>
        </p:spPr>
        <p:txBody>
          <a:bodyPr spcFirstLastPara="1" wrap="square" lIns="91425" tIns="91425" rIns="91425" bIns="91425" anchor="t">
            <a:normAutofit/>
          </a:bodyPr>
          <a:lstStyle>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a:endParaRPr/>
          </a:p>
        </p:txBody>
      </p:sp>
      <p:sp>
        <p:nvSpPr>
          <p:cNvPr id="72" name="Google Shape;72;p46">
            <a:extLst>
              <a:ext uri="{FF2B5EF4-FFF2-40B4-BE49-F238E27FC236}">
                <a16:creationId xmlns:a16="http://schemas.microsoft.com/office/drawing/2014/main" id="{DE1C184F-30AE-4460-A31D-6537412B6775}"/>
              </a:ext>
            </a:extLst>
          </p:cNvPr>
          <p:cNvSpPr>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ormAutofit/>
          </a:bodyPr>
          <a:lstStyle>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a:pPr marL="0" lvl="0" indent="0" algn="r">
              <a:spcBef>
                <a:spcPts val="0"/>
              </a:spcBef>
              <a:spcAft>
                <a:spcPts val="0"/>
              </a:spcAft>
              <a:buNone/>
            </a:pPr>
            <a:fld id="{00000000-1234-1234-1234-123412341234}" type="slidenum">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lank Slide" type="blank">
  <p:cSld name="BLANK">
    <p:spTree>
      <p:nvGrpSpPr>
        <p:cNvPr id="1" name=""/>
        <p:cNvGrpSpPr/>
        <p:nvPr/>
      </p:nvGrpSpPr>
      <p:grpSpPr>
        <a:xfrm>
          <a:off x="0" y="0"/>
          <a:ext cx="0" cy="0"/>
          <a:chOff x="0" y="0"/>
          <a:chExt cx="0" cy="0"/>
        </a:xfrm>
      </p:grpSpPr>
      <p:sp>
        <p:nvSpPr>
          <p:cNvPr id="74" name="Google Shape;74;p47">
            <a:extLst>
              <a:ext uri="{FF2B5EF4-FFF2-40B4-BE49-F238E27FC236}">
                <a16:creationId xmlns:a16="http://schemas.microsoft.com/office/drawing/2014/main" id="{0EFFD2C9-FAF4-46FE-B1A1-776FF44E6E28}"/>
              </a:ext>
            </a:extLst>
          </p:cNvPr>
          <p:cNvSpPr>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ormAutofit/>
          </a:bodyPr>
          <a:lstStyle>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a:pPr marL="0" lvl="0" indent="0" algn="r">
              <a:spcBef>
                <a:spcPts val="0"/>
              </a:spcBef>
              <a:spcAft>
                <a:spcPts val="0"/>
              </a:spcAft>
              <a:buNone/>
            </a:pPr>
            <a:fld id="{00000000-1234-1234-1234-123412341234}" type="slidenum">
              <a:t>‹#›</a:t>
            </a:fld>
            <a:endParaRPr/>
          </a:p>
        </p:txBody>
      </p:sp>
      <p:sp>
        <p:nvSpPr>
          <p:cNvPr id="75" name="Google Shape;75;p47">
            <a:extLst>
              <a:ext uri="{FF2B5EF4-FFF2-40B4-BE49-F238E27FC236}">
                <a16:creationId xmlns:a16="http://schemas.microsoft.com/office/drawing/2014/main" id="{A3E84D06-0172-44F0-979C-DEE41B182C84}"/>
              </a:ext>
            </a:extLst>
          </p:cNvPr>
          <p:cNvSpPr>
            <a:spLocks noGrp="1"/>
          </p:cNvSpPr>
          <p:nvPr/>
        </p:nvSpPr>
        <p:spPr>
          <a:xfrm>
            <a:off x="78150" y="95525"/>
            <a:ext cx="8961600" cy="49236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6" name="Google Shape;6;p33">
            <a:extLst>
              <a:ext uri="{FF2B5EF4-FFF2-40B4-BE49-F238E27FC236}">
                <a16:creationId xmlns:a16="http://schemas.microsoft.com/office/drawing/2014/main" id="{43730E29-2141-47CE-9791-82BE7C3068C2}"/>
              </a:ext>
            </a:extLst>
          </p:cNvPr>
          <p:cNvSpPr>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ormAutofit/>
          </a:bodyPr>
          <a:lstStyle>
            <a:lvl1pPr marR="0" algn="l">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defRPr>
            </a:lvl1pPr>
            <a:lvl2pPr marR="0" algn="l">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defRPr>
            </a:lvl2pPr>
            <a:lvl3pPr marR="0" algn="l">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defRPr>
            </a:lvl3pPr>
            <a:lvl4pPr marR="0" algn="l">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defRPr>
            </a:lvl4pPr>
            <a:lvl5pPr marR="0" algn="l">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defRPr>
            </a:lvl5pPr>
            <a:lvl6pPr marR="0" algn="l">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defRPr>
            </a:lvl6pPr>
            <a:lvl7pPr marR="0" algn="l">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defRPr>
            </a:lvl7pPr>
            <a:lvl8pPr marR="0" algn="l">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defRPr>
            </a:lvl8pPr>
            <a:lvl9pPr marR="0" algn="l">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defRPr>
            </a:lvl9pPr>
          </a:lstStyle>
          <a:p>
            <a:endParaRPr/>
          </a:p>
        </p:txBody>
      </p:sp>
      <p:sp>
        <p:nvSpPr>
          <p:cNvPr id="7" name="Google Shape;7;p33">
            <a:extLst>
              <a:ext uri="{FF2B5EF4-FFF2-40B4-BE49-F238E27FC236}">
                <a16:creationId xmlns:a16="http://schemas.microsoft.com/office/drawing/2014/main" id="{6E36A32F-7FBD-4A1B-8C28-6F5E9EAC2F2C}"/>
              </a:ext>
            </a:extLst>
          </p:cNvPr>
          <p:cNvSpPr>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ormAutofit/>
          </a:bodyPr>
          <a:lstStyle>
            <a:lvl1pPr marL="457200" marR="0" indent="-311150" algn="l">
              <a:lnSpc>
                <a:spcPct val="115000"/>
              </a:lnSpc>
              <a:spcBef>
                <a:spcPts val="0"/>
              </a:spcBef>
              <a:spcAft>
                <a:spcPts val="0"/>
              </a:spcAft>
              <a:buClr>
                <a:schemeClr val="accent1"/>
              </a:buClr>
              <a:buSzPts val="1300"/>
              <a:buFont typeface="Lato"/>
              <a:buChar char="●"/>
              <a:defRPr sz="1300" b="0" i="0" u="none" strike="noStrike" cap="none">
                <a:solidFill>
                  <a:schemeClr val="accent1"/>
                </a:solidFill>
                <a:latin typeface="Lato"/>
                <a:ea typeface="Lato"/>
                <a:cs typeface="Lato"/>
              </a:defRPr>
            </a:lvl1pPr>
            <a:lvl2pPr marL="914400" marR="0" indent="-298450" algn="l">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defRPr>
            </a:lvl2pPr>
            <a:lvl3pPr marL="1371600" marR="0" indent="-298450" algn="l">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defRPr>
            </a:lvl3pPr>
            <a:lvl4pPr marL="1828800" marR="0" indent="-298450" algn="l">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defRPr>
            </a:lvl4pPr>
            <a:lvl5pPr marL="2286000" marR="0" indent="-298450" algn="l">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defRPr>
            </a:lvl5pPr>
            <a:lvl6pPr marL="2743200" marR="0" indent="-298450" algn="l">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defRPr>
            </a:lvl6pPr>
            <a:lvl7pPr marL="3200400" marR="0" indent="-298450" algn="l">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defRPr>
            </a:lvl7pPr>
            <a:lvl8pPr marL="3657600" marR="0" indent="-298450" algn="l">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defRPr>
            </a:lvl8pPr>
            <a:lvl9pPr marL="4114800" marR="0" indent="-298450" algn="l">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defRPr>
            </a:lvl9pPr>
          </a:lstStyle>
          <a:p>
            <a:endParaRPr/>
          </a:p>
        </p:txBody>
      </p:sp>
      <p:sp>
        <p:nvSpPr>
          <p:cNvPr id="8" name="Google Shape;8;p33">
            <a:extLst>
              <a:ext uri="{FF2B5EF4-FFF2-40B4-BE49-F238E27FC236}">
                <a16:creationId xmlns:a16="http://schemas.microsoft.com/office/drawing/2014/main" id="{1A52CF9F-3E3A-405D-83A8-813D71CD58E6}"/>
              </a:ext>
            </a:extLst>
          </p:cNvPr>
          <p:cNvSpPr>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ormAutofit/>
          </a:bodyPr>
          <a:lstStyle>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a:pPr marL="0" lvl="0" indent="0" algn="r">
              <a:spcBef>
                <a:spcPts val="0"/>
              </a:spcBef>
              <a:spcAft>
                <a:spcPts val="0"/>
              </a:spcAft>
              <a:buNone/>
            </a:pPr>
            <a:fld id="{00000000-1234-1234-1234-123412341234}" type="slidenum">
              <a:t>‹#›</a:t>
            </a:fld>
            <a:endParaRPr/>
          </a:p>
        </p:txBody>
      </p:sp>
      <p:pic>
        <p:nvPicPr>
          <p:cNvPr id="9" name="Google Shape;9;p33">
            <a:extLst>
              <a:ext uri="{FF2B5EF4-FFF2-40B4-BE49-F238E27FC236}">
                <a16:creationId xmlns:a16="http://schemas.microsoft.com/office/drawing/2014/main" id="{EC603C7D-49E6-403B-9E3C-F674B003C053}"/>
              </a:ext>
            </a:extLst>
          </p:cNvPr>
          <p:cNvPicPr>
            <a:picLocks noChangeAspect="1"/>
          </p:cNvPicPr>
          <p:nvPr/>
        </p:nvPicPr>
        <p:blipFill rotWithShape="1">
          <a:blip r:embed="rId16">
            <a:alphaModFix/>
          </a:blip>
          <a:srcRect/>
          <a:stretch/>
        </p:blipFill>
        <p:spPr>
          <a:xfrm>
            <a:off x="0" y="0"/>
            <a:ext cx="9144000" cy="5143500"/>
          </a:xfrm>
          <a:prstGeom prst="rect">
            <a:avLst/>
          </a:prstGeom>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sldNum="0" hdr="0" ftr="0" dt="0"/>
  <p:txStyles>
    <p:titleStyle>
      <a:lvl1pPr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9pPr>
    </p:titleStyle>
    <p:bodyStyle>
      <a:lvl1pPr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9pPr>
    </p:bodyStyle>
    <p:otherStyle>
      <a:lvl1pPr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C4EEEBCC-404F-4198-B370-B1026F3F9D12}"/>
              </a:ext>
            </a:extLst>
          </p:cNvPr>
          <p:cNvPicPr>
            <a:picLocks noChangeAspect="1"/>
          </p:cNvPicPr>
          <p:nvPr/>
        </p:nvPicPr>
        <p:blipFill>
          <a:blip r:embed="rId3"/>
          <a:stretch/>
        </p:blipFill>
        <p:spPr>
          <a:xfrm>
            <a:off x="533400" y="853066"/>
            <a:ext cx="4429125" cy="703693"/>
          </a:xfrm>
          <a:prstGeom prst="rect">
            <a:avLst/>
          </a:prstGeom>
        </p:spPr>
      </p:pic>
      <p:sp>
        <p:nvSpPr>
          <p:cNvPr id="2" name="current-content-1">
            <a:extLst>
              <a:ext uri="{FF2B5EF4-FFF2-40B4-BE49-F238E27FC236}">
                <a16:creationId xmlns:a16="http://schemas.microsoft.com/office/drawing/2014/main" id="{9A8B55B4-EE3D-4D37-84B3-56BF4D5DF899}"/>
              </a:ext>
            </a:extLst>
          </p:cNvPr>
          <p:cNvSpPr>
            <a:spLocks noGrp="1"/>
          </p:cNvSpPr>
          <p:nvPr/>
        </p:nvSpPr>
        <p:spPr>
          <a:xfrm>
            <a:off x="7953375" y="4781550"/>
            <a:ext cx="809625" cy="190500"/>
          </a:xfrm>
          <a:prstGeom prst="rect">
            <a:avLst/>
          </a:prstGeom>
          <a:noFill/>
          <a:ln w="0">
            <a:noFill/>
          </a:ln>
        </p:spPr>
        <p:txBody>
          <a:bodyPr wrap="square" lIns="0" tIns="0" rIns="0" bIns="0" anchor="t">
            <a:noAutofit/>
          </a:bodyPr>
          <a:lstStyle>
            <a:defPPr algn="r">
              <a:defRPr sz="1050" b="0">
                <a:solidFill>
                  <a:srgbClr val="595959"/>
                </a:solidFill>
                <a:latin typeface="Arial"/>
                <a:ea typeface="Arial"/>
                <a:cs typeface="Arial"/>
              </a:defRPr>
            </a:defPPr>
            <a:lvl1pPr algn="r">
              <a:defRPr sz="1050" b="0">
                <a:solidFill>
                  <a:srgbClr val="595959"/>
                </a:solidFill>
                <a:latin typeface="Arial"/>
                <a:ea typeface="Arial"/>
                <a:cs typeface="Arial"/>
              </a:defRPr>
            </a:lvl1pPr>
            <a:lvl2pPr algn="r">
              <a:defRPr sz="1050" b="0">
                <a:solidFill>
                  <a:srgbClr val="595959"/>
                </a:solidFill>
                <a:latin typeface="Arial"/>
                <a:ea typeface="Arial"/>
                <a:cs typeface="Arial"/>
              </a:defRPr>
            </a:lvl2pPr>
            <a:lvl3pPr algn="r">
              <a:defRPr sz="1050" b="0">
                <a:solidFill>
                  <a:srgbClr val="595959"/>
                </a:solidFill>
                <a:latin typeface="Arial"/>
                <a:ea typeface="Arial"/>
                <a:cs typeface="Arial"/>
              </a:defRPr>
            </a:lvl3pPr>
            <a:lvl4pPr algn="r">
              <a:defRPr sz="1050" b="0">
                <a:solidFill>
                  <a:srgbClr val="595959"/>
                </a:solidFill>
                <a:latin typeface="Arial"/>
                <a:ea typeface="Arial"/>
                <a:cs typeface="Arial"/>
              </a:defRPr>
            </a:lvl4pPr>
            <a:lvl5pPr algn="r">
              <a:defRPr sz="1050" b="0">
                <a:solidFill>
                  <a:srgbClr val="595959"/>
                </a:solidFill>
                <a:latin typeface="Arial"/>
                <a:ea typeface="Arial"/>
                <a:cs typeface="Arial"/>
              </a:defRPr>
            </a:lvl5pPr>
            <a:lvl6pPr algn="r">
              <a:defRPr sz="1050" b="0">
                <a:solidFill>
                  <a:srgbClr val="595959"/>
                </a:solidFill>
                <a:latin typeface="Arial"/>
                <a:ea typeface="Arial"/>
                <a:cs typeface="Arial"/>
              </a:defRPr>
            </a:lvl6pPr>
            <a:lvl7pPr algn="r">
              <a:defRPr sz="1050" b="0">
                <a:solidFill>
                  <a:srgbClr val="595959"/>
                </a:solidFill>
                <a:latin typeface="Arial"/>
                <a:ea typeface="Arial"/>
                <a:cs typeface="Arial"/>
              </a:defRPr>
            </a:lvl7pPr>
            <a:lvl8pPr algn="r">
              <a:defRPr sz="1050" b="0">
                <a:solidFill>
                  <a:srgbClr val="595959"/>
                </a:solidFill>
                <a:latin typeface="Arial"/>
                <a:ea typeface="Arial"/>
                <a:cs typeface="Arial"/>
              </a:defRPr>
            </a:lvl8pPr>
            <a:lvl9pPr algn="r">
              <a:defRPr sz="1050" b="0">
                <a:solidFill>
                  <a:srgbClr val="595959"/>
                </a:solidFill>
                <a:latin typeface="Arial"/>
                <a:ea typeface="Arial"/>
                <a:cs typeface="Arial"/>
              </a:defRPr>
            </a:lvl9pPr>
          </a:lstStyle>
          <a:p>
            <a:pPr algn="r">
              <a:defRPr sz="1050" b="0">
                <a:solidFill>
                  <a:srgbClr val="595959"/>
                </a:solidFill>
                <a:latin typeface="Arial"/>
                <a:ea typeface="Arial"/>
                <a:cs typeface="Arial"/>
              </a:defRPr>
            </a:pPr>
            <a:r>
              <a:rPr sz="1050" b="0">
                <a:solidFill>
                  <a:srgbClr val="595959"/>
                </a:solidFill>
                <a:latin typeface="Arial"/>
                <a:ea typeface="Arial"/>
                <a:cs typeface="Arial"/>
              </a:rPr>
              <a:t>01 / 17</a:t>
            </a:r>
          </a:p>
        </p:txBody>
      </p:sp>
      <p:sp>
        <p:nvSpPr>
          <p:cNvPr id="3" name="current-content-34">
            <a:extLst>
              <a:ext uri="{FF2B5EF4-FFF2-40B4-BE49-F238E27FC236}">
                <a16:creationId xmlns:a16="http://schemas.microsoft.com/office/drawing/2014/main" id="{A85BBD2A-BBF3-4C94-BE87-64CAE2EE6201}"/>
              </a:ext>
            </a:extLst>
          </p:cNvPr>
          <p:cNvSpPr>
            <a:spLocks noGrp="1"/>
          </p:cNvSpPr>
          <p:nvPr/>
        </p:nvSpPr>
        <p:spPr>
          <a:xfrm>
            <a:off x="533400" y="1571625"/>
            <a:ext cx="4810125" cy="314325"/>
          </a:xfrm>
          <a:prstGeom prst="rect">
            <a:avLst/>
          </a:prstGeom>
          <a:noFill/>
          <a:ln w="0">
            <a:noFill/>
          </a:ln>
        </p:spPr>
        <p:txBody>
          <a:bodyPr wrap="square" lIns="0" tIns="0" rIns="0" bIns="0" anchor="t">
            <a:noAutofit/>
          </a:bodyPr>
          <a:lstStyle>
            <a:defPPr algn="l">
              <a:defRPr sz="1950" b="1">
                <a:solidFill>
                  <a:srgbClr val="0070C0"/>
                </a:solidFill>
                <a:latin typeface="Raleway"/>
                <a:ea typeface="Raleway"/>
                <a:cs typeface="Raleway"/>
              </a:defRPr>
            </a:defPPr>
            <a:lvl1pPr algn="l">
              <a:defRPr sz="1950" b="1">
                <a:solidFill>
                  <a:srgbClr val="0070C0"/>
                </a:solidFill>
                <a:latin typeface="Raleway"/>
                <a:ea typeface="Raleway"/>
                <a:cs typeface="Raleway"/>
              </a:defRPr>
            </a:lvl1pPr>
            <a:lvl2pPr algn="l">
              <a:defRPr sz="1950" b="1">
                <a:solidFill>
                  <a:srgbClr val="0070C0"/>
                </a:solidFill>
                <a:latin typeface="Raleway"/>
                <a:ea typeface="Raleway"/>
                <a:cs typeface="Raleway"/>
              </a:defRPr>
            </a:lvl2pPr>
            <a:lvl3pPr algn="l">
              <a:defRPr sz="1950" b="1">
                <a:solidFill>
                  <a:srgbClr val="0070C0"/>
                </a:solidFill>
                <a:latin typeface="Raleway"/>
                <a:ea typeface="Raleway"/>
                <a:cs typeface="Raleway"/>
              </a:defRPr>
            </a:lvl3pPr>
            <a:lvl4pPr algn="l">
              <a:defRPr sz="1950" b="1">
                <a:solidFill>
                  <a:srgbClr val="0070C0"/>
                </a:solidFill>
                <a:latin typeface="Raleway"/>
                <a:ea typeface="Raleway"/>
                <a:cs typeface="Raleway"/>
              </a:defRPr>
            </a:lvl4pPr>
            <a:lvl5pPr algn="l">
              <a:defRPr sz="1950" b="1">
                <a:solidFill>
                  <a:srgbClr val="0070C0"/>
                </a:solidFill>
                <a:latin typeface="Raleway"/>
                <a:ea typeface="Raleway"/>
                <a:cs typeface="Raleway"/>
              </a:defRPr>
            </a:lvl5pPr>
            <a:lvl6pPr algn="l">
              <a:defRPr sz="1950" b="1">
                <a:solidFill>
                  <a:srgbClr val="0070C0"/>
                </a:solidFill>
                <a:latin typeface="Raleway"/>
                <a:ea typeface="Raleway"/>
                <a:cs typeface="Raleway"/>
              </a:defRPr>
            </a:lvl6pPr>
            <a:lvl7pPr algn="l">
              <a:defRPr sz="1950" b="1">
                <a:solidFill>
                  <a:srgbClr val="0070C0"/>
                </a:solidFill>
                <a:latin typeface="Raleway"/>
                <a:ea typeface="Raleway"/>
                <a:cs typeface="Raleway"/>
              </a:defRPr>
            </a:lvl7pPr>
            <a:lvl8pPr algn="l">
              <a:defRPr sz="1950" b="1">
                <a:solidFill>
                  <a:srgbClr val="0070C0"/>
                </a:solidFill>
                <a:latin typeface="Raleway"/>
                <a:ea typeface="Raleway"/>
                <a:cs typeface="Raleway"/>
              </a:defRPr>
            </a:lvl8pPr>
            <a:lvl9pPr algn="l">
              <a:defRPr sz="1950" b="1">
                <a:solidFill>
                  <a:srgbClr val="0070C0"/>
                </a:solidFill>
                <a:latin typeface="Raleway"/>
                <a:ea typeface="Raleway"/>
                <a:cs typeface="Raleway"/>
              </a:defRPr>
            </a:lvl9pPr>
          </a:lstStyle>
          <a:p>
            <a:pPr algn="l">
              <a:defRPr sz="1950" b="1">
                <a:solidFill>
                  <a:srgbClr val="0070C0"/>
                </a:solidFill>
                <a:latin typeface="Raleway"/>
                <a:ea typeface="Raleway"/>
                <a:cs typeface="Raleway"/>
              </a:defRPr>
            </a:pPr>
            <a:r>
              <a:rPr sz="1950" b="1">
                <a:solidFill>
                  <a:srgbClr val="0070C0"/>
                </a:solidFill>
                <a:latin typeface="Raleway"/>
                <a:ea typeface="Raleway"/>
                <a:cs typeface="Raleway"/>
              </a:rPr>
              <a:t>Kodigo  •  Capstone Pre-Defense</a:t>
            </a:r>
          </a:p>
        </p:txBody>
      </p:sp>
      <p:sp>
        <p:nvSpPr>
          <p:cNvPr id="4" name="current-content-35">
            <a:extLst>
              <a:ext uri="{FF2B5EF4-FFF2-40B4-BE49-F238E27FC236}">
                <a16:creationId xmlns:a16="http://schemas.microsoft.com/office/drawing/2014/main" id="{517BCBE7-82AC-464A-8C54-6EEEABBA7A6B}"/>
              </a:ext>
            </a:extLst>
          </p:cNvPr>
          <p:cNvSpPr>
            <a:spLocks noGrp="1"/>
          </p:cNvSpPr>
          <p:nvPr/>
        </p:nvSpPr>
        <p:spPr>
          <a:xfrm>
            <a:off x="447675" y="2000250"/>
            <a:ext cx="4905375" cy="1333500"/>
          </a:xfrm>
          <a:prstGeom prst="rect">
            <a:avLst/>
          </a:prstGeom>
          <a:noFill/>
          <a:ln w="0">
            <a:noFill/>
          </a:ln>
        </p:spPr>
        <p:txBody>
          <a:bodyPr wrap="square" lIns="0" tIns="0" rIns="0" bIns="0" anchor="t">
            <a:noAutofit/>
          </a:bodyPr>
          <a:lstStyle>
            <a:defPPr algn="ctr">
              <a:defRPr sz="1875" b="1">
                <a:solidFill>
                  <a:srgbClr val="171717"/>
                </a:solidFill>
                <a:latin typeface="Cambria"/>
                <a:ea typeface="Cambria"/>
                <a:cs typeface="Cambria"/>
              </a:defRPr>
            </a:defPPr>
            <a:lvl1pPr algn="ctr">
              <a:defRPr sz="1875" b="1">
                <a:solidFill>
                  <a:srgbClr val="171717"/>
                </a:solidFill>
                <a:latin typeface="Cambria"/>
                <a:ea typeface="Cambria"/>
                <a:cs typeface="Cambria"/>
              </a:defRPr>
            </a:lvl1pPr>
            <a:lvl2pPr algn="ctr">
              <a:defRPr sz="1875" b="1">
                <a:solidFill>
                  <a:srgbClr val="171717"/>
                </a:solidFill>
                <a:latin typeface="Cambria"/>
                <a:ea typeface="Cambria"/>
                <a:cs typeface="Cambria"/>
              </a:defRPr>
            </a:lvl2pPr>
            <a:lvl3pPr algn="ctr">
              <a:defRPr sz="1875" b="1">
                <a:solidFill>
                  <a:srgbClr val="171717"/>
                </a:solidFill>
                <a:latin typeface="Cambria"/>
                <a:ea typeface="Cambria"/>
                <a:cs typeface="Cambria"/>
              </a:defRPr>
            </a:lvl3pPr>
            <a:lvl4pPr algn="ctr">
              <a:defRPr sz="1875" b="1">
                <a:solidFill>
                  <a:srgbClr val="171717"/>
                </a:solidFill>
                <a:latin typeface="Cambria"/>
                <a:ea typeface="Cambria"/>
                <a:cs typeface="Cambria"/>
              </a:defRPr>
            </a:lvl4pPr>
            <a:lvl5pPr algn="ctr">
              <a:defRPr sz="1875" b="1">
                <a:solidFill>
                  <a:srgbClr val="171717"/>
                </a:solidFill>
                <a:latin typeface="Cambria"/>
                <a:ea typeface="Cambria"/>
                <a:cs typeface="Cambria"/>
              </a:defRPr>
            </a:lvl5pPr>
            <a:lvl6pPr algn="ctr">
              <a:defRPr sz="1875" b="1">
                <a:solidFill>
                  <a:srgbClr val="171717"/>
                </a:solidFill>
                <a:latin typeface="Cambria"/>
                <a:ea typeface="Cambria"/>
                <a:cs typeface="Cambria"/>
              </a:defRPr>
            </a:lvl6pPr>
            <a:lvl7pPr algn="ctr">
              <a:defRPr sz="1875" b="1">
                <a:solidFill>
                  <a:srgbClr val="171717"/>
                </a:solidFill>
                <a:latin typeface="Cambria"/>
                <a:ea typeface="Cambria"/>
                <a:cs typeface="Cambria"/>
              </a:defRPr>
            </a:lvl7pPr>
            <a:lvl8pPr algn="ctr">
              <a:defRPr sz="1875" b="1">
                <a:solidFill>
                  <a:srgbClr val="171717"/>
                </a:solidFill>
                <a:latin typeface="Cambria"/>
                <a:ea typeface="Cambria"/>
                <a:cs typeface="Cambria"/>
              </a:defRPr>
            </a:lvl8pPr>
            <a:lvl9pPr algn="ctr">
              <a:defRPr sz="1875" b="1">
                <a:solidFill>
                  <a:srgbClr val="171717"/>
                </a:solidFill>
                <a:latin typeface="Cambria"/>
                <a:ea typeface="Cambria"/>
                <a:cs typeface="Cambria"/>
              </a:defRPr>
            </a:lvl9pPr>
          </a:lstStyle>
          <a:p>
            <a:pPr algn="ctr">
              <a:defRPr sz="1875" b="1">
                <a:solidFill>
                  <a:srgbClr val="171717"/>
                </a:solidFill>
                <a:latin typeface="Cambria"/>
                <a:ea typeface="Cambria"/>
                <a:cs typeface="Cambria"/>
              </a:defRPr>
            </a:pPr>
            <a:r>
              <a:rPr sz="1875" b="1" dirty="0">
                <a:solidFill>
                  <a:srgbClr val="171717"/>
                </a:solidFill>
                <a:latin typeface="Cambria"/>
                <a:ea typeface="Cambria"/>
                <a:cs typeface="Cambria"/>
              </a:rPr>
              <a:t>Architecting a Lightweight Cloud-Based Inventory and Financial Management System: A Mixed-Methods Evaluation of Decision-Making Efficiency in Philippine SMEs</a:t>
            </a:r>
          </a:p>
        </p:txBody>
      </p:sp>
      <p:sp>
        <p:nvSpPr>
          <p:cNvPr id="5" name="current-content-36">
            <a:extLst>
              <a:ext uri="{FF2B5EF4-FFF2-40B4-BE49-F238E27FC236}">
                <a16:creationId xmlns:a16="http://schemas.microsoft.com/office/drawing/2014/main" id="{CCAB4FF6-7412-4DAC-AD1A-1DDC96E79BE6}"/>
              </a:ext>
            </a:extLst>
          </p:cNvPr>
          <p:cNvSpPr>
            <a:spLocks noGrp="1"/>
          </p:cNvSpPr>
          <p:nvPr/>
        </p:nvSpPr>
        <p:spPr>
          <a:xfrm>
            <a:off x="533400" y="3457575"/>
            <a:ext cx="4714875" cy="638175"/>
          </a:xfrm>
          <a:prstGeom prst="rect">
            <a:avLst/>
          </a:prstGeom>
          <a:noFill/>
          <a:ln w="0">
            <a:noFill/>
          </a:ln>
        </p:spPr>
        <p:txBody>
          <a:bodyPr wrap="square" lIns="0" tIns="0" rIns="0" bIns="0" anchor="t">
            <a:noAutofit/>
          </a:bodyPr>
          <a:lstStyle>
            <a:defPPr algn="ctr">
              <a:defRPr sz="1350" b="1">
                <a:solidFill>
                  <a:srgbClr val="171717"/>
                </a:solidFill>
                <a:latin typeface="Arial"/>
                <a:ea typeface="Arial"/>
                <a:cs typeface="Arial"/>
              </a:defRPr>
            </a:defPPr>
            <a:lvl1pPr algn="ctr">
              <a:defRPr sz="1350" b="1">
                <a:solidFill>
                  <a:srgbClr val="171717"/>
                </a:solidFill>
                <a:latin typeface="Arial"/>
                <a:ea typeface="Arial"/>
                <a:cs typeface="Arial"/>
              </a:defRPr>
            </a:lvl1pPr>
            <a:lvl2pPr algn="ctr">
              <a:defRPr sz="1350" b="1">
                <a:solidFill>
                  <a:srgbClr val="171717"/>
                </a:solidFill>
                <a:latin typeface="Arial"/>
                <a:ea typeface="Arial"/>
                <a:cs typeface="Arial"/>
              </a:defRPr>
            </a:lvl2pPr>
            <a:lvl3pPr algn="ctr">
              <a:defRPr sz="1350" b="1">
                <a:solidFill>
                  <a:srgbClr val="171717"/>
                </a:solidFill>
                <a:latin typeface="Arial"/>
                <a:ea typeface="Arial"/>
                <a:cs typeface="Arial"/>
              </a:defRPr>
            </a:lvl3pPr>
            <a:lvl4pPr algn="ctr">
              <a:defRPr sz="1350" b="1">
                <a:solidFill>
                  <a:srgbClr val="171717"/>
                </a:solidFill>
                <a:latin typeface="Arial"/>
                <a:ea typeface="Arial"/>
                <a:cs typeface="Arial"/>
              </a:defRPr>
            </a:lvl4pPr>
            <a:lvl5pPr algn="ctr">
              <a:defRPr sz="1350" b="1">
                <a:solidFill>
                  <a:srgbClr val="171717"/>
                </a:solidFill>
                <a:latin typeface="Arial"/>
                <a:ea typeface="Arial"/>
                <a:cs typeface="Arial"/>
              </a:defRPr>
            </a:lvl5pPr>
            <a:lvl6pPr algn="ctr">
              <a:defRPr sz="1350" b="1">
                <a:solidFill>
                  <a:srgbClr val="171717"/>
                </a:solidFill>
                <a:latin typeface="Arial"/>
                <a:ea typeface="Arial"/>
                <a:cs typeface="Arial"/>
              </a:defRPr>
            </a:lvl6pPr>
            <a:lvl7pPr algn="ctr">
              <a:defRPr sz="1350" b="1">
                <a:solidFill>
                  <a:srgbClr val="171717"/>
                </a:solidFill>
                <a:latin typeface="Arial"/>
                <a:ea typeface="Arial"/>
                <a:cs typeface="Arial"/>
              </a:defRPr>
            </a:lvl7pPr>
            <a:lvl8pPr algn="ctr">
              <a:defRPr sz="1350" b="1">
                <a:solidFill>
                  <a:srgbClr val="171717"/>
                </a:solidFill>
                <a:latin typeface="Arial"/>
                <a:ea typeface="Arial"/>
                <a:cs typeface="Arial"/>
              </a:defRPr>
            </a:lvl8pPr>
            <a:lvl9pPr algn="ctr">
              <a:defRPr sz="1350" b="1">
                <a:solidFill>
                  <a:srgbClr val="171717"/>
                </a:solidFill>
                <a:latin typeface="Arial"/>
                <a:ea typeface="Arial"/>
                <a:cs typeface="Arial"/>
              </a:defRPr>
            </a:lvl9pPr>
          </a:lstStyle>
          <a:p>
            <a:pPr algn="ctr">
              <a:defRPr sz="1350" b="1">
                <a:solidFill>
                  <a:srgbClr val="171717"/>
                </a:solidFill>
                <a:latin typeface="Arial"/>
                <a:ea typeface="Arial"/>
                <a:cs typeface="Arial"/>
              </a:defRPr>
            </a:pPr>
            <a:r>
              <a:rPr sz="1350" b="1">
                <a:solidFill>
                  <a:srgbClr val="171717"/>
                </a:solidFill>
                <a:latin typeface="Arial"/>
                <a:ea typeface="Arial"/>
                <a:cs typeface="Arial"/>
              </a:rPr>
              <a:t>Evon Christian Pahugot Vergara</a:t>
            </a:r>
          </a:p>
          <a:p>
            <a:pPr algn="ctr">
              <a:defRPr sz="1350" b="1">
                <a:solidFill>
                  <a:srgbClr val="171717"/>
                </a:solidFill>
                <a:latin typeface="Arial"/>
                <a:ea typeface="Arial"/>
                <a:cs typeface="Arial"/>
              </a:defRPr>
            </a:pPr>
            <a:r>
              <a:rPr sz="1350" b="1">
                <a:solidFill>
                  <a:srgbClr val="171717"/>
                </a:solidFill>
                <a:latin typeface="Arial"/>
                <a:ea typeface="Arial"/>
                <a:cs typeface="Arial"/>
              </a:rPr>
              <a:t>Justin Comendador</a:t>
            </a:r>
          </a:p>
          <a:p>
            <a:pPr algn="ctr">
              <a:defRPr sz="1350" b="1">
                <a:solidFill>
                  <a:srgbClr val="171717"/>
                </a:solidFill>
                <a:latin typeface="Arial"/>
                <a:ea typeface="Arial"/>
                <a:cs typeface="Arial"/>
              </a:defRPr>
            </a:pPr>
            <a:r>
              <a:rPr sz="1350" b="1">
                <a:solidFill>
                  <a:srgbClr val="171717"/>
                </a:solidFill>
                <a:latin typeface="Arial"/>
                <a:ea typeface="Arial"/>
                <a:cs typeface="Arial"/>
              </a:rPr>
              <a:t>Xymmer James Nadera</a:t>
            </a:r>
          </a:p>
        </p:txBody>
      </p:sp>
      <p:sp>
        <p:nvSpPr>
          <p:cNvPr id="6" name="current-content-37">
            <a:extLst>
              <a:ext uri="{FF2B5EF4-FFF2-40B4-BE49-F238E27FC236}">
                <a16:creationId xmlns:a16="http://schemas.microsoft.com/office/drawing/2014/main" id="{83BBA259-3D6F-4B74-9D05-2CD7DF889BFE}"/>
              </a:ext>
            </a:extLst>
          </p:cNvPr>
          <p:cNvSpPr>
            <a:spLocks noGrp="1"/>
          </p:cNvSpPr>
          <p:nvPr/>
        </p:nvSpPr>
        <p:spPr>
          <a:xfrm>
            <a:off x="533400" y="4162425"/>
            <a:ext cx="4714875" cy="333375"/>
          </a:xfrm>
          <a:prstGeom prst="rect">
            <a:avLst/>
          </a:prstGeom>
          <a:noFill/>
          <a:ln w="0">
            <a:noFill/>
          </a:ln>
        </p:spPr>
        <p:txBody>
          <a:bodyPr wrap="square" lIns="0" tIns="0" rIns="0" bIns="0" anchor="t">
            <a:noAutofit/>
          </a:bodyPr>
          <a:lstStyle>
            <a:defPPr algn="ctr">
              <a:defRPr sz="1050" b="0">
                <a:solidFill>
                  <a:srgbClr val="595959"/>
                </a:solidFill>
                <a:latin typeface="Arial"/>
                <a:ea typeface="Arial"/>
                <a:cs typeface="Arial"/>
              </a:defRPr>
            </a:defPPr>
            <a:lvl1pPr algn="ctr">
              <a:defRPr sz="1050" b="0">
                <a:solidFill>
                  <a:srgbClr val="595959"/>
                </a:solidFill>
                <a:latin typeface="Arial"/>
                <a:ea typeface="Arial"/>
                <a:cs typeface="Arial"/>
              </a:defRPr>
            </a:lvl1pPr>
            <a:lvl2pPr algn="ctr">
              <a:defRPr sz="1050" b="0">
                <a:solidFill>
                  <a:srgbClr val="595959"/>
                </a:solidFill>
                <a:latin typeface="Arial"/>
                <a:ea typeface="Arial"/>
                <a:cs typeface="Arial"/>
              </a:defRPr>
            </a:lvl2pPr>
            <a:lvl3pPr algn="ctr">
              <a:defRPr sz="1050" b="0">
                <a:solidFill>
                  <a:srgbClr val="595959"/>
                </a:solidFill>
                <a:latin typeface="Arial"/>
                <a:ea typeface="Arial"/>
                <a:cs typeface="Arial"/>
              </a:defRPr>
            </a:lvl3pPr>
            <a:lvl4pPr algn="ctr">
              <a:defRPr sz="1050" b="0">
                <a:solidFill>
                  <a:srgbClr val="595959"/>
                </a:solidFill>
                <a:latin typeface="Arial"/>
                <a:ea typeface="Arial"/>
                <a:cs typeface="Arial"/>
              </a:defRPr>
            </a:lvl4pPr>
            <a:lvl5pPr algn="ctr">
              <a:defRPr sz="1050" b="0">
                <a:solidFill>
                  <a:srgbClr val="595959"/>
                </a:solidFill>
                <a:latin typeface="Arial"/>
                <a:ea typeface="Arial"/>
                <a:cs typeface="Arial"/>
              </a:defRPr>
            </a:lvl5pPr>
            <a:lvl6pPr algn="ctr">
              <a:defRPr sz="1050" b="0">
                <a:solidFill>
                  <a:srgbClr val="595959"/>
                </a:solidFill>
                <a:latin typeface="Arial"/>
                <a:ea typeface="Arial"/>
                <a:cs typeface="Arial"/>
              </a:defRPr>
            </a:lvl6pPr>
            <a:lvl7pPr algn="ctr">
              <a:defRPr sz="1050" b="0">
                <a:solidFill>
                  <a:srgbClr val="595959"/>
                </a:solidFill>
                <a:latin typeface="Arial"/>
                <a:ea typeface="Arial"/>
                <a:cs typeface="Arial"/>
              </a:defRPr>
            </a:lvl7pPr>
            <a:lvl8pPr algn="ctr">
              <a:defRPr sz="1050" b="0">
                <a:solidFill>
                  <a:srgbClr val="595959"/>
                </a:solidFill>
                <a:latin typeface="Arial"/>
                <a:ea typeface="Arial"/>
                <a:cs typeface="Arial"/>
              </a:defRPr>
            </a:lvl8pPr>
            <a:lvl9pPr algn="ctr">
              <a:defRPr sz="1050" b="0">
                <a:solidFill>
                  <a:srgbClr val="595959"/>
                </a:solidFill>
                <a:latin typeface="Arial"/>
                <a:ea typeface="Arial"/>
                <a:cs typeface="Arial"/>
              </a:defRPr>
            </a:lvl9pPr>
          </a:lstStyle>
          <a:p>
            <a:pPr algn="ctr">
              <a:defRPr sz="1050" b="0">
                <a:solidFill>
                  <a:srgbClr val="595959"/>
                </a:solidFill>
                <a:latin typeface="Arial"/>
                <a:ea typeface="Arial"/>
                <a:cs typeface="Arial"/>
              </a:defRPr>
            </a:pPr>
            <a:r>
              <a:rPr sz="1050" b="0">
                <a:solidFill>
                  <a:srgbClr val="595959"/>
                </a:solidFill>
                <a:latin typeface="Arial"/>
                <a:ea typeface="Arial"/>
                <a:cs typeface="Arial"/>
              </a:rPr>
              <a:t>College of Information Technology and Engineering</a:t>
            </a:r>
          </a:p>
          <a:p>
            <a:pPr algn="ctr">
              <a:defRPr sz="1050" b="0">
                <a:solidFill>
                  <a:srgbClr val="595959"/>
                </a:solidFill>
                <a:latin typeface="Arial"/>
                <a:ea typeface="Arial"/>
                <a:cs typeface="Arial"/>
              </a:defRPr>
            </a:pPr>
            <a:r>
              <a:rPr sz="1050" b="0">
                <a:solidFill>
                  <a:srgbClr val="595959"/>
                </a:solidFill>
                <a:latin typeface="Arial"/>
                <a:ea typeface="Arial"/>
                <a:cs typeface="Arial"/>
              </a:rPr>
              <a:t>Southwestern University – PHINMA</a:t>
            </a:r>
          </a:p>
        </p:txBody>
      </p:sp>
      <p:sp>
        <p:nvSpPr>
          <p:cNvPr id="7" name="current-content-38">
            <a:extLst>
              <a:ext uri="{FF2B5EF4-FFF2-40B4-BE49-F238E27FC236}">
                <a16:creationId xmlns:a16="http://schemas.microsoft.com/office/drawing/2014/main" id="{1B47997C-1B73-4A7C-8BC3-B2D9480F2EBD}"/>
              </a:ext>
            </a:extLst>
          </p:cNvPr>
          <p:cNvSpPr>
            <a:spLocks noGrp="1"/>
          </p:cNvSpPr>
          <p:nvPr/>
        </p:nvSpPr>
        <p:spPr>
          <a:xfrm>
            <a:off x="533400" y="4476750"/>
            <a:ext cx="6191250" cy="171450"/>
          </a:xfrm>
          <a:prstGeom prst="rect">
            <a:avLst/>
          </a:prstGeom>
          <a:noFill/>
          <a:ln w="0">
            <a:noFill/>
          </a:ln>
        </p:spPr>
        <p:txBody>
          <a:bodyPr wrap="square" lIns="0" tIns="0" rIns="0" bIns="0" anchor="t">
            <a:noAutofit/>
          </a:bodyPr>
          <a:lstStyle>
            <a:defPPr algn="l">
              <a:defRPr sz="975" b="0">
                <a:solidFill>
                  <a:srgbClr val="595959"/>
                </a:solidFill>
                <a:latin typeface="Arial"/>
                <a:ea typeface="Arial"/>
                <a:cs typeface="Arial"/>
              </a:defRPr>
            </a:defPPr>
            <a:lvl1pPr algn="l">
              <a:defRPr sz="975" b="0">
                <a:solidFill>
                  <a:srgbClr val="595959"/>
                </a:solidFill>
                <a:latin typeface="Arial"/>
                <a:ea typeface="Arial"/>
                <a:cs typeface="Arial"/>
              </a:defRPr>
            </a:lvl1pPr>
            <a:lvl2pPr algn="l">
              <a:defRPr sz="975" b="0">
                <a:solidFill>
                  <a:srgbClr val="595959"/>
                </a:solidFill>
                <a:latin typeface="Arial"/>
                <a:ea typeface="Arial"/>
                <a:cs typeface="Arial"/>
              </a:defRPr>
            </a:lvl2pPr>
            <a:lvl3pPr algn="l">
              <a:defRPr sz="975" b="0">
                <a:solidFill>
                  <a:srgbClr val="595959"/>
                </a:solidFill>
                <a:latin typeface="Arial"/>
                <a:ea typeface="Arial"/>
                <a:cs typeface="Arial"/>
              </a:defRPr>
            </a:lvl3pPr>
            <a:lvl4pPr algn="l">
              <a:defRPr sz="975" b="0">
                <a:solidFill>
                  <a:srgbClr val="595959"/>
                </a:solidFill>
                <a:latin typeface="Arial"/>
                <a:ea typeface="Arial"/>
                <a:cs typeface="Arial"/>
              </a:defRPr>
            </a:lvl4pPr>
            <a:lvl5pPr algn="l">
              <a:defRPr sz="975" b="0">
                <a:solidFill>
                  <a:srgbClr val="595959"/>
                </a:solidFill>
                <a:latin typeface="Arial"/>
                <a:ea typeface="Arial"/>
                <a:cs typeface="Arial"/>
              </a:defRPr>
            </a:lvl5pPr>
            <a:lvl6pPr algn="l">
              <a:defRPr sz="975" b="0">
                <a:solidFill>
                  <a:srgbClr val="595959"/>
                </a:solidFill>
                <a:latin typeface="Arial"/>
                <a:ea typeface="Arial"/>
                <a:cs typeface="Arial"/>
              </a:defRPr>
            </a:lvl6pPr>
            <a:lvl7pPr algn="l">
              <a:defRPr sz="975" b="0">
                <a:solidFill>
                  <a:srgbClr val="595959"/>
                </a:solidFill>
                <a:latin typeface="Arial"/>
                <a:ea typeface="Arial"/>
                <a:cs typeface="Arial"/>
              </a:defRPr>
            </a:lvl7pPr>
            <a:lvl8pPr algn="l">
              <a:defRPr sz="975" b="0">
                <a:solidFill>
                  <a:srgbClr val="595959"/>
                </a:solidFill>
                <a:latin typeface="Arial"/>
                <a:ea typeface="Arial"/>
                <a:cs typeface="Arial"/>
              </a:defRPr>
            </a:lvl8pPr>
            <a:lvl9pPr algn="l">
              <a:defRPr sz="975" b="0">
                <a:solidFill>
                  <a:srgbClr val="595959"/>
                </a:solidFill>
                <a:latin typeface="Arial"/>
                <a:ea typeface="Arial"/>
                <a:cs typeface="Arial"/>
              </a:defRPr>
            </a:lvl9pPr>
          </a:lstStyle>
          <a:p>
            <a:pPr algn="l">
              <a:defRPr sz="975" b="0">
                <a:solidFill>
                  <a:srgbClr val="595959"/>
                </a:solidFill>
                <a:latin typeface="Arial"/>
                <a:ea typeface="Arial"/>
                <a:cs typeface="Arial"/>
              </a:defRPr>
            </a:pPr>
            <a:r>
              <a:rPr sz="975" b="0" dirty="0">
                <a:solidFill>
                  <a:srgbClr val="595959"/>
                </a:solidFill>
                <a:latin typeface="Arial"/>
                <a:ea typeface="Arial"/>
                <a:cs typeface="Arial"/>
              </a:rPr>
              <a:t>Adviser:</a:t>
            </a:r>
            <a:r>
              <a:rPr lang="en-PH" sz="975" b="0" dirty="0" err="1">
                <a:solidFill>
                  <a:srgbClr val="595959"/>
                </a:solidFill>
                <a:latin typeface="Arial"/>
                <a:ea typeface="Arial"/>
                <a:cs typeface="Arial"/>
              </a:rPr>
              <a:t>Almie</a:t>
            </a:r>
            <a:r>
              <a:rPr lang="en-PH" sz="975" b="0" dirty="0">
                <a:solidFill>
                  <a:srgbClr val="595959"/>
                </a:solidFill>
                <a:latin typeface="Arial"/>
                <a:ea typeface="Arial"/>
                <a:cs typeface="Arial"/>
              </a:rPr>
              <a:t> Joy </a:t>
            </a:r>
            <a:r>
              <a:rPr lang="en-PH" sz="975" b="0" dirty="0" err="1">
                <a:solidFill>
                  <a:srgbClr val="595959"/>
                </a:solidFill>
                <a:latin typeface="Arial"/>
                <a:ea typeface="Arial"/>
                <a:cs typeface="Arial"/>
              </a:rPr>
              <a:t>Illustrisimo</a:t>
            </a:r>
            <a:r>
              <a:rPr sz="975" b="0" dirty="0">
                <a:solidFill>
                  <a:srgbClr val="595959"/>
                </a:solidFill>
                <a:latin typeface="Arial"/>
                <a:ea typeface="Arial"/>
                <a:cs typeface="Arial"/>
              </a:rPr>
              <a:t>     Academic year:</a:t>
            </a:r>
            <a:r>
              <a:rPr lang="en-PH" sz="975" b="0" dirty="0">
                <a:solidFill>
                  <a:srgbClr val="595959"/>
                </a:solidFill>
                <a:latin typeface="Arial"/>
                <a:ea typeface="Arial"/>
                <a:cs typeface="Arial"/>
              </a:rPr>
              <a:t> 2026-2027</a:t>
            </a:r>
            <a:endParaRPr sz="975" b="0" dirty="0">
              <a:solidFill>
                <a:srgbClr val="595959"/>
              </a:solidFill>
              <a:latin typeface="Arial"/>
              <a:ea typeface="Arial"/>
              <a:cs typeface="Arial"/>
            </a:endParaRPr>
          </a:p>
        </p:txBody>
      </p:sp>
    </p:spTree>
    <p:extLst>
      <p:ext uri="{BB962C8B-B14F-4D97-AF65-F5344CB8AC3E}">
        <p14:creationId xmlns:p14="http://schemas.microsoft.com/office/powerpoint/2010/main" val="15883431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4CE39AE7-04B6-40A4-ABF6-0CCC4FE15BDF}"/>
              </a:ext>
            </a:extLst>
          </p:cNvPr>
          <p:cNvPicPr>
            <a:picLocks noChangeAspect="1"/>
          </p:cNvPicPr>
          <p:nvPr/>
        </p:nvPicPr>
        <p:blipFill>
          <a:blip r:embed="rId3"/>
          <a:stretch/>
        </p:blipFill>
        <p:spPr>
          <a:xfrm>
            <a:off x="6572250" y="260789"/>
            <a:ext cx="2238375" cy="716673"/>
          </a:xfrm>
          <a:prstGeom prst="rect">
            <a:avLst/>
          </a:prstGeom>
        </p:spPr>
      </p:pic>
      <p:sp>
        <p:nvSpPr>
          <p:cNvPr id="2" name="current-content-2">
            <a:extLst>
              <a:ext uri="{FF2B5EF4-FFF2-40B4-BE49-F238E27FC236}">
                <a16:creationId xmlns:a16="http://schemas.microsoft.com/office/drawing/2014/main" id="{977EAFB0-1622-4611-A0FD-0BD4F76DCE85}"/>
              </a:ext>
            </a:extLst>
          </p:cNvPr>
          <p:cNvSpPr>
            <a:spLocks noGrp="1"/>
          </p:cNvSpPr>
          <p:nvPr/>
        </p:nvSpPr>
        <p:spPr>
          <a:xfrm>
            <a:off x="533400" y="457200"/>
            <a:ext cx="5762625" cy="552450"/>
          </a:xfrm>
          <a:prstGeom prst="rect">
            <a:avLst/>
          </a:prstGeom>
          <a:noFill/>
          <a:ln w="0">
            <a:noFill/>
          </a:ln>
        </p:spPr>
        <p:txBody>
          <a:bodyPr wrap="square" lIns="0" tIns="0" rIns="0" bIns="0" anchor="t">
            <a:noAutofit/>
          </a:bodyPr>
          <a:lstStyle>
            <a:defPPr algn="l">
              <a:defRPr sz="2520" b="1">
                <a:solidFill>
                  <a:srgbClr val="0070C0"/>
                </a:solidFill>
                <a:latin typeface="Raleway"/>
                <a:ea typeface="Raleway"/>
                <a:cs typeface="Raleway"/>
              </a:defRPr>
            </a:defPPr>
            <a:lvl1pPr algn="l">
              <a:defRPr sz="2520" b="1">
                <a:solidFill>
                  <a:srgbClr val="0070C0"/>
                </a:solidFill>
                <a:latin typeface="Raleway"/>
                <a:ea typeface="Raleway"/>
                <a:cs typeface="Raleway"/>
              </a:defRPr>
            </a:lvl1pPr>
            <a:lvl2pPr algn="l">
              <a:defRPr sz="2520" b="1">
                <a:solidFill>
                  <a:srgbClr val="0070C0"/>
                </a:solidFill>
                <a:latin typeface="Raleway"/>
                <a:ea typeface="Raleway"/>
                <a:cs typeface="Raleway"/>
              </a:defRPr>
            </a:lvl2pPr>
            <a:lvl3pPr algn="l">
              <a:defRPr sz="2520" b="1">
                <a:solidFill>
                  <a:srgbClr val="0070C0"/>
                </a:solidFill>
                <a:latin typeface="Raleway"/>
                <a:ea typeface="Raleway"/>
                <a:cs typeface="Raleway"/>
              </a:defRPr>
            </a:lvl3pPr>
            <a:lvl4pPr algn="l">
              <a:defRPr sz="2520" b="1">
                <a:solidFill>
                  <a:srgbClr val="0070C0"/>
                </a:solidFill>
                <a:latin typeface="Raleway"/>
                <a:ea typeface="Raleway"/>
                <a:cs typeface="Raleway"/>
              </a:defRPr>
            </a:lvl4pPr>
            <a:lvl5pPr algn="l">
              <a:defRPr sz="2520" b="1">
                <a:solidFill>
                  <a:srgbClr val="0070C0"/>
                </a:solidFill>
                <a:latin typeface="Raleway"/>
                <a:ea typeface="Raleway"/>
                <a:cs typeface="Raleway"/>
              </a:defRPr>
            </a:lvl5pPr>
            <a:lvl6pPr algn="l">
              <a:defRPr sz="2520" b="1">
                <a:solidFill>
                  <a:srgbClr val="0070C0"/>
                </a:solidFill>
                <a:latin typeface="Raleway"/>
                <a:ea typeface="Raleway"/>
                <a:cs typeface="Raleway"/>
              </a:defRPr>
            </a:lvl6pPr>
            <a:lvl7pPr algn="l">
              <a:defRPr sz="2520" b="1">
                <a:solidFill>
                  <a:srgbClr val="0070C0"/>
                </a:solidFill>
                <a:latin typeface="Raleway"/>
                <a:ea typeface="Raleway"/>
                <a:cs typeface="Raleway"/>
              </a:defRPr>
            </a:lvl7pPr>
            <a:lvl8pPr algn="l">
              <a:defRPr sz="2520" b="1">
                <a:solidFill>
                  <a:srgbClr val="0070C0"/>
                </a:solidFill>
                <a:latin typeface="Raleway"/>
                <a:ea typeface="Raleway"/>
                <a:cs typeface="Raleway"/>
              </a:defRPr>
            </a:lvl8pPr>
            <a:lvl9pPr algn="l">
              <a:defRPr sz="2520" b="1">
                <a:solidFill>
                  <a:srgbClr val="0070C0"/>
                </a:solidFill>
                <a:latin typeface="Raleway"/>
                <a:ea typeface="Raleway"/>
                <a:cs typeface="Raleway"/>
              </a:defRPr>
            </a:lvl9pPr>
          </a:lstStyle>
          <a:p>
            <a:pPr algn="l">
              <a:defRPr sz="2520" b="1">
                <a:solidFill>
                  <a:srgbClr val="0070C0"/>
                </a:solidFill>
                <a:latin typeface="Raleway"/>
                <a:ea typeface="Raleway"/>
                <a:cs typeface="Raleway"/>
              </a:defRPr>
            </a:pPr>
            <a:r>
              <a:rPr sz="2520" b="1">
                <a:solidFill>
                  <a:srgbClr val="0070C0"/>
                </a:solidFill>
                <a:latin typeface="Raleway"/>
                <a:ea typeface="Raleway"/>
                <a:cs typeface="Raleway"/>
              </a:rPr>
              <a:t>Agenda</a:t>
            </a:r>
          </a:p>
        </p:txBody>
      </p:sp>
      <p:sp>
        <p:nvSpPr>
          <p:cNvPr id="4" name="current-content-39">
            <a:extLst>
              <a:ext uri="{FF2B5EF4-FFF2-40B4-BE49-F238E27FC236}">
                <a16:creationId xmlns:a16="http://schemas.microsoft.com/office/drawing/2014/main" id="{4F52C8E1-A014-435B-AF81-EF2AA0BAC18A}"/>
              </a:ext>
            </a:extLst>
          </p:cNvPr>
          <p:cNvSpPr>
            <a:spLocks noGrp="1"/>
          </p:cNvSpPr>
          <p:nvPr/>
        </p:nvSpPr>
        <p:spPr>
          <a:xfrm>
            <a:off x="533400" y="1247775"/>
            <a:ext cx="2524125" cy="381000"/>
          </a:xfrm>
          <a:prstGeom prst="rect">
            <a:avLst/>
          </a:prstGeom>
          <a:noFill/>
          <a:ln w="0">
            <a:noFill/>
          </a:ln>
        </p:spPr>
        <p:txBody>
          <a:bodyPr wrap="square" lIns="0" tIns="0" rIns="0" bIns="0" anchor="t">
            <a:noAutofit/>
          </a:bodyPr>
          <a:lstStyle>
            <a:defPPr algn="l">
              <a:defRPr sz="1800" b="1">
                <a:solidFill>
                  <a:srgbClr val="202C61"/>
                </a:solidFill>
                <a:latin typeface="Raleway"/>
                <a:ea typeface="Raleway"/>
                <a:cs typeface="Raleway"/>
              </a:defRPr>
            </a:defPPr>
            <a:lvl1pPr algn="l">
              <a:defRPr sz="1800" b="1">
                <a:solidFill>
                  <a:srgbClr val="202C61"/>
                </a:solidFill>
                <a:latin typeface="Raleway"/>
                <a:ea typeface="Raleway"/>
                <a:cs typeface="Raleway"/>
              </a:defRPr>
            </a:lvl1pPr>
            <a:lvl2pPr algn="l">
              <a:defRPr sz="1800" b="1">
                <a:solidFill>
                  <a:srgbClr val="202C61"/>
                </a:solidFill>
                <a:latin typeface="Raleway"/>
                <a:ea typeface="Raleway"/>
                <a:cs typeface="Raleway"/>
              </a:defRPr>
            </a:lvl2pPr>
            <a:lvl3pPr algn="l">
              <a:defRPr sz="1800" b="1">
                <a:solidFill>
                  <a:srgbClr val="202C61"/>
                </a:solidFill>
                <a:latin typeface="Raleway"/>
                <a:ea typeface="Raleway"/>
                <a:cs typeface="Raleway"/>
              </a:defRPr>
            </a:lvl3pPr>
            <a:lvl4pPr algn="l">
              <a:defRPr sz="1800" b="1">
                <a:solidFill>
                  <a:srgbClr val="202C61"/>
                </a:solidFill>
                <a:latin typeface="Raleway"/>
                <a:ea typeface="Raleway"/>
                <a:cs typeface="Raleway"/>
              </a:defRPr>
            </a:lvl4pPr>
            <a:lvl5pPr algn="l">
              <a:defRPr sz="1800" b="1">
                <a:solidFill>
                  <a:srgbClr val="202C61"/>
                </a:solidFill>
                <a:latin typeface="Raleway"/>
                <a:ea typeface="Raleway"/>
                <a:cs typeface="Raleway"/>
              </a:defRPr>
            </a:lvl5pPr>
            <a:lvl6pPr algn="l">
              <a:defRPr sz="1800" b="1">
                <a:solidFill>
                  <a:srgbClr val="202C61"/>
                </a:solidFill>
                <a:latin typeface="Raleway"/>
                <a:ea typeface="Raleway"/>
                <a:cs typeface="Raleway"/>
              </a:defRPr>
            </a:lvl6pPr>
            <a:lvl7pPr algn="l">
              <a:defRPr sz="1800" b="1">
                <a:solidFill>
                  <a:srgbClr val="202C61"/>
                </a:solidFill>
                <a:latin typeface="Raleway"/>
                <a:ea typeface="Raleway"/>
                <a:cs typeface="Raleway"/>
              </a:defRPr>
            </a:lvl7pPr>
            <a:lvl8pPr algn="l">
              <a:defRPr sz="1800" b="1">
                <a:solidFill>
                  <a:srgbClr val="202C61"/>
                </a:solidFill>
                <a:latin typeface="Raleway"/>
                <a:ea typeface="Raleway"/>
                <a:cs typeface="Raleway"/>
              </a:defRPr>
            </a:lvl8pPr>
            <a:lvl9pPr algn="l">
              <a:defRPr sz="1800" b="1">
                <a:solidFill>
                  <a:srgbClr val="202C61"/>
                </a:solidFill>
                <a:latin typeface="Raleway"/>
                <a:ea typeface="Raleway"/>
                <a:cs typeface="Raleway"/>
              </a:defRPr>
            </a:lvl9pPr>
          </a:lstStyle>
          <a:p>
            <a:pPr algn="l">
              <a:defRPr sz="1800" b="1">
                <a:solidFill>
                  <a:srgbClr val="202C61"/>
                </a:solidFill>
                <a:latin typeface="Raleway"/>
                <a:ea typeface="Raleway"/>
                <a:cs typeface="Raleway"/>
              </a:defRPr>
            </a:pPr>
            <a:r>
              <a:rPr sz="1800" b="1">
                <a:solidFill>
                  <a:srgbClr val="202C61"/>
                </a:solidFill>
                <a:latin typeface="Raleway"/>
                <a:ea typeface="Raleway"/>
                <a:cs typeface="Raleway"/>
              </a:rPr>
              <a:t>Research context</a:t>
            </a:r>
          </a:p>
        </p:txBody>
      </p:sp>
      <p:sp>
        <p:nvSpPr>
          <p:cNvPr id="5" name="current-content-40">
            <a:extLst>
              <a:ext uri="{FF2B5EF4-FFF2-40B4-BE49-F238E27FC236}">
                <a16:creationId xmlns:a16="http://schemas.microsoft.com/office/drawing/2014/main" id="{CF6BFD9A-987F-4C58-AE49-6E51C0FD419A}"/>
              </a:ext>
            </a:extLst>
          </p:cNvPr>
          <p:cNvSpPr>
            <a:spLocks noGrp="1"/>
          </p:cNvSpPr>
          <p:nvPr/>
        </p:nvSpPr>
        <p:spPr>
          <a:xfrm>
            <a:off x="3381375" y="1247775"/>
            <a:ext cx="5286375" cy="762000"/>
          </a:xfrm>
          <a:prstGeom prst="rect">
            <a:avLst/>
          </a:prstGeom>
          <a:noFill/>
          <a:ln w="0">
            <a:noFill/>
          </a:ln>
        </p:spPr>
        <p:txBody>
          <a:bodyPr wrap="square" lIns="0" tIns="0" rIns="0" bIns="0" anchor="t">
            <a:noAutofit/>
          </a:bodyPr>
          <a:lstStyle>
            <a:defPPr algn="l">
              <a:defRPr sz="1650" b="0">
                <a:solidFill>
                  <a:srgbClr val="171717"/>
                </a:solidFill>
                <a:latin typeface="Arial"/>
                <a:ea typeface="Arial"/>
                <a:cs typeface="Arial"/>
              </a:defRPr>
            </a:defPPr>
            <a:lvl1pPr algn="l">
              <a:defRPr sz="1650" b="0">
                <a:solidFill>
                  <a:srgbClr val="171717"/>
                </a:solidFill>
                <a:latin typeface="Arial"/>
                <a:ea typeface="Arial"/>
                <a:cs typeface="Arial"/>
              </a:defRPr>
            </a:lvl1pPr>
            <a:lvl2pPr algn="l">
              <a:defRPr sz="1650" b="0">
                <a:solidFill>
                  <a:srgbClr val="171717"/>
                </a:solidFill>
                <a:latin typeface="Arial"/>
                <a:ea typeface="Arial"/>
                <a:cs typeface="Arial"/>
              </a:defRPr>
            </a:lvl2pPr>
            <a:lvl3pPr algn="l">
              <a:defRPr sz="1650" b="0">
                <a:solidFill>
                  <a:srgbClr val="171717"/>
                </a:solidFill>
                <a:latin typeface="Arial"/>
                <a:ea typeface="Arial"/>
                <a:cs typeface="Arial"/>
              </a:defRPr>
            </a:lvl3pPr>
            <a:lvl4pPr algn="l">
              <a:defRPr sz="1650" b="0">
                <a:solidFill>
                  <a:srgbClr val="171717"/>
                </a:solidFill>
                <a:latin typeface="Arial"/>
                <a:ea typeface="Arial"/>
                <a:cs typeface="Arial"/>
              </a:defRPr>
            </a:lvl4pPr>
            <a:lvl5pPr algn="l">
              <a:defRPr sz="1650" b="0">
                <a:solidFill>
                  <a:srgbClr val="171717"/>
                </a:solidFill>
                <a:latin typeface="Arial"/>
                <a:ea typeface="Arial"/>
                <a:cs typeface="Arial"/>
              </a:defRPr>
            </a:lvl5pPr>
            <a:lvl6pPr algn="l">
              <a:defRPr sz="1650" b="0">
                <a:solidFill>
                  <a:srgbClr val="171717"/>
                </a:solidFill>
                <a:latin typeface="Arial"/>
                <a:ea typeface="Arial"/>
                <a:cs typeface="Arial"/>
              </a:defRPr>
            </a:lvl6pPr>
            <a:lvl7pPr algn="l">
              <a:defRPr sz="1650" b="0">
                <a:solidFill>
                  <a:srgbClr val="171717"/>
                </a:solidFill>
                <a:latin typeface="Arial"/>
                <a:ea typeface="Arial"/>
                <a:cs typeface="Arial"/>
              </a:defRPr>
            </a:lvl7pPr>
            <a:lvl8pPr algn="l">
              <a:defRPr sz="1650" b="0">
                <a:solidFill>
                  <a:srgbClr val="171717"/>
                </a:solidFill>
                <a:latin typeface="Arial"/>
                <a:ea typeface="Arial"/>
                <a:cs typeface="Arial"/>
              </a:defRPr>
            </a:lvl8pPr>
            <a:lvl9pPr algn="l">
              <a:defRPr sz="1650" b="0">
                <a:solidFill>
                  <a:srgbClr val="171717"/>
                </a:solidFill>
                <a:latin typeface="Arial"/>
                <a:ea typeface="Arial"/>
                <a:cs typeface="Arial"/>
              </a:defRPr>
            </a:lvl9pPr>
          </a:lstStyle>
          <a:p>
            <a:pPr algn="l">
              <a:defRPr sz="1650" b="0">
                <a:solidFill>
                  <a:srgbClr val="171717"/>
                </a:solidFill>
                <a:latin typeface="Arial"/>
                <a:ea typeface="Arial"/>
                <a:cs typeface="Arial"/>
              </a:defRPr>
            </a:pPr>
            <a:r>
              <a:rPr sz="1650" b="0">
                <a:solidFill>
                  <a:srgbClr val="171717"/>
                </a:solidFill>
                <a:latin typeface="Arial"/>
                <a:ea typeface="Arial"/>
                <a:cs typeface="Arial"/>
              </a:rPr>
              <a:t>Background and case scenario</a:t>
            </a:r>
          </a:p>
          <a:p>
            <a:pPr algn="l">
              <a:defRPr sz="1650" b="0">
                <a:solidFill>
                  <a:srgbClr val="171717"/>
                </a:solidFill>
                <a:latin typeface="Arial"/>
                <a:ea typeface="Arial"/>
                <a:cs typeface="Arial"/>
              </a:defRPr>
            </a:pPr>
            <a:r>
              <a:rPr sz="1650" b="0">
                <a:solidFill>
                  <a:srgbClr val="171717"/>
                </a:solidFill>
                <a:latin typeface="Arial"/>
                <a:ea typeface="Arial"/>
                <a:cs typeface="Arial"/>
              </a:rPr>
              <a:t>Problem statement and goals</a:t>
            </a:r>
          </a:p>
          <a:p>
            <a:pPr algn="l">
              <a:defRPr sz="1650" b="0">
                <a:solidFill>
                  <a:srgbClr val="171717"/>
                </a:solidFill>
                <a:latin typeface="Arial"/>
                <a:ea typeface="Arial"/>
                <a:cs typeface="Arial"/>
              </a:defRPr>
            </a:pPr>
            <a:r>
              <a:rPr sz="1650" b="0">
                <a:solidFill>
                  <a:srgbClr val="171717"/>
                </a:solidFill>
                <a:latin typeface="Arial"/>
                <a:ea typeface="Arial"/>
                <a:cs typeface="Arial"/>
              </a:rPr>
              <a:t>Related literature</a:t>
            </a:r>
          </a:p>
        </p:txBody>
      </p:sp>
      <p:sp>
        <p:nvSpPr>
          <p:cNvPr id="6" name="current-content-41">
            <a:extLst>
              <a:ext uri="{FF2B5EF4-FFF2-40B4-BE49-F238E27FC236}">
                <a16:creationId xmlns:a16="http://schemas.microsoft.com/office/drawing/2014/main" id="{383FE3F4-D43B-42FC-B907-DC3D5B58BE6B}"/>
              </a:ext>
            </a:extLst>
          </p:cNvPr>
          <p:cNvSpPr>
            <a:spLocks noGrp="1"/>
          </p:cNvSpPr>
          <p:nvPr/>
        </p:nvSpPr>
        <p:spPr>
          <a:xfrm>
            <a:off x="533400" y="2085975"/>
            <a:ext cx="2524125" cy="381000"/>
          </a:xfrm>
          <a:prstGeom prst="rect">
            <a:avLst/>
          </a:prstGeom>
          <a:noFill/>
          <a:ln w="0">
            <a:noFill/>
          </a:ln>
        </p:spPr>
        <p:txBody>
          <a:bodyPr wrap="square" lIns="0" tIns="0" rIns="0" bIns="0" anchor="t">
            <a:noAutofit/>
          </a:bodyPr>
          <a:lstStyle>
            <a:defPPr algn="l">
              <a:defRPr sz="1800" b="1">
                <a:solidFill>
                  <a:srgbClr val="202C61"/>
                </a:solidFill>
                <a:latin typeface="Raleway"/>
                <a:ea typeface="Raleway"/>
                <a:cs typeface="Raleway"/>
              </a:defRPr>
            </a:defPPr>
            <a:lvl1pPr algn="l">
              <a:defRPr sz="1800" b="1">
                <a:solidFill>
                  <a:srgbClr val="202C61"/>
                </a:solidFill>
                <a:latin typeface="Raleway"/>
                <a:ea typeface="Raleway"/>
                <a:cs typeface="Raleway"/>
              </a:defRPr>
            </a:lvl1pPr>
            <a:lvl2pPr algn="l">
              <a:defRPr sz="1800" b="1">
                <a:solidFill>
                  <a:srgbClr val="202C61"/>
                </a:solidFill>
                <a:latin typeface="Raleway"/>
                <a:ea typeface="Raleway"/>
                <a:cs typeface="Raleway"/>
              </a:defRPr>
            </a:lvl2pPr>
            <a:lvl3pPr algn="l">
              <a:defRPr sz="1800" b="1">
                <a:solidFill>
                  <a:srgbClr val="202C61"/>
                </a:solidFill>
                <a:latin typeface="Raleway"/>
                <a:ea typeface="Raleway"/>
                <a:cs typeface="Raleway"/>
              </a:defRPr>
            </a:lvl3pPr>
            <a:lvl4pPr algn="l">
              <a:defRPr sz="1800" b="1">
                <a:solidFill>
                  <a:srgbClr val="202C61"/>
                </a:solidFill>
                <a:latin typeface="Raleway"/>
                <a:ea typeface="Raleway"/>
                <a:cs typeface="Raleway"/>
              </a:defRPr>
            </a:lvl4pPr>
            <a:lvl5pPr algn="l">
              <a:defRPr sz="1800" b="1">
                <a:solidFill>
                  <a:srgbClr val="202C61"/>
                </a:solidFill>
                <a:latin typeface="Raleway"/>
                <a:ea typeface="Raleway"/>
                <a:cs typeface="Raleway"/>
              </a:defRPr>
            </a:lvl5pPr>
            <a:lvl6pPr algn="l">
              <a:defRPr sz="1800" b="1">
                <a:solidFill>
                  <a:srgbClr val="202C61"/>
                </a:solidFill>
                <a:latin typeface="Raleway"/>
                <a:ea typeface="Raleway"/>
                <a:cs typeface="Raleway"/>
              </a:defRPr>
            </a:lvl6pPr>
            <a:lvl7pPr algn="l">
              <a:defRPr sz="1800" b="1">
                <a:solidFill>
                  <a:srgbClr val="202C61"/>
                </a:solidFill>
                <a:latin typeface="Raleway"/>
                <a:ea typeface="Raleway"/>
                <a:cs typeface="Raleway"/>
              </a:defRPr>
            </a:lvl7pPr>
            <a:lvl8pPr algn="l">
              <a:defRPr sz="1800" b="1">
                <a:solidFill>
                  <a:srgbClr val="202C61"/>
                </a:solidFill>
                <a:latin typeface="Raleway"/>
                <a:ea typeface="Raleway"/>
                <a:cs typeface="Raleway"/>
              </a:defRPr>
            </a:lvl8pPr>
            <a:lvl9pPr algn="l">
              <a:defRPr sz="1800" b="1">
                <a:solidFill>
                  <a:srgbClr val="202C61"/>
                </a:solidFill>
                <a:latin typeface="Raleway"/>
                <a:ea typeface="Raleway"/>
                <a:cs typeface="Raleway"/>
              </a:defRPr>
            </a:lvl9pPr>
          </a:lstStyle>
          <a:p>
            <a:pPr algn="l">
              <a:defRPr sz="1800" b="1">
                <a:solidFill>
                  <a:srgbClr val="202C61"/>
                </a:solidFill>
                <a:latin typeface="Raleway"/>
                <a:ea typeface="Raleway"/>
                <a:cs typeface="Raleway"/>
              </a:defRPr>
            </a:pPr>
            <a:r>
              <a:rPr sz="1800" b="1">
                <a:solidFill>
                  <a:srgbClr val="202C61"/>
                </a:solidFill>
                <a:latin typeface="Raleway"/>
                <a:ea typeface="Raleway"/>
                <a:cs typeface="Raleway"/>
              </a:rPr>
              <a:t>Research evidence</a:t>
            </a:r>
          </a:p>
        </p:txBody>
      </p:sp>
      <p:sp>
        <p:nvSpPr>
          <p:cNvPr id="7" name="current-content-42">
            <a:extLst>
              <a:ext uri="{FF2B5EF4-FFF2-40B4-BE49-F238E27FC236}">
                <a16:creationId xmlns:a16="http://schemas.microsoft.com/office/drawing/2014/main" id="{6286F181-7833-4C9F-87F9-82F31901161E}"/>
              </a:ext>
            </a:extLst>
          </p:cNvPr>
          <p:cNvSpPr>
            <a:spLocks noGrp="1"/>
          </p:cNvSpPr>
          <p:nvPr/>
        </p:nvSpPr>
        <p:spPr>
          <a:xfrm>
            <a:off x="3381375" y="2085975"/>
            <a:ext cx="5286375" cy="762000"/>
          </a:xfrm>
          <a:prstGeom prst="rect">
            <a:avLst/>
          </a:prstGeom>
          <a:noFill/>
          <a:ln w="0">
            <a:noFill/>
          </a:ln>
        </p:spPr>
        <p:txBody>
          <a:bodyPr wrap="square" lIns="0" tIns="0" rIns="0" bIns="0" anchor="t">
            <a:noAutofit/>
          </a:bodyPr>
          <a:lstStyle>
            <a:defPPr algn="l">
              <a:defRPr sz="1650" b="0">
                <a:solidFill>
                  <a:srgbClr val="171717"/>
                </a:solidFill>
                <a:latin typeface="Arial"/>
                <a:ea typeface="Arial"/>
                <a:cs typeface="Arial"/>
              </a:defRPr>
            </a:defPPr>
            <a:lvl1pPr algn="l">
              <a:defRPr sz="1650" b="0">
                <a:solidFill>
                  <a:srgbClr val="171717"/>
                </a:solidFill>
                <a:latin typeface="Arial"/>
                <a:ea typeface="Arial"/>
                <a:cs typeface="Arial"/>
              </a:defRPr>
            </a:lvl1pPr>
            <a:lvl2pPr algn="l">
              <a:defRPr sz="1650" b="0">
                <a:solidFill>
                  <a:srgbClr val="171717"/>
                </a:solidFill>
                <a:latin typeface="Arial"/>
                <a:ea typeface="Arial"/>
                <a:cs typeface="Arial"/>
              </a:defRPr>
            </a:lvl2pPr>
            <a:lvl3pPr algn="l">
              <a:defRPr sz="1650" b="0">
                <a:solidFill>
                  <a:srgbClr val="171717"/>
                </a:solidFill>
                <a:latin typeface="Arial"/>
                <a:ea typeface="Arial"/>
                <a:cs typeface="Arial"/>
              </a:defRPr>
            </a:lvl3pPr>
            <a:lvl4pPr algn="l">
              <a:defRPr sz="1650" b="0">
                <a:solidFill>
                  <a:srgbClr val="171717"/>
                </a:solidFill>
                <a:latin typeface="Arial"/>
                <a:ea typeface="Arial"/>
                <a:cs typeface="Arial"/>
              </a:defRPr>
            </a:lvl4pPr>
            <a:lvl5pPr algn="l">
              <a:defRPr sz="1650" b="0">
                <a:solidFill>
                  <a:srgbClr val="171717"/>
                </a:solidFill>
                <a:latin typeface="Arial"/>
                <a:ea typeface="Arial"/>
                <a:cs typeface="Arial"/>
              </a:defRPr>
            </a:lvl5pPr>
            <a:lvl6pPr algn="l">
              <a:defRPr sz="1650" b="0">
                <a:solidFill>
                  <a:srgbClr val="171717"/>
                </a:solidFill>
                <a:latin typeface="Arial"/>
                <a:ea typeface="Arial"/>
                <a:cs typeface="Arial"/>
              </a:defRPr>
            </a:lvl6pPr>
            <a:lvl7pPr algn="l">
              <a:defRPr sz="1650" b="0">
                <a:solidFill>
                  <a:srgbClr val="171717"/>
                </a:solidFill>
                <a:latin typeface="Arial"/>
                <a:ea typeface="Arial"/>
                <a:cs typeface="Arial"/>
              </a:defRPr>
            </a:lvl7pPr>
            <a:lvl8pPr algn="l">
              <a:defRPr sz="1650" b="0">
                <a:solidFill>
                  <a:srgbClr val="171717"/>
                </a:solidFill>
                <a:latin typeface="Arial"/>
                <a:ea typeface="Arial"/>
                <a:cs typeface="Arial"/>
              </a:defRPr>
            </a:lvl8pPr>
            <a:lvl9pPr algn="l">
              <a:defRPr sz="1650" b="0">
                <a:solidFill>
                  <a:srgbClr val="171717"/>
                </a:solidFill>
                <a:latin typeface="Arial"/>
                <a:ea typeface="Arial"/>
                <a:cs typeface="Arial"/>
              </a:defRPr>
            </a:lvl9pPr>
          </a:lstStyle>
          <a:p>
            <a:pPr algn="l">
              <a:defRPr sz="1650" b="0">
                <a:solidFill>
                  <a:srgbClr val="171717"/>
                </a:solidFill>
                <a:latin typeface="Arial"/>
                <a:ea typeface="Arial"/>
                <a:cs typeface="Arial"/>
              </a:defRPr>
            </a:pPr>
            <a:r>
              <a:rPr sz="1650" b="0">
                <a:solidFill>
                  <a:srgbClr val="171717"/>
                </a:solidFill>
                <a:latin typeface="Arial"/>
                <a:ea typeface="Arial"/>
                <a:cs typeface="Arial"/>
              </a:rPr>
              <a:t>Methodology</a:t>
            </a:r>
          </a:p>
          <a:p>
            <a:pPr algn="l">
              <a:defRPr sz="1650" b="0">
                <a:solidFill>
                  <a:srgbClr val="171717"/>
                </a:solidFill>
                <a:latin typeface="Arial"/>
                <a:ea typeface="Arial"/>
                <a:cs typeface="Arial"/>
              </a:defRPr>
            </a:pPr>
            <a:r>
              <a:rPr sz="1650" b="0">
                <a:solidFill>
                  <a:srgbClr val="171717"/>
                </a:solidFill>
                <a:latin typeface="Arial"/>
                <a:ea typeface="Arial"/>
                <a:cs typeface="Arial"/>
              </a:rPr>
              <a:t>Baseline findings for RQ1</a:t>
            </a:r>
          </a:p>
        </p:txBody>
      </p:sp>
      <p:sp>
        <p:nvSpPr>
          <p:cNvPr id="8" name="current-content-43">
            <a:extLst>
              <a:ext uri="{FF2B5EF4-FFF2-40B4-BE49-F238E27FC236}">
                <a16:creationId xmlns:a16="http://schemas.microsoft.com/office/drawing/2014/main" id="{E1241F91-0DB9-46B1-9C90-265457B63875}"/>
              </a:ext>
            </a:extLst>
          </p:cNvPr>
          <p:cNvSpPr>
            <a:spLocks noGrp="1"/>
          </p:cNvSpPr>
          <p:nvPr/>
        </p:nvSpPr>
        <p:spPr>
          <a:xfrm>
            <a:off x="533400" y="2924175"/>
            <a:ext cx="2524125" cy="381000"/>
          </a:xfrm>
          <a:prstGeom prst="rect">
            <a:avLst/>
          </a:prstGeom>
          <a:noFill/>
          <a:ln w="0">
            <a:noFill/>
          </a:ln>
        </p:spPr>
        <p:txBody>
          <a:bodyPr wrap="square" lIns="0" tIns="0" rIns="0" bIns="0" anchor="t">
            <a:noAutofit/>
          </a:bodyPr>
          <a:lstStyle>
            <a:defPPr algn="l">
              <a:defRPr sz="1800" b="1">
                <a:solidFill>
                  <a:srgbClr val="202C61"/>
                </a:solidFill>
                <a:latin typeface="Raleway"/>
                <a:ea typeface="Raleway"/>
                <a:cs typeface="Raleway"/>
              </a:defRPr>
            </a:defPPr>
            <a:lvl1pPr algn="l">
              <a:defRPr sz="1800" b="1">
                <a:solidFill>
                  <a:srgbClr val="202C61"/>
                </a:solidFill>
                <a:latin typeface="Raleway"/>
                <a:ea typeface="Raleway"/>
                <a:cs typeface="Raleway"/>
              </a:defRPr>
            </a:lvl1pPr>
            <a:lvl2pPr algn="l">
              <a:defRPr sz="1800" b="1">
                <a:solidFill>
                  <a:srgbClr val="202C61"/>
                </a:solidFill>
                <a:latin typeface="Raleway"/>
                <a:ea typeface="Raleway"/>
                <a:cs typeface="Raleway"/>
              </a:defRPr>
            </a:lvl2pPr>
            <a:lvl3pPr algn="l">
              <a:defRPr sz="1800" b="1">
                <a:solidFill>
                  <a:srgbClr val="202C61"/>
                </a:solidFill>
                <a:latin typeface="Raleway"/>
                <a:ea typeface="Raleway"/>
                <a:cs typeface="Raleway"/>
              </a:defRPr>
            </a:lvl3pPr>
            <a:lvl4pPr algn="l">
              <a:defRPr sz="1800" b="1">
                <a:solidFill>
                  <a:srgbClr val="202C61"/>
                </a:solidFill>
                <a:latin typeface="Raleway"/>
                <a:ea typeface="Raleway"/>
                <a:cs typeface="Raleway"/>
              </a:defRPr>
            </a:lvl4pPr>
            <a:lvl5pPr algn="l">
              <a:defRPr sz="1800" b="1">
                <a:solidFill>
                  <a:srgbClr val="202C61"/>
                </a:solidFill>
                <a:latin typeface="Raleway"/>
                <a:ea typeface="Raleway"/>
                <a:cs typeface="Raleway"/>
              </a:defRPr>
            </a:lvl5pPr>
            <a:lvl6pPr algn="l">
              <a:defRPr sz="1800" b="1">
                <a:solidFill>
                  <a:srgbClr val="202C61"/>
                </a:solidFill>
                <a:latin typeface="Raleway"/>
                <a:ea typeface="Raleway"/>
                <a:cs typeface="Raleway"/>
              </a:defRPr>
            </a:lvl6pPr>
            <a:lvl7pPr algn="l">
              <a:defRPr sz="1800" b="1">
                <a:solidFill>
                  <a:srgbClr val="202C61"/>
                </a:solidFill>
                <a:latin typeface="Raleway"/>
                <a:ea typeface="Raleway"/>
                <a:cs typeface="Raleway"/>
              </a:defRPr>
            </a:lvl7pPr>
            <a:lvl8pPr algn="l">
              <a:defRPr sz="1800" b="1">
                <a:solidFill>
                  <a:srgbClr val="202C61"/>
                </a:solidFill>
                <a:latin typeface="Raleway"/>
                <a:ea typeface="Raleway"/>
                <a:cs typeface="Raleway"/>
              </a:defRPr>
            </a:lvl8pPr>
            <a:lvl9pPr algn="l">
              <a:defRPr sz="1800" b="1">
                <a:solidFill>
                  <a:srgbClr val="202C61"/>
                </a:solidFill>
                <a:latin typeface="Raleway"/>
                <a:ea typeface="Raleway"/>
                <a:cs typeface="Raleway"/>
              </a:defRPr>
            </a:lvl9pPr>
          </a:lstStyle>
          <a:p>
            <a:pPr algn="l">
              <a:defRPr sz="1800" b="1">
                <a:solidFill>
                  <a:srgbClr val="202C61"/>
                </a:solidFill>
                <a:latin typeface="Raleway"/>
                <a:ea typeface="Raleway"/>
                <a:cs typeface="Raleway"/>
              </a:defRPr>
            </a:pPr>
            <a:r>
              <a:rPr sz="1800" b="1">
                <a:solidFill>
                  <a:srgbClr val="202C61"/>
                </a:solidFill>
                <a:latin typeface="Raleway"/>
                <a:ea typeface="Raleway"/>
                <a:cs typeface="Raleway"/>
              </a:rPr>
              <a:t>Developed system</a:t>
            </a:r>
          </a:p>
        </p:txBody>
      </p:sp>
      <p:sp>
        <p:nvSpPr>
          <p:cNvPr id="9" name="current-content-44">
            <a:extLst>
              <a:ext uri="{FF2B5EF4-FFF2-40B4-BE49-F238E27FC236}">
                <a16:creationId xmlns:a16="http://schemas.microsoft.com/office/drawing/2014/main" id="{A5B0EB82-5E30-40B1-9972-2C1C6D3A6523}"/>
              </a:ext>
            </a:extLst>
          </p:cNvPr>
          <p:cNvSpPr>
            <a:spLocks noGrp="1"/>
          </p:cNvSpPr>
          <p:nvPr/>
        </p:nvSpPr>
        <p:spPr>
          <a:xfrm>
            <a:off x="3381375" y="2924175"/>
            <a:ext cx="5286375" cy="762000"/>
          </a:xfrm>
          <a:prstGeom prst="rect">
            <a:avLst/>
          </a:prstGeom>
          <a:noFill/>
          <a:ln w="0">
            <a:noFill/>
          </a:ln>
        </p:spPr>
        <p:txBody>
          <a:bodyPr wrap="square" lIns="0" tIns="0" rIns="0" bIns="0" anchor="t">
            <a:noAutofit/>
          </a:bodyPr>
          <a:lstStyle>
            <a:defPPr algn="l">
              <a:defRPr sz="1650" b="0">
                <a:solidFill>
                  <a:srgbClr val="171717"/>
                </a:solidFill>
                <a:latin typeface="Arial"/>
                <a:ea typeface="Arial"/>
                <a:cs typeface="Arial"/>
              </a:defRPr>
            </a:defPPr>
            <a:lvl1pPr algn="l">
              <a:defRPr sz="1650" b="0">
                <a:solidFill>
                  <a:srgbClr val="171717"/>
                </a:solidFill>
                <a:latin typeface="Arial"/>
                <a:ea typeface="Arial"/>
                <a:cs typeface="Arial"/>
              </a:defRPr>
            </a:lvl1pPr>
            <a:lvl2pPr algn="l">
              <a:defRPr sz="1650" b="0">
                <a:solidFill>
                  <a:srgbClr val="171717"/>
                </a:solidFill>
                <a:latin typeface="Arial"/>
                <a:ea typeface="Arial"/>
                <a:cs typeface="Arial"/>
              </a:defRPr>
            </a:lvl2pPr>
            <a:lvl3pPr algn="l">
              <a:defRPr sz="1650" b="0">
                <a:solidFill>
                  <a:srgbClr val="171717"/>
                </a:solidFill>
                <a:latin typeface="Arial"/>
                <a:ea typeface="Arial"/>
                <a:cs typeface="Arial"/>
              </a:defRPr>
            </a:lvl3pPr>
            <a:lvl4pPr algn="l">
              <a:defRPr sz="1650" b="0">
                <a:solidFill>
                  <a:srgbClr val="171717"/>
                </a:solidFill>
                <a:latin typeface="Arial"/>
                <a:ea typeface="Arial"/>
                <a:cs typeface="Arial"/>
              </a:defRPr>
            </a:lvl4pPr>
            <a:lvl5pPr algn="l">
              <a:defRPr sz="1650" b="0">
                <a:solidFill>
                  <a:srgbClr val="171717"/>
                </a:solidFill>
                <a:latin typeface="Arial"/>
                <a:ea typeface="Arial"/>
                <a:cs typeface="Arial"/>
              </a:defRPr>
            </a:lvl5pPr>
            <a:lvl6pPr algn="l">
              <a:defRPr sz="1650" b="0">
                <a:solidFill>
                  <a:srgbClr val="171717"/>
                </a:solidFill>
                <a:latin typeface="Arial"/>
                <a:ea typeface="Arial"/>
                <a:cs typeface="Arial"/>
              </a:defRPr>
            </a:lvl6pPr>
            <a:lvl7pPr algn="l">
              <a:defRPr sz="1650" b="0">
                <a:solidFill>
                  <a:srgbClr val="171717"/>
                </a:solidFill>
                <a:latin typeface="Arial"/>
                <a:ea typeface="Arial"/>
                <a:cs typeface="Arial"/>
              </a:defRPr>
            </a:lvl7pPr>
            <a:lvl8pPr algn="l">
              <a:defRPr sz="1650" b="0">
                <a:solidFill>
                  <a:srgbClr val="171717"/>
                </a:solidFill>
                <a:latin typeface="Arial"/>
                <a:ea typeface="Arial"/>
                <a:cs typeface="Arial"/>
              </a:defRPr>
            </a:lvl8pPr>
            <a:lvl9pPr algn="l">
              <a:defRPr sz="1650" b="0">
                <a:solidFill>
                  <a:srgbClr val="171717"/>
                </a:solidFill>
                <a:latin typeface="Arial"/>
                <a:ea typeface="Arial"/>
                <a:cs typeface="Arial"/>
              </a:defRPr>
            </a:lvl9pPr>
          </a:lstStyle>
          <a:p>
            <a:pPr algn="l">
              <a:defRPr sz="1650" b="0">
                <a:solidFill>
                  <a:srgbClr val="171717"/>
                </a:solidFill>
                <a:latin typeface="Arial"/>
                <a:ea typeface="Arial"/>
                <a:cs typeface="Arial"/>
              </a:defRPr>
            </a:pPr>
            <a:r>
              <a:rPr sz="1650" b="0">
                <a:solidFill>
                  <a:srgbClr val="171717"/>
                </a:solidFill>
                <a:latin typeface="Arial"/>
                <a:ea typeface="Arial"/>
                <a:cs typeface="Arial"/>
              </a:rPr>
              <a:t>Solution and conceptual framework</a:t>
            </a:r>
          </a:p>
          <a:p>
            <a:pPr algn="l">
              <a:defRPr sz="1650" b="0">
                <a:solidFill>
                  <a:srgbClr val="171717"/>
                </a:solidFill>
                <a:latin typeface="Arial"/>
                <a:ea typeface="Arial"/>
                <a:cs typeface="Arial"/>
              </a:defRPr>
            </a:pPr>
            <a:r>
              <a:rPr sz="1650" b="0">
                <a:solidFill>
                  <a:srgbClr val="171717"/>
                </a:solidFill>
                <a:latin typeface="Arial"/>
                <a:ea typeface="Arial"/>
                <a:cs typeface="Arial"/>
              </a:rPr>
              <a:t>Use cases, architecture and database</a:t>
            </a:r>
          </a:p>
          <a:p>
            <a:pPr algn="l">
              <a:defRPr sz="1650" b="0">
                <a:solidFill>
                  <a:srgbClr val="171717"/>
                </a:solidFill>
                <a:latin typeface="Arial"/>
                <a:ea typeface="Arial"/>
                <a:cs typeface="Arial"/>
              </a:defRPr>
            </a:pPr>
            <a:r>
              <a:rPr sz="1650" b="0">
                <a:solidFill>
                  <a:srgbClr val="171717"/>
                </a:solidFill>
                <a:latin typeface="Arial"/>
                <a:ea typeface="Arial"/>
                <a:cs typeface="Arial"/>
              </a:rPr>
              <a:t>Core logic and development platform</a:t>
            </a:r>
          </a:p>
        </p:txBody>
      </p:sp>
      <p:sp>
        <p:nvSpPr>
          <p:cNvPr id="10" name="current-content-45">
            <a:extLst>
              <a:ext uri="{FF2B5EF4-FFF2-40B4-BE49-F238E27FC236}">
                <a16:creationId xmlns:a16="http://schemas.microsoft.com/office/drawing/2014/main" id="{DD785F2D-CD2F-44B2-B99B-DAF59DDC1302}"/>
              </a:ext>
            </a:extLst>
          </p:cNvPr>
          <p:cNvSpPr>
            <a:spLocks noGrp="1"/>
          </p:cNvSpPr>
          <p:nvPr/>
        </p:nvSpPr>
        <p:spPr>
          <a:xfrm>
            <a:off x="533400" y="3762375"/>
            <a:ext cx="2524125" cy="381000"/>
          </a:xfrm>
          <a:prstGeom prst="rect">
            <a:avLst/>
          </a:prstGeom>
          <a:noFill/>
          <a:ln w="0">
            <a:noFill/>
          </a:ln>
        </p:spPr>
        <p:txBody>
          <a:bodyPr wrap="square" lIns="0" tIns="0" rIns="0" bIns="0" anchor="t">
            <a:noAutofit/>
          </a:bodyPr>
          <a:lstStyle>
            <a:defPPr algn="l">
              <a:defRPr sz="1800" b="1">
                <a:solidFill>
                  <a:srgbClr val="202C61"/>
                </a:solidFill>
                <a:latin typeface="Raleway"/>
                <a:ea typeface="Raleway"/>
                <a:cs typeface="Raleway"/>
              </a:defRPr>
            </a:defPPr>
            <a:lvl1pPr algn="l">
              <a:defRPr sz="1800" b="1">
                <a:solidFill>
                  <a:srgbClr val="202C61"/>
                </a:solidFill>
                <a:latin typeface="Raleway"/>
                <a:ea typeface="Raleway"/>
                <a:cs typeface="Raleway"/>
              </a:defRPr>
            </a:lvl1pPr>
            <a:lvl2pPr algn="l">
              <a:defRPr sz="1800" b="1">
                <a:solidFill>
                  <a:srgbClr val="202C61"/>
                </a:solidFill>
                <a:latin typeface="Raleway"/>
                <a:ea typeface="Raleway"/>
                <a:cs typeface="Raleway"/>
              </a:defRPr>
            </a:lvl2pPr>
            <a:lvl3pPr algn="l">
              <a:defRPr sz="1800" b="1">
                <a:solidFill>
                  <a:srgbClr val="202C61"/>
                </a:solidFill>
                <a:latin typeface="Raleway"/>
                <a:ea typeface="Raleway"/>
                <a:cs typeface="Raleway"/>
              </a:defRPr>
            </a:lvl3pPr>
            <a:lvl4pPr algn="l">
              <a:defRPr sz="1800" b="1">
                <a:solidFill>
                  <a:srgbClr val="202C61"/>
                </a:solidFill>
                <a:latin typeface="Raleway"/>
                <a:ea typeface="Raleway"/>
                <a:cs typeface="Raleway"/>
              </a:defRPr>
            </a:lvl4pPr>
            <a:lvl5pPr algn="l">
              <a:defRPr sz="1800" b="1">
                <a:solidFill>
                  <a:srgbClr val="202C61"/>
                </a:solidFill>
                <a:latin typeface="Raleway"/>
                <a:ea typeface="Raleway"/>
                <a:cs typeface="Raleway"/>
              </a:defRPr>
            </a:lvl5pPr>
            <a:lvl6pPr algn="l">
              <a:defRPr sz="1800" b="1">
                <a:solidFill>
                  <a:srgbClr val="202C61"/>
                </a:solidFill>
                <a:latin typeface="Raleway"/>
                <a:ea typeface="Raleway"/>
                <a:cs typeface="Raleway"/>
              </a:defRPr>
            </a:lvl6pPr>
            <a:lvl7pPr algn="l">
              <a:defRPr sz="1800" b="1">
                <a:solidFill>
                  <a:srgbClr val="202C61"/>
                </a:solidFill>
                <a:latin typeface="Raleway"/>
                <a:ea typeface="Raleway"/>
                <a:cs typeface="Raleway"/>
              </a:defRPr>
            </a:lvl7pPr>
            <a:lvl8pPr algn="l">
              <a:defRPr sz="1800" b="1">
                <a:solidFill>
                  <a:srgbClr val="202C61"/>
                </a:solidFill>
                <a:latin typeface="Raleway"/>
                <a:ea typeface="Raleway"/>
                <a:cs typeface="Raleway"/>
              </a:defRPr>
            </a:lvl8pPr>
            <a:lvl9pPr algn="l">
              <a:defRPr sz="1800" b="1">
                <a:solidFill>
                  <a:srgbClr val="202C61"/>
                </a:solidFill>
                <a:latin typeface="Raleway"/>
                <a:ea typeface="Raleway"/>
                <a:cs typeface="Raleway"/>
              </a:defRPr>
            </a:lvl9pPr>
          </a:lstStyle>
          <a:p>
            <a:pPr algn="l">
              <a:defRPr sz="1800" b="1">
                <a:solidFill>
                  <a:srgbClr val="202C61"/>
                </a:solidFill>
                <a:latin typeface="Raleway"/>
                <a:ea typeface="Raleway"/>
                <a:cs typeface="Raleway"/>
              </a:defRPr>
            </a:pPr>
            <a:r>
              <a:rPr sz="1800" b="1">
                <a:solidFill>
                  <a:srgbClr val="202C61"/>
                </a:solidFill>
                <a:latin typeface="Raleway"/>
                <a:ea typeface="Raleway"/>
                <a:cs typeface="Raleway"/>
              </a:rPr>
              <a:t>Evaluation and walkthrough</a:t>
            </a:r>
          </a:p>
        </p:txBody>
      </p:sp>
      <p:sp>
        <p:nvSpPr>
          <p:cNvPr id="11" name="current-content-46">
            <a:extLst>
              <a:ext uri="{FF2B5EF4-FFF2-40B4-BE49-F238E27FC236}">
                <a16:creationId xmlns:a16="http://schemas.microsoft.com/office/drawing/2014/main" id="{AFE86C62-56C7-4328-8A4E-0CABB643D1D0}"/>
              </a:ext>
            </a:extLst>
          </p:cNvPr>
          <p:cNvSpPr>
            <a:spLocks noGrp="1"/>
          </p:cNvSpPr>
          <p:nvPr/>
        </p:nvSpPr>
        <p:spPr>
          <a:xfrm>
            <a:off x="3381375" y="3762375"/>
            <a:ext cx="5286375" cy="762000"/>
          </a:xfrm>
          <a:prstGeom prst="rect">
            <a:avLst/>
          </a:prstGeom>
          <a:noFill/>
          <a:ln w="0">
            <a:noFill/>
          </a:ln>
        </p:spPr>
        <p:txBody>
          <a:bodyPr wrap="square" lIns="0" tIns="0" rIns="0" bIns="0" anchor="t">
            <a:noAutofit/>
          </a:bodyPr>
          <a:lstStyle>
            <a:defPPr algn="l">
              <a:defRPr sz="1650" b="0">
                <a:solidFill>
                  <a:srgbClr val="171717"/>
                </a:solidFill>
                <a:latin typeface="Arial"/>
                <a:ea typeface="Arial"/>
                <a:cs typeface="Arial"/>
              </a:defRPr>
            </a:defPPr>
            <a:lvl1pPr algn="l">
              <a:defRPr sz="1650" b="0">
                <a:solidFill>
                  <a:srgbClr val="171717"/>
                </a:solidFill>
                <a:latin typeface="Arial"/>
                <a:ea typeface="Arial"/>
                <a:cs typeface="Arial"/>
              </a:defRPr>
            </a:lvl1pPr>
            <a:lvl2pPr algn="l">
              <a:defRPr sz="1650" b="0">
                <a:solidFill>
                  <a:srgbClr val="171717"/>
                </a:solidFill>
                <a:latin typeface="Arial"/>
                <a:ea typeface="Arial"/>
                <a:cs typeface="Arial"/>
              </a:defRPr>
            </a:lvl2pPr>
            <a:lvl3pPr algn="l">
              <a:defRPr sz="1650" b="0">
                <a:solidFill>
                  <a:srgbClr val="171717"/>
                </a:solidFill>
                <a:latin typeface="Arial"/>
                <a:ea typeface="Arial"/>
                <a:cs typeface="Arial"/>
              </a:defRPr>
            </a:lvl3pPr>
            <a:lvl4pPr algn="l">
              <a:defRPr sz="1650" b="0">
                <a:solidFill>
                  <a:srgbClr val="171717"/>
                </a:solidFill>
                <a:latin typeface="Arial"/>
                <a:ea typeface="Arial"/>
                <a:cs typeface="Arial"/>
              </a:defRPr>
            </a:lvl4pPr>
            <a:lvl5pPr algn="l">
              <a:defRPr sz="1650" b="0">
                <a:solidFill>
                  <a:srgbClr val="171717"/>
                </a:solidFill>
                <a:latin typeface="Arial"/>
                <a:ea typeface="Arial"/>
                <a:cs typeface="Arial"/>
              </a:defRPr>
            </a:lvl5pPr>
            <a:lvl6pPr algn="l">
              <a:defRPr sz="1650" b="0">
                <a:solidFill>
                  <a:srgbClr val="171717"/>
                </a:solidFill>
                <a:latin typeface="Arial"/>
                <a:ea typeface="Arial"/>
                <a:cs typeface="Arial"/>
              </a:defRPr>
            </a:lvl6pPr>
            <a:lvl7pPr algn="l">
              <a:defRPr sz="1650" b="0">
                <a:solidFill>
                  <a:srgbClr val="171717"/>
                </a:solidFill>
                <a:latin typeface="Arial"/>
                <a:ea typeface="Arial"/>
                <a:cs typeface="Arial"/>
              </a:defRPr>
            </a:lvl7pPr>
            <a:lvl8pPr algn="l">
              <a:defRPr sz="1650" b="0">
                <a:solidFill>
                  <a:srgbClr val="171717"/>
                </a:solidFill>
                <a:latin typeface="Arial"/>
                <a:ea typeface="Arial"/>
                <a:cs typeface="Arial"/>
              </a:defRPr>
            </a:lvl8pPr>
            <a:lvl9pPr algn="l">
              <a:defRPr sz="1650" b="0">
                <a:solidFill>
                  <a:srgbClr val="171717"/>
                </a:solidFill>
                <a:latin typeface="Arial"/>
                <a:ea typeface="Arial"/>
                <a:cs typeface="Arial"/>
              </a:defRPr>
            </a:lvl9pPr>
          </a:lstStyle>
          <a:p>
            <a:pPr algn="l">
              <a:defRPr sz="1650" b="0">
                <a:solidFill>
                  <a:srgbClr val="171717"/>
                </a:solidFill>
                <a:latin typeface="Arial"/>
                <a:ea typeface="Arial"/>
                <a:cs typeface="Arial"/>
              </a:defRPr>
            </a:pPr>
            <a:r>
              <a:rPr sz="1650" b="0">
                <a:solidFill>
                  <a:srgbClr val="171717"/>
                </a:solidFill>
                <a:latin typeface="Arial"/>
                <a:ea typeface="Arial"/>
                <a:cs typeface="Arial"/>
              </a:rPr>
              <a:t>Testing evidence and limitations</a:t>
            </a:r>
          </a:p>
          <a:p>
            <a:pPr algn="l">
              <a:defRPr sz="1650" b="0">
                <a:solidFill>
                  <a:srgbClr val="171717"/>
                </a:solidFill>
                <a:latin typeface="Arial"/>
                <a:ea typeface="Arial"/>
                <a:cs typeface="Arial"/>
              </a:defRPr>
            </a:pPr>
            <a:r>
              <a:rPr sz="1650" b="0">
                <a:solidFill>
                  <a:srgbClr val="171717"/>
                </a:solidFill>
                <a:latin typeface="Arial"/>
                <a:ea typeface="Arial"/>
                <a:cs typeface="Arial"/>
              </a:rPr>
              <a:t>Demonstration sequence</a:t>
            </a:r>
          </a:p>
        </p:txBody>
      </p:sp>
    </p:spTree>
    <p:extLst>
      <p:ext uri="{BB962C8B-B14F-4D97-AF65-F5344CB8AC3E}">
        <p14:creationId xmlns:p14="http://schemas.microsoft.com/office/powerpoint/2010/main" val="15236314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4A67751D-567A-4667-8B32-18F1176BE437}"/>
              </a:ext>
            </a:extLst>
          </p:cNvPr>
          <p:cNvPicPr>
            <a:picLocks noChangeAspect="1"/>
          </p:cNvPicPr>
          <p:nvPr/>
        </p:nvPicPr>
        <p:blipFill>
          <a:blip r:embed="rId3"/>
          <a:stretch/>
        </p:blipFill>
        <p:spPr>
          <a:xfrm>
            <a:off x="6572250" y="260789"/>
            <a:ext cx="2238375" cy="716673"/>
          </a:xfrm>
          <a:prstGeom prst="rect">
            <a:avLst/>
          </a:prstGeom>
        </p:spPr>
      </p:pic>
      <p:sp>
        <p:nvSpPr>
          <p:cNvPr id="2" name="current-content-4">
            <a:extLst>
              <a:ext uri="{FF2B5EF4-FFF2-40B4-BE49-F238E27FC236}">
                <a16:creationId xmlns:a16="http://schemas.microsoft.com/office/drawing/2014/main" id="{CA9FDC82-657E-483B-B646-82F81E25CFBD}"/>
              </a:ext>
            </a:extLst>
          </p:cNvPr>
          <p:cNvSpPr>
            <a:spLocks noGrp="1"/>
          </p:cNvSpPr>
          <p:nvPr/>
        </p:nvSpPr>
        <p:spPr>
          <a:xfrm>
            <a:off x="533400" y="457200"/>
            <a:ext cx="5762625" cy="552450"/>
          </a:xfrm>
          <a:prstGeom prst="rect">
            <a:avLst/>
          </a:prstGeom>
          <a:noFill/>
          <a:ln w="0">
            <a:noFill/>
          </a:ln>
        </p:spPr>
        <p:txBody>
          <a:bodyPr wrap="square" lIns="0" tIns="0" rIns="0" bIns="0" anchor="t">
            <a:noAutofit/>
          </a:bodyPr>
          <a:lstStyle>
            <a:defPPr algn="l">
              <a:defRPr sz="2520" b="1">
                <a:solidFill>
                  <a:srgbClr val="0070C0"/>
                </a:solidFill>
                <a:latin typeface="Raleway"/>
                <a:ea typeface="Raleway"/>
                <a:cs typeface="Raleway"/>
              </a:defRPr>
            </a:defPPr>
            <a:lvl1pPr algn="l">
              <a:defRPr sz="2520" b="1">
                <a:solidFill>
                  <a:srgbClr val="0070C0"/>
                </a:solidFill>
                <a:latin typeface="Raleway"/>
                <a:ea typeface="Raleway"/>
                <a:cs typeface="Raleway"/>
              </a:defRPr>
            </a:lvl1pPr>
            <a:lvl2pPr algn="l">
              <a:defRPr sz="2520" b="1">
                <a:solidFill>
                  <a:srgbClr val="0070C0"/>
                </a:solidFill>
                <a:latin typeface="Raleway"/>
                <a:ea typeface="Raleway"/>
                <a:cs typeface="Raleway"/>
              </a:defRPr>
            </a:lvl2pPr>
            <a:lvl3pPr algn="l">
              <a:defRPr sz="2520" b="1">
                <a:solidFill>
                  <a:srgbClr val="0070C0"/>
                </a:solidFill>
                <a:latin typeface="Raleway"/>
                <a:ea typeface="Raleway"/>
                <a:cs typeface="Raleway"/>
              </a:defRPr>
            </a:lvl3pPr>
            <a:lvl4pPr algn="l">
              <a:defRPr sz="2520" b="1">
                <a:solidFill>
                  <a:srgbClr val="0070C0"/>
                </a:solidFill>
                <a:latin typeface="Raleway"/>
                <a:ea typeface="Raleway"/>
                <a:cs typeface="Raleway"/>
              </a:defRPr>
            </a:lvl4pPr>
            <a:lvl5pPr algn="l">
              <a:defRPr sz="2520" b="1">
                <a:solidFill>
                  <a:srgbClr val="0070C0"/>
                </a:solidFill>
                <a:latin typeface="Raleway"/>
                <a:ea typeface="Raleway"/>
                <a:cs typeface="Raleway"/>
              </a:defRPr>
            </a:lvl5pPr>
            <a:lvl6pPr algn="l">
              <a:defRPr sz="2520" b="1">
                <a:solidFill>
                  <a:srgbClr val="0070C0"/>
                </a:solidFill>
                <a:latin typeface="Raleway"/>
                <a:ea typeface="Raleway"/>
                <a:cs typeface="Raleway"/>
              </a:defRPr>
            </a:lvl6pPr>
            <a:lvl7pPr algn="l">
              <a:defRPr sz="2520" b="1">
                <a:solidFill>
                  <a:srgbClr val="0070C0"/>
                </a:solidFill>
                <a:latin typeface="Raleway"/>
                <a:ea typeface="Raleway"/>
                <a:cs typeface="Raleway"/>
              </a:defRPr>
            </a:lvl7pPr>
            <a:lvl8pPr algn="l">
              <a:defRPr sz="2520" b="1">
                <a:solidFill>
                  <a:srgbClr val="0070C0"/>
                </a:solidFill>
                <a:latin typeface="Raleway"/>
                <a:ea typeface="Raleway"/>
                <a:cs typeface="Raleway"/>
              </a:defRPr>
            </a:lvl8pPr>
            <a:lvl9pPr algn="l">
              <a:defRPr sz="2520" b="1">
                <a:solidFill>
                  <a:srgbClr val="0070C0"/>
                </a:solidFill>
                <a:latin typeface="Raleway"/>
                <a:ea typeface="Raleway"/>
                <a:cs typeface="Raleway"/>
              </a:defRPr>
            </a:lvl9pPr>
          </a:lstStyle>
          <a:p>
            <a:pPr algn="l">
              <a:defRPr sz="2520" b="1">
                <a:solidFill>
                  <a:srgbClr val="0070C0"/>
                </a:solidFill>
                <a:latin typeface="Raleway"/>
                <a:ea typeface="Raleway"/>
                <a:cs typeface="Raleway"/>
              </a:defRPr>
            </a:pPr>
            <a:r>
              <a:rPr sz="2520" b="1">
                <a:solidFill>
                  <a:srgbClr val="0070C0"/>
                </a:solidFill>
                <a:latin typeface="Raleway"/>
                <a:ea typeface="Raleway"/>
                <a:cs typeface="Raleway"/>
              </a:rPr>
              <a:t>Background and case scenario</a:t>
            </a:r>
          </a:p>
        </p:txBody>
      </p:sp>
      <p:sp>
        <p:nvSpPr>
          <p:cNvPr id="4" name="current-content-47">
            <a:extLst>
              <a:ext uri="{FF2B5EF4-FFF2-40B4-BE49-F238E27FC236}">
                <a16:creationId xmlns:a16="http://schemas.microsoft.com/office/drawing/2014/main" id="{26780351-B91E-4EB3-AC87-FC8ABFDCCF45}"/>
              </a:ext>
            </a:extLst>
          </p:cNvPr>
          <p:cNvSpPr>
            <a:spLocks noGrp="1"/>
          </p:cNvSpPr>
          <p:nvPr/>
        </p:nvSpPr>
        <p:spPr>
          <a:xfrm>
            <a:off x="533400" y="1266825"/>
            <a:ext cx="8096250" cy="533400"/>
          </a:xfrm>
          <a:prstGeom prst="rect">
            <a:avLst/>
          </a:prstGeom>
          <a:noFill/>
          <a:ln w="0">
            <a:noFill/>
          </a:ln>
        </p:spPr>
        <p:txBody>
          <a:bodyPr wrap="square" lIns="0" tIns="0" rIns="0" bIns="0" anchor="t">
            <a:noAutofit/>
          </a:bodyPr>
          <a:lstStyle>
            <a:defPPr algn="l">
              <a:defRPr sz="2100" b="1">
                <a:solidFill>
                  <a:srgbClr val="171717"/>
                </a:solidFill>
                <a:latin typeface="Arial"/>
                <a:ea typeface="Arial"/>
                <a:cs typeface="Arial"/>
              </a:defRPr>
            </a:defPPr>
            <a:lvl1pPr algn="l">
              <a:defRPr sz="2100" b="1">
                <a:solidFill>
                  <a:srgbClr val="171717"/>
                </a:solidFill>
                <a:latin typeface="Arial"/>
                <a:ea typeface="Arial"/>
                <a:cs typeface="Arial"/>
              </a:defRPr>
            </a:lvl1pPr>
            <a:lvl2pPr algn="l">
              <a:defRPr sz="2100" b="1">
                <a:solidFill>
                  <a:srgbClr val="171717"/>
                </a:solidFill>
                <a:latin typeface="Arial"/>
                <a:ea typeface="Arial"/>
                <a:cs typeface="Arial"/>
              </a:defRPr>
            </a:lvl2pPr>
            <a:lvl3pPr algn="l">
              <a:defRPr sz="2100" b="1">
                <a:solidFill>
                  <a:srgbClr val="171717"/>
                </a:solidFill>
                <a:latin typeface="Arial"/>
                <a:ea typeface="Arial"/>
                <a:cs typeface="Arial"/>
              </a:defRPr>
            </a:lvl3pPr>
            <a:lvl4pPr algn="l">
              <a:defRPr sz="2100" b="1">
                <a:solidFill>
                  <a:srgbClr val="171717"/>
                </a:solidFill>
                <a:latin typeface="Arial"/>
                <a:ea typeface="Arial"/>
                <a:cs typeface="Arial"/>
              </a:defRPr>
            </a:lvl4pPr>
            <a:lvl5pPr algn="l">
              <a:defRPr sz="2100" b="1">
                <a:solidFill>
                  <a:srgbClr val="171717"/>
                </a:solidFill>
                <a:latin typeface="Arial"/>
                <a:ea typeface="Arial"/>
                <a:cs typeface="Arial"/>
              </a:defRPr>
            </a:lvl5pPr>
            <a:lvl6pPr algn="l">
              <a:defRPr sz="2100" b="1">
                <a:solidFill>
                  <a:srgbClr val="171717"/>
                </a:solidFill>
                <a:latin typeface="Arial"/>
                <a:ea typeface="Arial"/>
                <a:cs typeface="Arial"/>
              </a:defRPr>
            </a:lvl6pPr>
            <a:lvl7pPr algn="l">
              <a:defRPr sz="2100" b="1">
                <a:solidFill>
                  <a:srgbClr val="171717"/>
                </a:solidFill>
                <a:latin typeface="Arial"/>
                <a:ea typeface="Arial"/>
                <a:cs typeface="Arial"/>
              </a:defRPr>
            </a:lvl7pPr>
            <a:lvl8pPr algn="l">
              <a:defRPr sz="2100" b="1">
                <a:solidFill>
                  <a:srgbClr val="171717"/>
                </a:solidFill>
                <a:latin typeface="Arial"/>
                <a:ea typeface="Arial"/>
                <a:cs typeface="Arial"/>
              </a:defRPr>
            </a:lvl8pPr>
            <a:lvl9pPr algn="l">
              <a:defRPr sz="2100" b="1">
                <a:solidFill>
                  <a:srgbClr val="171717"/>
                </a:solidFill>
                <a:latin typeface="Arial"/>
                <a:ea typeface="Arial"/>
                <a:cs typeface="Arial"/>
              </a:defRPr>
            </a:lvl9pPr>
          </a:lstStyle>
          <a:p>
            <a:pPr algn="l">
              <a:defRPr sz="2100" b="1">
                <a:solidFill>
                  <a:srgbClr val="171717"/>
                </a:solidFill>
                <a:latin typeface="Arial"/>
                <a:ea typeface="Arial"/>
                <a:cs typeface="Arial"/>
              </a:defRPr>
            </a:pPr>
            <a:r>
              <a:rPr sz="2100" b="1">
                <a:solidFill>
                  <a:srgbClr val="171717"/>
                </a:solidFill>
                <a:latin typeface="Arial"/>
                <a:ea typeface="Arial"/>
                <a:cs typeface="Arial"/>
              </a:rPr>
              <a:t>Separate sales and stock records create delayed visibility</a:t>
            </a:r>
          </a:p>
        </p:txBody>
      </p:sp>
      <p:sp>
        <p:nvSpPr>
          <p:cNvPr id="5" name="current-content-48">
            <a:extLst>
              <a:ext uri="{FF2B5EF4-FFF2-40B4-BE49-F238E27FC236}">
                <a16:creationId xmlns:a16="http://schemas.microsoft.com/office/drawing/2014/main" id="{7F7958A0-F061-4428-AAE9-1E81259AFA61}"/>
              </a:ext>
            </a:extLst>
          </p:cNvPr>
          <p:cNvSpPr>
            <a:spLocks noGrp="1"/>
          </p:cNvSpPr>
          <p:nvPr/>
        </p:nvSpPr>
        <p:spPr>
          <a:xfrm>
            <a:off x="533400" y="1933575"/>
            <a:ext cx="8096250" cy="638175"/>
          </a:xfrm>
          <a:prstGeom prst="rect">
            <a:avLst/>
          </a:prstGeom>
          <a:noFill/>
          <a:ln w="0">
            <a:noFill/>
          </a:ln>
        </p:spPr>
        <p:txBody>
          <a:bodyPr wrap="square" lIns="0" tIns="0" rIns="0" bIns="0" anchor="t">
            <a:noAutofit/>
          </a:bodyPr>
          <a:lstStyle>
            <a:defPPr algn="l">
              <a:defRPr sz="1800" b="0">
                <a:solidFill>
                  <a:srgbClr val="595959"/>
                </a:solidFill>
                <a:latin typeface="Arial"/>
                <a:ea typeface="Arial"/>
                <a:cs typeface="Arial"/>
              </a:defRPr>
            </a:defPPr>
            <a:lvl1pPr algn="l">
              <a:defRPr sz="1800" b="0">
                <a:solidFill>
                  <a:srgbClr val="595959"/>
                </a:solidFill>
                <a:latin typeface="Arial"/>
                <a:ea typeface="Arial"/>
                <a:cs typeface="Arial"/>
              </a:defRPr>
            </a:lvl1pPr>
            <a:lvl2pPr algn="l">
              <a:defRPr sz="1800" b="0">
                <a:solidFill>
                  <a:srgbClr val="595959"/>
                </a:solidFill>
                <a:latin typeface="Arial"/>
                <a:ea typeface="Arial"/>
                <a:cs typeface="Arial"/>
              </a:defRPr>
            </a:lvl2pPr>
            <a:lvl3pPr algn="l">
              <a:defRPr sz="1800" b="0">
                <a:solidFill>
                  <a:srgbClr val="595959"/>
                </a:solidFill>
                <a:latin typeface="Arial"/>
                <a:ea typeface="Arial"/>
                <a:cs typeface="Arial"/>
              </a:defRPr>
            </a:lvl3pPr>
            <a:lvl4pPr algn="l">
              <a:defRPr sz="1800" b="0">
                <a:solidFill>
                  <a:srgbClr val="595959"/>
                </a:solidFill>
                <a:latin typeface="Arial"/>
                <a:ea typeface="Arial"/>
                <a:cs typeface="Arial"/>
              </a:defRPr>
            </a:lvl4pPr>
            <a:lvl5pPr algn="l">
              <a:defRPr sz="1800" b="0">
                <a:solidFill>
                  <a:srgbClr val="595959"/>
                </a:solidFill>
                <a:latin typeface="Arial"/>
                <a:ea typeface="Arial"/>
                <a:cs typeface="Arial"/>
              </a:defRPr>
            </a:lvl5pPr>
            <a:lvl6pPr algn="l">
              <a:defRPr sz="1800" b="0">
                <a:solidFill>
                  <a:srgbClr val="595959"/>
                </a:solidFill>
                <a:latin typeface="Arial"/>
                <a:ea typeface="Arial"/>
                <a:cs typeface="Arial"/>
              </a:defRPr>
            </a:lvl6pPr>
            <a:lvl7pPr algn="l">
              <a:defRPr sz="1800" b="0">
                <a:solidFill>
                  <a:srgbClr val="595959"/>
                </a:solidFill>
                <a:latin typeface="Arial"/>
                <a:ea typeface="Arial"/>
                <a:cs typeface="Arial"/>
              </a:defRPr>
            </a:lvl7pPr>
            <a:lvl8pPr algn="l">
              <a:defRPr sz="1800" b="0">
                <a:solidFill>
                  <a:srgbClr val="595959"/>
                </a:solidFill>
                <a:latin typeface="Arial"/>
                <a:ea typeface="Arial"/>
                <a:cs typeface="Arial"/>
              </a:defRPr>
            </a:lvl8pPr>
            <a:lvl9pPr algn="l">
              <a:defRPr sz="1800" b="0">
                <a:solidFill>
                  <a:srgbClr val="595959"/>
                </a:solidFill>
                <a:latin typeface="Arial"/>
                <a:ea typeface="Arial"/>
                <a:cs typeface="Arial"/>
              </a:defRPr>
            </a:lvl9pPr>
          </a:lstStyle>
          <a:p>
            <a:pPr algn="l">
              <a:defRPr sz="1800" b="0">
                <a:solidFill>
                  <a:srgbClr val="595959"/>
                </a:solidFill>
                <a:latin typeface="Arial"/>
                <a:ea typeface="Arial"/>
                <a:cs typeface="Arial"/>
              </a:defRPr>
            </a:pPr>
            <a:r>
              <a:rPr sz="1800" b="0">
                <a:solidFill>
                  <a:srgbClr val="595959"/>
                </a:solidFill>
                <a:latin typeface="Arial"/>
                <a:ea typeface="Arial"/>
                <a:cs typeface="Arial"/>
              </a:rPr>
              <a:t>Manual entry and later reconciliation make owners compare</a:t>
            </a:r>
          </a:p>
          <a:p>
            <a:pPr algn="l">
              <a:defRPr sz="1800" b="0">
                <a:solidFill>
                  <a:srgbClr val="595959"/>
                </a:solidFill>
                <a:latin typeface="Arial"/>
                <a:ea typeface="Arial"/>
                <a:cs typeface="Arial"/>
              </a:defRPr>
            </a:pPr>
            <a:r>
              <a:rPr sz="1800" b="0">
                <a:solidFill>
                  <a:srgbClr val="595959"/>
                </a:solidFill>
                <a:latin typeface="Arial"/>
                <a:ea typeface="Arial"/>
                <a:cs typeface="Arial"/>
              </a:rPr>
              <a:t>several records before routine decisions.</a:t>
            </a:r>
          </a:p>
        </p:txBody>
      </p:sp>
      <p:sp>
        <p:nvSpPr>
          <p:cNvPr id="6" name="Rectangle 5">
            <a:extLst>
              <a:ext uri="{FF2B5EF4-FFF2-40B4-BE49-F238E27FC236}">
                <a16:creationId xmlns:a16="http://schemas.microsoft.com/office/drawing/2014/main" id="{1D7CAFE3-E3DA-443D-9A90-ACE77F868771}"/>
              </a:ext>
            </a:extLst>
          </p:cNvPr>
          <p:cNvSpPr>
            <a:spLocks noGrp="1"/>
          </p:cNvSpPr>
          <p:nvPr/>
        </p:nvSpPr>
        <p:spPr>
          <a:xfrm>
            <a:off x="533400" y="3000375"/>
            <a:ext cx="2286000" cy="666750"/>
          </a:xfrm>
          <a:prstGeom prst="rect">
            <a:avLst/>
          </a:prstGeom>
          <a:solidFill>
            <a:srgbClr val="FFFFFF"/>
          </a:solidFill>
          <a:ln w="14288">
            <a:solidFill>
              <a:srgbClr val="202C61"/>
            </a:solidFill>
          </a:ln>
        </p:spPr>
        <p:txBody>
          <a:bodyPr wrap="square" lIns="95250" tIns="95250" rIns="95250" bIns="95250" anchor="ctr"/>
          <a:lstStyle>
            <a:defPPr algn="ctr">
              <a:defRPr sz="1575">
                <a:solidFill>
                  <a:srgbClr val="171717"/>
                </a:solidFill>
                <a:latin typeface="Arial"/>
                <a:ea typeface="Arial"/>
                <a:cs typeface="Arial"/>
              </a:defRPr>
            </a:defPPr>
            <a:lvl1pPr algn="ctr">
              <a:defRPr sz="1575">
                <a:solidFill>
                  <a:srgbClr val="171717"/>
                </a:solidFill>
                <a:latin typeface="Arial"/>
                <a:ea typeface="Arial"/>
                <a:cs typeface="Arial"/>
              </a:defRPr>
            </a:lvl1pPr>
            <a:lvl2pPr algn="ctr">
              <a:defRPr sz="1575">
                <a:solidFill>
                  <a:srgbClr val="171717"/>
                </a:solidFill>
                <a:latin typeface="Arial"/>
                <a:ea typeface="Arial"/>
                <a:cs typeface="Arial"/>
              </a:defRPr>
            </a:lvl2pPr>
            <a:lvl3pPr algn="ctr">
              <a:defRPr sz="1575">
                <a:solidFill>
                  <a:srgbClr val="171717"/>
                </a:solidFill>
                <a:latin typeface="Arial"/>
                <a:ea typeface="Arial"/>
                <a:cs typeface="Arial"/>
              </a:defRPr>
            </a:lvl3pPr>
            <a:lvl4pPr algn="ctr">
              <a:defRPr sz="1575">
                <a:solidFill>
                  <a:srgbClr val="171717"/>
                </a:solidFill>
                <a:latin typeface="Arial"/>
                <a:ea typeface="Arial"/>
                <a:cs typeface="Arial"/>
              </a:defRPr>
            </a:lvl4pPr>
            <a:lvl5pPr algn="ctr">
              <a:defRPr sz="1575">
                <a:solidFill>
                  <a:srgbClr val="171717"/>
                </a:solidFill>
                <a:latin typeface="Arial"/>
                <a:ea typeface="Arial"/>
                <a:cs typeface="Arial"/>
              </a:defRPr>
            </a:lvl5pPr>
            <a:lvl6pPr algn="ctr">
              <a:defRPr sz="1575">
                <a:solidFill>
                  <a:srgbClr val="171717"/>
                </a:solidFill>
                <a:latin typeface="Arial"/>
                <a:ea typeface="Arial"/>
                <a:cs typeface="Arial"/>
              </a:defRPr>
            </a:lvl6pPr>
            <a:lvl7pPr algn="ctr">
              <a:defRPr sz="1575">
                <a:solidFill>
                  <a:srgbClr val="171717"/>
                </a:solidFill>
                <a:latin typeface="Arial"/>
                <a:ea typeface="Arial"/>
                <a:cs typeface="Arial"/>
              </a:defRPr>
            </a:lvl7pPr>
            <a:lvl8pPr algn="ctr">
              <a:defRPr sz="1575">
                <a:solidFill>
                  <a:srgbClr val="171717"/>
                </a:solidFill>
                <a:latin typeface="Arial"/>
                <a:ea typeface="Arial"/>
                <a:cs typeface="Arial"/>
              </a:defRPr>
            </a:lvl8pPr>
            <a:lvl9pPr algn="ctr">
              <a:defRPr sz="1575">
                <a:solidFill>
                  <a:srgbClr val="171717"/>
                </a:solidFill>
                <a:latin typeface="Arial"/>
                <a:ea typeface="Arial"/>
                <a:cs typeface="Arial"/>
              </a:defRPr>
            </a:lvl9pPr>
          </a:lstStyle>
          <a:p>
            <a:pPr algn="ctr">
              <a:defRPr sz="1575">
                <a:solidFill>
                  <a:srgbClr val="171717"/>
                </a:solidFill>
                <a:latin typeface="Arial"/>
                <a:ea typeface="Arial"/>
                <a:cs typeface="Arial"/>
              </a:defRPr>
            </a:pPr>
            <a:r>
              <a:rPr sz="1575">
                <a:solidFill>
                  <a:srgbClr val="171717"/>
                </a:solidFill>
                <a:latin typeface="Arial"/>
                <a:ea typeface="Arial"/>
                <a:cs typeface="Arial"/>
              </a:rPr>
              <a:t>Sale recorded</a:t>
            </a:r>
          </a:p>
        </p:txBody>
      </p:sp>
      <p:sp>
        <p:nvSpPr>
          <p:cNvPr id="7" name="Rectangle 6">
            <a:extLst>
              <a:ext uri="{FF2B5EF4-FFF2-40B4-BE49-F238E27FC236}">
                <a16:creationId xmlns:a16="http://schemas.microsoft.com/office/drawing/2014/main" id="{C31E5A96-334D-4EB5-AA25-57727F9D2D5E}"/>
              </a:ext>
            </a:extLst>
          </p:cNvPr>
          <p:cNvSpPr>
            <a:spLocks noGrp="1"/>
          </p:cNvSpPr>
          <p:nvPr/>
        </p:nvSpPr>
        <p:spPr>
          <a:xfrm>
            <a:off x="3419475" y="3000375"/>
            <a:ext cx="2286000" cy="666750"/>
          </a:xfrm>
          <a:prstGeom prst="rect">
            <a:avLst/>
          </a:prstGeom>
          <a:solidFill>
            <a:srgbClr val="FFFFFF"/>
          </a:solidFill>
          <a:ln w="14288">
            <a:solidFill>
              <a:srgbClr val="202C61"/>
            </a:solidFill>
          </a:ln>
        </p:spPr>
        <p:txBody>
          <a:bodyPr wrap="square" lIns="95250" tIns="95250" rIns="95250" bIns="95250" anchor="ctr"/>
          <a:lstStyle>
            <a:defPPr algn="ctr">
              <a:defRPr sz="1575">
                <a:solidFill>
                  <a:srgbClr val="171717"/>
                </a:solidFill>
                <a:latin typeface="Arial"/>
                <a:ea typeface="Arial"/>
                <a:cs typeface="Arial"/>
              </a:defRPr>
            </a:defPPr>
            <a:lvl1pPr algn="ctr">
              <a:defRPr sz="1575">
                <a:solidFill>
                  <a:srgbClr val="171717"/>
                </a:solidFill>
                <a:latin typeface="Arial"/>
                <a:ea typeface="Arial"/>
                <a:cs typeface="Arial"/>
              </a:defRPr>
            </a:lvl1pPr>
            <a:lvl2pPr algn="ctr">
              <a:defRPr sz="1575">
                <a:solidFill>
                  <a:srgbClr val="171717"/>
                </a:solidFill>
                <a:latin typeface="Arial"/>
                <a:ea typeface="Arial"/>
                <a:cs typeface="Arial"/>
              </a:defRPr>
            </a:lvl2pPr>
            <a:lvl3pPr algn="ctr">
              <a:defRPr sz="1575">
                <a:solidFill>
                  <a:srgbClr val="171717"/>
                </a:solidFill>
                <a:latin typeface="Arial"/>
                <a:ea typeface="Arial"/>
                <a:cs typeface="Arial"/>
              </a:defRPr>
            </a:lvl3pPr>
            <a:lvl4pPr algn="ctr">
              <a:defRPr sz="1575">
                <a:solidFill>
                  <a:srgbClr val="171717"/>
                </a:solidFill>
                <a:latin typeface="Arial"/>
                <a:ea typeface="Arial"/>
                <a:cs typeface="Arial"/>
              </a:defRPr>
            </a:lvl4pPr>
            <a:lvl5pPr algn="ctr">
              <a:defRPr sz="1575">
                <a:solidFill>
                  <a:srgbClr val="171717"/>
                </a:solidFill>
                <a:latin typeface="Arial"/>
                <a:ea typeface="Arial"/>
                <a:cs typeface="Arial"/>
              </a:defRPr>
            </a:lvl5pPr>
            <a:lvl6pPr algn="ctr">
              <a:defRPr sz="1575">
                <a:solidFill>
                  <a:srgbClr val="171717"/>
                </a:solidFill>
                <a:latin typeface="Arial"/>
                <a:ea typeface="Arial"/>
                <a:cs typeface="Arial"/>
              </a:defRPr>
            </a:lvl6pPr>
            <a:lvl7pPr algn="ctr">
              <a:defRPr sz="1575">
                <a:solidFill>
                  <a:srgbClr val="171717"/>
                </a:solidFill>
                <a:latin typeface="Arial"/>
                <a:ea typeface="Arial"/>
                <a:cs typeface="Arial"/>
              </a:defRPr>
            </a:lvl7pPr>
            <a:lvl8pPr algn="ctr">
              <a:defRPr sz="1575">
                <a:solidFill>
                  <a:srgbClr val="171717"/>
                </a:solidFill>
                <a:latin typeface="Arial"/>
                <a:ea typeface="Arial"/>
                <a:cs typeface="Arial"/>
              </a:defRPr>
            </a:lvl8pPr>
            <a:lvl9pPr algn="ctr">
              <a:defRPr sz="1575">
                <a:solidFill>
                  <a:srgbClr val="171717"/>
                </a:solidFill>
                <a:latin typeface="Arial"/>
                <a:ea typeface="Arial"/>
                <a:cs typeface="Arial"/>
              </a:defRPr>
            </a:lvl9pPr>
          </a:lstStyle>
          <a:p>
            <a:pPr algn="ctr">
              <a:defRPr sz="1575">
                <a:solidFill>
                  <a:srgbClr val="171717"/>
                </a:solidFill>
                <a:latin typeface="Arial"/>
                <a:ea typeface="Arial"/>
                <a:cs typeface="Arial"/>
              </a:defRPr>
            </a:pPr>
            <a:r>
              <a:rPr sz="1575">
                <a:solidFill>
                  <a:srgbClr val="171717"/>
                </a:solidFill>
                <a:latin typeface="Arial"/>
                <a:ea typeface="Arial"/>
                <a:cs typeface="Arial"/>
              </a:rPr>
              <a:t>Stock encoded later</a:t>
            </a:r>
          </a:p>
        </p:txBody>
      </p:sp>
      <p:sp>
        <p:nvSpPr>
          <p:cNvPr id="8" name="Rectangle 7">
            <a:extLst>
              <a:ext uri="{FF2B5EF4-FFF2-40B4-BE49-F238E27FC236}">
                <a16:creationId xmlns:a16="http://schemas.microsoft.com/office/drawing/2014/main" id="{A79AD7ED-59B6-4A04-91D8-0DC811881CD7}"/>
              </a:ext>
            </a:extLst>
          </p:cNvPr>
          <p:cNvSpPr>
            <a:spLocks noGrp="1"/>
          </p:cNvSpPr>
          <p:nvPr/>
        </p:nvSpPr>
        <p:spPr>
          <a:xfrm>
            <a:off x="6305550" y="3000375"/>
            <a:ext cx="2286000" cy="666750"/>
          </a:xfrm>
          <a:prstGeom prst="rect">
            <a:avLst/>
          </a:prstGeom>
          <a:solidFill>
            <a:srgbClr val="FFFFFF"/>
          </a:solidFill>
          <a:ln w="14288">
            <a:solidFill>
              <a:srgbClr val="202C61"/>
            </a:solidFill>
          </a:ln>
        </p:spPr>
        <p:txBody>
          <a:bodyPr wrap="square" lIns="95250" tIns="95250" rIns="95250" bIns="95250" anchor="ctr"/>
          <a:lstStyle>
            <a:defPPr algn="ctr">
              <a:defRPr sz="1575">
                <a:solidFill>
                  <a:srgbClr val="171717"/>
                </a:solidFill>
                <a:latin typeface="Arial"/>
                <a:ea typeface="Arial"/>
                <a:cs typeface="Arial"/>
              </a:defRPr>
            </a:defPPr>
            <a:lvl1pPr algn="ctr">
              <a:defRPr sz="1575">
                <a:solidFill>
                  <a:srgbClr val="171717"/>
                </a:solidFill>
                <a:latin typeface="Arial"/>
                <a:ea typeface="Arial"/>
                <a:cs typeface="Arial"/>
              </a:defRPr>
            </a:lvl1pPr>
            <a:lvl2pPr algn="ctr">
              <a:defRPr sz="1575">
                <a:solidFill>
                  <a:srgbClr val="171717"/>
                </a:solidFill>
                <a:latin typeface="Arial"/>
                <a:ea typeface="Arial"/>
                <a:cs typeface="Arial"/>
              </a:defRPr>
            </a:lvl2pPr>
            <a:lvl3pPr algn="ctr">
              <a:defRPr sz="1575">
                <a:solidFill>
                  <a:srgbClr val="171717"/>
                </a:solidFill>
                <a:latin typeface="Arial"/>
                <a:ea typeface="Arial"/>
                <a:cs typeface="Arial"/>
              </a:defRPr>
            </a:lvl3pPr>
            <a:lvl4pPr algn="ctr">
              <a:defRPr sz="1575">
                <a:solidFill>
                  <a:srgbClr val="171717"/>
                </a:solidFill>
                <a:latin typeface="Arial"/>
                <a:ea typeface="Arial"/>
                <a:cs typeface="Arial"/>
              </a:defRPr>
            </a:lvl4pPr>
            <a:lvl5pPr algn="ctr">
              <a:defRPr sz="1575">
                <a:solidFill>
                  <a:srgbClr val="171717"/>
                </a:solidFill>
                <a:latin typeface="Arial"/>
                <a:ea typeface="Arial"/>
                <a:cs typeface="Arial"/>
              </a:defRPr>
            </a:lvl5pPr>
            <a:lvl6pPr algn="ctr">
              <a:defRPr sz="1575">
                <a:solidFill>
                  <a:srgbClr val="171717"/>
                </a:solidFill>
                <a:latin typeface="Arial"/>
                <a:ea typeface="Arial"/>
                <a:cs typeface="Arial"/>
              </a:defRPr>
            </a:lvl6pPr>
            <a:lvl7pPr algn="ctr">
              <a:defRPr sz="1575">
                <a:solidFill>
                  <a:srgbClr val="171717"/>
                </a:solidFill>
                <a:latin typeface="Arial"/>
                <a:ea typeface="Arial"/>
                <a:cs typeface="Arial"/>
              </a:defRPr>
            </a:lvl7pPr>
            <a:lvl8pPr algn="ctr">
              <a:defRPr sz="1575">
                <a:solidFill>
                  <a:srgbClr val="171717"/>
                </a:solidFill>
                <a:latin typeface="Arial"/>
                <a:ea typeface="Arial"/>
                <a:cs typeface="Arial"/>
              </a:defRPr>
            </a:lvl8pPr>
            <a:lvl9pPr algn="ctr">
              <a:defRPr sz="1575">
                <a:solidFill>
                  <a:srgbClr val="171717"/>
                </a:solidFill>
                <a:latin typeface="Arial"/>
                <a:ea typeface="Arial"/>
                <a:cs typeface="Arial"/>
              </a:defRPr>
            </a:lvl9pPr>
          </a:lstStyle>
          <a:p>
            <a:pPr algn="ctr">
              <a:defRPr sz="1575">
                <a:solidFill>
                  <a:srgbClr val="171717"/>
                </a:solidFill>
                <a:latin typeface="Arial"/>
                <a:ea typeface="Arial"/>
                <a:cs typeface="Arial"/>
              </a:defRPr>
            </a:pPr>
            <a:r>
              <a:rPr sz="1575">
                <a:solidFill>
                  <a:srgbClr val="171717"/>
                </a:solidFill>
                <a:latin typeface="Arial"/>
                <a:ea typeface="Arial"/>
                <a:cs typeface="Arial"/>
              </a:rPr>
              <a:t>Owner reconciles</a:t>
            </a:r>
          </a:p>
          <a:p>
            <a:pPr algn="ctr">
              <a:defRPr sz="1575">
                <a:solidFill>
                  <a:srgbClr val="171717"/>
                </a:solidFill>
                <a:latin typeface="Arial"/>
                <a:ea typeface="Arial"/>
                <a:cs typeface="Arial"/>
              </a:defRPr>
            </a:pPr>
            <a:r>
              <a:rPr sz="1575">
                <a:solidFill>
                  <a:srgbClr val="171717"/>
                </a:solidFill>
                <a:latin typeface="Arial"/>
                <a:ea typeface="Arial"/>
                <a:cs typeface="Arial"/>
              </a:rPr>
              <a:t>before ordering</a:t>
            </a:r>
          </a:p>
        </p:txBody>
      </p:sp>
      <p:cxnSp>
        <p:nvCxnSpPr>
          <p:cNvPr id="9" name="Straight Arrow Connector 8">
            <a:extLst>
              <a:ext uri="{FF2B5EF4-FFF2-40B4-BE49-F238E27FC236}">
                <a16:creationId xmlns:a16="http://schemas.microsoft.com/office/drawing/2014/main" id="{5DFF833B-C8E2-41C8-9DD8-466A55E11799}"/>
              </a:ext>
            </a:extLst>
          </p:cNvPr>
          <p:cNvCxnSpPr>
            <a:stCxn id="6" idx="3"/>
            <a:endCxn id="7" idx="1"/>
          </p:cNvCxnSpPr>
          <p:nvPr/>
        </p:nvCxnSpPr>
        <p:spPr>
          <a:xfrm>
            <a:off x="2819400" y="3333750"/>
            <a:ext cx="600075" cy="0"/>
          </a:xfrm>
          <a:prstGeom prst="straightConnector1">
            <a:avLst/>
          </a:prstGeom>
          <a:ln w="19050">
            <a:solidFill>
              <a:srgbClr val="0070C0"/>
            </a:solidFill>
            <a:tailEnd type="triangle" w="med" len="med"/>
          </a:ln>
        </p:spPr>
      </p:cxnSp>
      <p:cxnSp>
        <p:nvCxnSpPr>
          <p:cNvPr id="10" name="Straight Arrow Connector 9">
            <a:extLst>
              <a:ext uri="{FF2B5EF4-FFF2-40B4-BE49-F238E27FC236}">
                <a16:creationId xmlns:a16="http://schemas.microsoft.com/office/drawing/2014/main" id="{720EFD77-882B-4526-B76E-2F4974E0995C}"/>
              </a:ext>
            </a:extLst>
          </p:cNvPr>
          <p:cNvCxnSpPr>
            <a:stCxn id="7" idx="3"/>
            <a:endCxn id="8" idx="1"/>
          </p:cNvCxnSpPr>
          <p:nvPr/>
        </p:nvCxnSpPr>
        <p:spPr>
          <a:xfrm>
            <a:off x="5705475" y="3333750"/>
            <a:ext cx="600075" cy="0"/>
          </a:xfrm>
          <a:prstGeom prst="straightConnector1">
            <a:avLst/>
          </a:prstGeom>
          <a:ln w="19050">
            <a:solidFill>
              <a:srgbClr val="0070C0"/>
            </a:solidFill>
            <a:tailEnd type="triangle" w="med" len="med"/>
          </a:ln>
        </p:spPr>
      </p:cxnSp>
    </p:spTree>
    <p:extLst>
      <p:ext uri="{BB962C8B-B14F-4D97-AF65-F5344CB8AC3E}">
        <p14:creationId xmlns:p14="http://schemas.microsoft.com/office/powerpoint/2010/main" val="15115355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0915F863-DFFE-494C-8213-118F631D7794}"/>
              </a:ext>
            </a:extLst>
          </p:cNvPr>
          <p:cNvPicPr>
            <a:picLocks noChangeAspect="1"/>
          </p:cNvPicPr>
          <p:nvPr/>
        </p:nvPicPr>
        <p:blipFill>
          <a:blip r:embed="rId3"/>
          <a:stretch/>
        </p:blipFill>
        <p:spPr>
          <a:xfrm>
            <a:off x="6572250" y="260789"/>
            <a:ext cx="2238375" cy="716673"/>
          </a:xfrm>
          <a:prstGeom prst="rect">
            <a:avLst/>
          </a:prstGeom>
        </p:spPr>
      </p:pic>
      <p:sp>
        <p:nvSpPr>
          <p:cNvPr id="2" name="current-content-6">
            <a:extLst>
              <a:ext uri="{FF2B5EF4-FFF2-40B4-BE49-F238E27FC236}">
                <a16:creationId xmlns:a16="http://schemas.microsoft.com/office/drawing/2014/main" id="{C96036E6-7D73-4454-BAE9-81E0A1EFCEC2}"/>
              </a:ext>
            </a:extLst>
          </p:cNvPr>
          <p:cNvSpPr>
            <a:spLocks noGrp="1"/>
          </p:cNvSpPr>
          <p:nvPr/>
        </p:nvSpPr>
        <p:spPr>
          <a:xfrm>
            <a:off x="533400" y="457200"/>
            <a:ext cx="5762625" cy="552450"/>
          </a:xfrm>
          <a:prstGeom prst="rect">
            <a:avLst/>
          </a:prstGeom>
          <a:noFill/>
          <a:ln w="0">
            <a:noFill/>
          </a:ln>
        </p:spPr>
        <p:txBody>
          <a:bodyPr wrap="square" lIns="0" tIns="0" rIns="0" bIns="0" anchor="t">
            <a:noAutofit/>
          </a:bodyPr>
          <a:lstStyle>
            <a:defPPr algn="l">
              <a:defRPr sz="2520" b="1">
                <a:solidFill>
                  <a:srgbClr val="0070C0"/>
                </a:solidFill>
                <a:latin typeface="Raleway"/>
                <a:ea typeface="Raleway"/>
                <a:cs typeface="Raleway"/>
              </a:defRPr>
            </a:defPPr>
            <a:lvl1pPr algn="l">
              <a:defRPr sz="2520" b="1">
                <a:solidFill>
                  <a:srgbClr val="0070C0"/>
                </a:solidFill>
                <a:latin typeface="Raleway"/>
                <a:ea typeface="Raleway"/>
                <a:cs typeface="Raleway"/>
              </a:defRPr>
            </a:lvl1pPr>
            <a:lvl2pPr algn="l">
              <a:defRPr sz="2520" b="1">
                <a:solidFill>
                  <a:srgbClr val="0070C0"/>
                </a:solidFill>
                <a:latin typeface="Raleway"/>
                <a:ea typeface="Raleway"/>
                <a:cs typeface="Raleway"/>
              </a:defRPr>
            </a:lvl2pPr>
            <a:lvl3pPr algn="l">
              <a:defRPr sz="2520" b="1">
                <a:solidFill>
                  <a:srgbClr val="0070C0"/>
                </a:solidFill>
                <a:latin typeface="Raleway"/>
                <a:ea typeface="Raleway"/>
                <a:cs typeface="Raleway"/>
              </a:defRPr>
            </a:lvl3pPr>
            <a:lvl4pPr algn="l">
              <a:defRPr sz="2520" b="1">
                <a:solidFill>
                  <a:srgbClr val="0070C0"/>
                </a:solidFill>
                <a:latin typeface="Raleway"/>
                <a:ea typeface="Raleway"/>
                <a:cs typeface="Raleway"/>
              </a:defRPr>
            </a:lvl4pPr>
            <a:lvl5pPr algn="l">
              <a:defRPr sz="2520" b="1">
                <a:solidFill>
                  <a:srgbClr val="0070C0"/>
                </a:solidFill>
                <a:latin typeface="Raleway"/>
                <a:ea typeface="Raleway"/>
                <a:cs typeface="Raleway"/>
              </a:defRPr>
            </a:lvl5pPr>
            <a:lvl6pPr algn="l">
              <a:defRPr sz="2520" b="1">
                <a:solidFill>
                  <a:srgbClr val="0070C0"/>
                </a:solidFill>
                <a:latin typeface="Raleway"/>
                <a:ea typeface="Raleway"/>
                <a:cs typeface="Raleway"/>
              </a:defRPr>
            </a:lvl6pPr>
            <a:lvl7pPr algn="l">
              <a:defRPr sz="2520" b="1">
                <a:solidFill>
                  <a:srgbClr val="0070C0"/>
                </a:solidFill>
                <a:latin typeface="Raleway"/>
                <a:ea typeface="Raleway"/>
                <a:cs typeface="Raleway"/>
              </a:defRPr>
            </a:lvl7pPr>
            <a:lvl8pPr algn="l">
              <a:defRPr sz="2520" b="1">
                <a:solidFill>
                  <a:srgbClr val="0070C0"/>
                </a:solidFill>
                <a:latin typeface="Raleway"/>
                <a:ea typeface="Raleway"/>
                <a:cs typeface="Raleway"/>
              </a:defRPr>
            </a:lvl8pPr>
            <a:lvl9pPr algn="l">
              <a:defRPr sz="2520" b="1">
                <a:solidFill>
                  <a:srgbClr val="0070C0"/>
                </a:solidFill>
                <a:latin typeface="Raleway"/>
                <a:ea typeface="Raleway"/>
                <a:cs typeface="Raleway"/>
              </a:defRPr>
            </a:lvl9pPr>
          </a:lstStyle>
          <a:p>
            <a:pPr algn="l">
              <a:defRPr sz="2520" b="1">
                <a:solidFill>
                  <a:srgbClr val="0070C0"/>
                </a:solidFill>
                <a:latin typeface="Raleway"/>
                <a:ea typeface="Raleway"/>
                <a:cs typeface="Raleway"/>
              </a:defRPr>
            </a:pPr>
            <a:r>
              <a:rPr sz="2520" b="1">
                <a:solidFill>
                  <a:srgbClr val="0070C0"/>
                </a:solidFill>
                <a:latin typeface="Raleway"/>
                <a:ea typeface="Raleway"/>
                <a:cs typeface="Raleway"/>
              </a:rPr>
              <a:t>Statement of the problem</a:t>
            </a:r>
          </a:p>
        </p:txBody>
      </p:sp>
      <p:sp>
        <p:nvSpPr>
          <p:cNvPr id="4" name="current-content-50">
            <a:extLst>
              <a:ext uri="{FF2B5EF4-FFF2-40B4-BE49-F238E27FC236}">
                <a16:creationId xmlns:a16="http://schemas.microsoft.com/office/drawing/2014/main" id="{F7E30109-24A4-45F5-8A94-3CD20A1CB65B}"/>
              </a:ext>
            </a:extLst>
          </p:cNvPr>
          <p:cNvSpPr>
            <a:spLocks noGrp="1"/>
          </p:cNvSpPr>
          <p:nvPr/>
        </p:nvSpPr>
        <p:spPr>
          <a:xfrm>
            <a:off x="533400" y="1343025"/>
            <a:ext cx="904875" cy="409575"/>
          </a:xfrm>
          <a:prstGeom prst="rect">
            <a:avLst/>
          </a:prstGeom>
          <a:noFill/>
          <a:ln w="0">
            <a:noFill/>
          </a:ln>
        </p:spPr>
        <p:txBody>
          <a:bodyPr wrap="square" lIns="0" tIns="0" rIns="0" bIns="0" anchor="t">
            <a:noAutofit/>
          </a:bodyPr>
          <a:lstStyle>
            <a:defPPr algn="l">
              <a:defRPr sz="2100" b="1">
                <a:solidFill>
                  <a:srgbClr val="0070C0"/>
                </a:solidFill>
                <a:latin typeface="Raleway"/>
                <a:ea typeface="Raleway"/>
                <a:cs typeface="Raleway"/>
              </a:defRPr>
            </a:defPPr>
            <a:lvl1pPr algn="l">
              <a:defRPr sz="2100" b="1">
                <a:solidFill>
                  <a:srgbClr val="0070C0"/>
                </a:solidFill>
                <a:latin typeface="Raleway"/>
                <a:ea typeface="Raleway"/>
                <a:cs typeface="Raleway"/>
              </a:defRPr>
            </a:lvl1pPr>
            <a:lvl2pPr algn="l">
              <a:defRPr sz="2100" b="1">
                <a:solidFill>
                  <a:srgbClr val="0070C0"/>
                </a:solidFill>
                <a:latin typeface="Raleway"/>
                <a:ea typeface="Raleway"/>
                <a:cs typeface="Raleway"/>
              </a:defRPr>
            </a:lvl2pPr>
            <a:lvl3pPr algn="l">
              <a:defRPr sz="2100" b="1">
                <a:solidFill>
                  <a:srgbClr val="0070C0"/>
                </a:solidFill>
                <a:latin typeface="Raleway"/>
                <a:ea typeface="Raleway"/>
                <a:cs typeface="Raleway"/>
              </a:defRPr>
            </a:lvl3pPr>
            <a:lvl4pPr algn="l">
              <a:defRPr sz="2100" b="1">
                <a:solidFill>
                  <a:srgbClr val="0070C0"/>
                </a:solidFill>
                <a:latin typeface="Raleway"/>
                <a:ea typeface="Raleway"/>
                <a:cs typeface="Raleway"/>
              </a:defRPr>
            </a:lvl4pPr>
            <a:lvl5pPr algn="l">
              <a:defRPr sz="2100" b="1">
                <a:solidFill>
                  <a:srgbClr val="0070C0"/>
                </a:solidFill>
                <a:latin typeface="Raleway"/>
                <a:ea typeface="Raleway"/>
                <a:cs typeface="Raleway"/>
              </a:defRPr>
            </a:lvl5pPr>
            <a:lvl6pPr algn="l">
              <a:defRPr sz="2100" b="1">
                <a:solidFill>
                  <a:srgbClr val="0070C0"/>
                </a:solidFill>
                <a:latin typeface="Raleway"/>
                <a:ea typeface="Raleway"/>
                <a:cs typeface="Raleway"/>
              </a:defRPr>
            </a:lvl6pPr>
            <a:lvl7pPr algn="l">
              <a:defRPr sz="2100" b="1">
                <a:solidFill>
                  <a:srgbClr val="0070C0"/>
                </a:solidFill>
                <a:latin typeface="Raleway"/>
                <a:ea typeface="Raleway"/>
                <a:cs typeface="Raleway"/>
              </a:defRPr>
            </a:lvl7pPr>
            <a:lvl8pPr algn="l">
              <a:defRPr sz="2100" b="1">
                <a:solidFill>
                  <a:srgbClr val="0070C0"/>
                </a:solidFill>
                <a:latin typeface="Raleway"/>
                <a:ea typeface="Raleway"/>
                <a:cs typeface="Raleway"/>
              </a:defRPr>
            </a:lvl8pPr>
            <a:lvl9pPr algn="l">
              <a:defRPr sz="2100" b="1">
                <a:solidFill>
                  <a:srgbClr val="0070C0"/>
                </a:solidFill>
                <a:latin typeface="Raleway"/>
                <a:ea typeface="Raleway"/>
                <a:cs typeface="Raleway"/>
              </a:defRPr>
            </a:lvl9pPr>
          </a:lstStyle>
          <a:p>
            <a:pPr algn="l">
              <a:defRPr sz="2100" b="1">
                <a:solidFill>
                  <a:srgbClr val="0070C0"/>
                </a:solidFill>
                <a:latin typeface="Raleway"/>
                <a:ea typeface="Raleway"/>
                <a:cs typeface="Raleway"/>
              </a:defRPr>
            </a:pPr>
            <a:r>
              <a:rPr sz="2100" b="1">
                <a:solidFill>
                  <a:srgbClr val="0070C0"/>
                </a:solidFill>
                <a:latin typeface="Raleway"/>
                <a:ea typeface="Raleway"/>
                <a:cs typeface="Raleway"/>
              </a:rPr>
              <a:t>RQ1</a:t>
            </a:r>
          </a:p>
        </p:txBody>
      </p:sp>
      <p:sp>
        <p:nvSpPr>
          <p:cNvPr id="5" name="current-content-51">
            <a:extLst>
              <a:ext uri="{FF2B5EF4-FFF2-40B4-BE49-F238E27FC236}">
                <a16:creationId xmlns:a16="http://schemas.microsoft.com/office/drawing/2014/main" id="{C78A0394-38EF-4A07-B1BB-D0ED68FE1E05}"/>
              </a:ext>
            </a:extLst>
          </p:cNvPr>
          <p:cNvSpPr>
            <a:spLocks noGrp="1"/>
          </p:cNvSpPr>
          <p:nvPr/>
        </p:nvSpPr>
        <p:spPr>
          <a:xfrm>
            <a:off x="1762125" y="1343025"/>
            <a:ext cx="6810375" cy="666750"/>
          </a:xfrm>
          <a:prstGeom prst="rect">
            <a:avLst/>
          </a:prstGeom>
          <a:noFill/>
          <a:ln w="0">
            <a:noFill/>
          </a:ln>
        </p:spPr>
        <p:txBody>
          <a:bodyPr wrap="square" lIns="0" tIns="0" rIns="0" bIns="0" anchor="t">
            <a:noAutofit/>
          </a:bodyPr>
          <a:lstStyle>
            <a:defPPr algn="l">
              <a:defRPr sz="1950" b="0">
                <a:solidFill>
                  <a:srgbClr val="171717"/>
                </a:solidFill>
                <a:latin typeface="Arial"/>
                <a:ea typeface="Arial"/>
                <a:cs typeface="Arial"/>
              </a:defRPr>
            </a:defPPr>
            <a:lvl1pPr algn="l">
              <a:defRPr sz="1950" b="0">
                <a:solidFill>
                  <a:srgbClr val="171717"/>
                </a:solidFill>
                <a:latin typeface="Arial"/>
                <a:ea typeface="Arial"/>
                <a:cs typeface="Arial"/>
              </a:defRPr>
            </a:lvl1pPr>
            <a:lvl2pPr algn="l">
              <a:defRPr sz="1950" b="0">
                <a:solidFill>
                  <a:srgbClr val="171717"/>
                </a:solidFill>
                <a:latin typeface="Arial"/>
                <a:ea typeface="Arial"/>
                <a:cs typeface="Arial"/>
              </a:defRPr>
            </a:lvl2pPr>
            <a:lvl3pPr algn="l">
              <a:defRPr sz="1950" b="0">
                <a:solidFill>
                  <a:srgbClr val="171717"/>
                </a:solidFill>
                <a:latin typeface="Arial"/>
                <a:ea typeface="Arial"/>
                <a:cs typeface="Arial"/>
              </a:defRPr>
            </a:lvl3pPr>
            <a:lvl4pPr algn="l">
              <a:defRPr sz="1950" b="0">
                <a:solidFill>
                  <a:srgbClr val="171717"/>
                </a:solidFill>
                <a:latin typeface="Arial"/>
                <a:ea typeface="Arial"/>
                <a:cs typeface="Arial"/>
              </a:defRPr>
            </a:lvl4pPr>
            <a:lvl5pPr algn="l">
              <a:defRPr sz="1950" b="0">
                <a:solidFill>
                  <a:srgbClr val="171717"/>
                </a:solidFill>
                <a:latin typeface="Arial"/>
                <a:ea typeface="Arial"/>
                <a:cs typeface="Arial"/>
              </a:defRPr>
            </a:lvl5pPr>
            <a:lvl6pPr algn="l">
              <a:defRPr sz="1950" b="0">
                <a:solidFill>
                  <a:srgbClr val="171717"/>
                </a:solidFill>
                <a:latin typeface="Arial"/>
                <a:ea typeface="Arial"/>
                <a:cs typeface="Arial"/>
              </a:defRPr>
            </a:lvl6pPr>
            <a:lvl7pPr algn="l">
              <a:defRPr sz="1950" b="0">
                <a:solidFill>
                  <a:srgbClr val="171717"/>
                </a:solidFill>
                <a:latin typeface="Arial"/>
                <a:ea typeface="Arial"/>
                <a:cs typeface="Arial"/>
              </a:defRPr>
            </a:lvl7pPr>
            <a:lvl8pPr algn="l">
              <a:defRPr sz="1950" b="0">
                <a:solidFill>
                  <a:srgbClr val="171717"/>
                </a:solidFill>
                <a:latin typeface="Arial"/>
                <a:ea typeface="Arial"/>
                <a:cs typeface="Arial"/>
              </a:defRPr>
            </a:lvl8pPr>
            <a:lvl9pPr algn="l">
              <a:defRPr sz="1950" b="0">
                <a:solidFill>
                  <a:srgbClr val="171717"/>
                </a:solidFill>
                <a:latin typeface="Arial"/>
                <a:ea typeface="Arial"/>
                <a:cs typeface="Arial"/>
              </a:defRPr>
            </a:lvl9pPr>
          </a:lstStyle>
          <a:p>
            <a:pPr algn="l">
              <a:defRPr sz="1950" b="0">
                <a:solidFill>
                  <a:srgbClr val="171717"/>
                </a:solidFill>
                <a:latin typeface="Arial"/>
                <a:ea typeface="Arial"/>
                <a:cs typeface="Arial"/>
              </a:defRPr>
            </a:pPr>
            <a:r>
              <a:rPr sz="1950" b="0">
                <a:solidFill>
                  <a:srgbClr val="171717"/>
                </a:solidFill>
                <a:latin typeface="Arial"/>
                <a:ea typeface="Arial"/>
                <a:cs typeface="Arial"/>
              </a:rPr>
              <a:t>Which tracking and reconciliation bottlenecks affect SME operations?</a:t>
            </a:r>
          </a:p>
        </p:txBody>
      </p:sp>
      <p:sp>
        <p:nvSpPr>
          <p:cNvPr id="6" name="Straight Connector 5">
            <a:extLst>
              <a:ext uri="{FF2B5EF4-FFF2-40B4-BE49-F238E27FC236}">
                <a16:creationId xmlns:a16="http://schemas.microsoft.com/office/drawing/2014/main" id="{CAE87423-3430-4C2F-B546-0E04F06C32B2}"/>
              </a:ext>
            </a:extLst>
          </p:cNvPr>
          <p:cNvSpPr>
            <a:spLocks noGrp="1"/>
          </p:cNvSpPr>
          <p:nvPr/>
        </p:nvSpPr>
        <p:spPr>
          <a:xfrm>
            <a:off x="1762125" y="2085975"/>
            <a:ext cx="6810375" cy="0"/>
          </a:xfrm>
          <a:prstGeom prst="line">
            <a:avLst/>
          </a:prstGeom>
          <a:ln w="9525">
            <a:solidFill>
              <a:srgbClr val="A6B0BE"/>
            </a:solidFill>
          </a:ln>
        </p:spPr>
        <p:txBody>
          <a:bodyPr/>
          <a:lstStyle/>
          <a:p>
            <a:endParaRPr lang="en-PH"/>
          </a:p>
        </p:txBody>
      </p:sp>
      <p:sp>
        <p:nvSpPr>
          <p:cNvPr id="7" name="current-content-52">
            <a:extLst>
              <a:ext uri="{FF2B5EF4-FFF2-40B4-BE49-F238E27FC236}">
                <a16:creationId xmlns:a16="http://schemas.microsoft.com/office/drawing/2014/main" id="{512178D7-EEA9-446B-9F30-B22A030B4A72}"/>
              </a:ext>
            </a:extLst>
          </p:cNvPr>
          <p:cNvSpPr>
            <a:spLocks noGrp="1"/>
          </p:cNvSpPr>
          <p:nvPr/>
        </p:nvSpPr>
        <p:spPr>
          <a:xfrm>
            <a:off x="533400" y="2314575"/>
            <a:ext cx="904875" cy="409575"/>
          </a:xfrm>
          <a:prstGeom prst="rect">
            <a:avLst/>
          </a:prstGeom>
          <a:noFill/>
          <a:ln w="0">
            <a:noFill/>
          </a:ln>
        </p:spPr>
        <p:txBody>
          <a:bodyPr wrap="square" lIns="0" tIns="0" rIns="0" bIns="0" anchor="t">
            <a:noAutofit/>
          </a:bodyPr>
          <a:lstStyle>
            <a:defPPr algn="l">
              <a:defRPr sz="2100" b="1">
                <a:solidFill>
                  <a:srgbClr val="0070C0"/>
                </a:solidFill>
                <a:latin typeface="Raleway"/>
                <a:ea typeface="Raleway"/>
                <a:cs typeface="Raleway"/>
              </a:defRPr>
            </a:defPPr>
            <a:lvl1pPr algn="l">
              <a:defRPr sz="2100" b="1">
                <a:solidFill>
                  <a:srgbClr val="0070C0"/>
                </a:solidFill>
                <a:latin typeface="Raleway"/>
                <a:ea typeface="Raleway"/>
                <a:cs typeface="Raleway"/>
              </a:defRPr>
            </a:lvl1pPr>
            <a:lvl2pPr algn="l">
              <a:defRPr sz="2100" b="1">
                <a:solidFill>
                  <a:srgbClr val="0070C0"/>
                </a:solidFill>
                <a:latin typeface="Raleway"/>
                <a:ea typeface="Raleway"/>
                <a:cs typeface="Raleway"/>
              </a:defRPr>
            </a:lvl2pPr>
            <a:lvl3pPr algn="l">
              <a:defRPr sz="2100" b="1">
                <a:solidFill>
                  <a:srgbClr val="0070C0"/>
                </a:solidFill>
                <a:latin typeface="Raleway"/>
                <a:ea typeface="Raleway"/>
                <a:cs typeface="Raleway"/>
              </a:defRPr>
            </a:lvl3pPr>
            <a:lvl4pPr algn="l">
              <a:defRPr sz="2100" b="1">
                <a:solidFill>
                  <a:srgbClr val="0070C0"/>
                </a:solidFill>
                <a:latin typeface="Raleway"/>
                <a:ea typeface="Raleway"/>
                <a:cs typeface="Raleway"/>
              </a:defRPr>
            </a:lvl4pPr>
            <a:lvl5pPr algn="l">
              <a:defRPr sz="2100" b="1">
                <a:solidFill>
                  <a:srgbClr val="0070C0"/>
                </a:solidFill>
                <a:latin typeface="Raleway"/>
                <a:ea typeface="Raleway"/>
                <a:cs typeface="Raleway"/>
              </a:defRPr>
            </a:lvl5pPr>
            <a:lvl6pPr algn="l">
              <a:defRPr sz="2100" b="1">
                <a:solidFill>
                  <a:srgbClr val="0070C0"/>
                </a:solidFill>
                <a:latin typeface="Raleway"/>
                <a:ea typeface="Raleway"/>
                <a:cs typeface="Raleway"/>
              </a:defRPr>
            </a:lvl6pPr>
            <a:lvl7pPr algn="l">
              <a:defRPr sz="2100" b="1">
                <a:solidFill>
                  <a:srgbClr val="0070C0"/>
                </a:solidFill>
                <a:latin typeface="Raleway"/>
                <a:ea typeface="Raleway"/>
                <a:cs typeface="Raleway"/>
              </a:defRPr>
            </a:lvl7pPr>
            <a:lvl8pPr algn="l">
              <a:defRPr sz="2100" b="1">
                <a:solidFill>
                  <a:srgbClr val="0070C0"/>
                </a:solidFill>
                <a:latin typeface="Raleway"/>
                <a:ea typeface="Raleway"/>
                <a:cs typeface="Raleway"/>
              </a:defRPr>
            </a:lvl8pPr>
            <a:lvl9pPr algn="l">
              <a:defRPr sz="2100" b="1">
                <a:solidFill>
                  <a:srgbClr val="0070C0"/>
                </a:solidFill>
                <a:latin typeface="Raleway"/>
                <a:ea typeface="Raleway"/>
                <a:cs typeface="Raleway"/>
              </a:defRPr>
            </a:lvl9pPr>
          </a:lstStyle>
          <a:p>
            <a:pPr algn="l">
              <a:defRPr sz="2100" b="1">
                <a:solidFill>
                  <a:srgbClr val="0070C0"/>
                </a:solidFill>
                <a:latin typeface="Raleway"/>
                <a:ea typeface="Raleway"/>
                <a:cs typeface="Raleway"/>
              </a:defRPr>
            </a:pPr>
            <a:r>
              <a:rPr sz="2100" b="1">
                <a:solidFill>
                  <a:srgbClr val="0070C0"/>
                </a:solidFill>
                <a:latin typeface="Raleway"/>
                <a:ea typeface="Raleway"/>
                <a:cs typeface="Raleway"/>
              </a:rPr>
              <a:t>RQ2</a:t>
            </a:r>
          </a:p>
        </p:txBody>
      </p:sp>
      <p:sp>
        <p:nvSpPr>
          <p:cNvPr id="8" name="current-content-53">
            <a:extLst>
              <a:ext uri="{FF2B5EF4-FFF2-40B4-BE49-F238E27FC236}">
                <a16:creationId xmlns:a16="http://schemas.microsoft.com/office/drawing/2014/main" id="{6E55514F-87AB-4838-8748-D2A318661832}"/>
              </a:ext>
            </a:extLst>
          </p:cNvPr>
          <p:cNvSpPr>
            <a:spLocks noGrp="1"/>
          </p:cNvSpPr>
          <p:nvPr/>
        </p:nvSpPr>
        <p:spPr>
          <a:xfrm>
            <a:off x="1762125" y="2314575"/>
            <a:ext cx="6810375" cy="666750"/>
          </a:xfrm>
          <a:prstGeom prst="rect">
            <a:avLst/>
          </a:prstGeom>
          <a:noFill/>
          <a:ln w="0">
            <a:noFill/>
          </a:ln>
        </p:spPr>
        <p:txBody>
          <a:bodyPr wrap="square" lIns="0" tIns="0" rIns="0" bIns="0" anchor="t">
            <a:noAutofit/>
          </a:bodyPr>
          <a:lstStyle>
            <a:defPPr algn="l">
              <a:defRPr sz="1950" b="0">
                <a:solidFill>
                  <a:srgbClr val="171717"/>
                </a:solidFill>
                <a:latin typeface="Arial"/>
                <a:ea typeface="Arial"/>
                <a:cs typeface="Arial"/>
              </a:defRPr>
            </a:defPPr>
            <a:lvl1pPr algn="l">
              <a:defRPr sz="1950" b="0">
                <a:solidFill>
                  <a:srgbClr val="171717"/>
                </a:solidFill>
                <a:latin typeface="Arial"/>
                <a:ea typeface="Arial"/>
                <a:cs typeface="Arial"/>
              </a:defRPr>
            </a:lvl1pPr>
            <a:lvl2pPr algn="l">
              <a:defRPr sz="1950" b="0">
                <a:solidFill>
                  <a:srgbClr val="171717"/>
                </a:solidFill>
                <a:latin typeface="Arial"/>
                <a:ea typeface="Arial"/>
                <a:cs typeface="Arial"/>
              </a:defRPr>
            </a:lvl2pPr>
            <a:lvl3pPr algn="l">
              <a:defRPr sz="1950" b="0">
                <a:solidFill>
                  <a:srgbClr val="171717"/>
                </a:solidFill>
                <a:latin typeface="Arial"/>
                <a:ea typeface="Arial"/>
                <a:cs typeface="Arial"/>
              </a:defRPr>
            </a:lvl3pPr>
            <a:lvl4pPr algn="l">
              <a:defRPr sz="1950" b="0">
                <a:solidFill>
                  <a:srgbClr val="171717"/>
                </a:solidFill>
                <a:latin typeface="Arial"/>
                <a:ea typeface="Arial"/>
                <a:cs typeface="Arial"/>
              </a:defRPr>
            </a:lvl4pPr>
            <a:lvl5pPr algn="l">
              <a:defRPr sz="1950" b="0">
                <a:solidFill>
                  <a:srgbClr val="171717"/>
                </a:solidFill>
                <a:latin typeface="Arial"/>
                <a:ea typeface="Arial"/>
                <a:cs typeface="Arial"/>
              </a:defRPr>
            </a:lvl5pPr>
            <a:lvl6pPr algn="l">
              <a:defRPr sz="1950" b="0">
                <a:solidFill>
                  <a:srgbClr val="171717"/>
                </a:solidFill>
                <a:latin typeface="Arial"/>
                <a:ea typeface="Arial"/>
                <a:cs typeface="Arial"/>
              </a:defRPr>
            </a:lvl6pPr>
            <a:lvl7pPr algn="l">
              <a:defRPr sz="1950" b="0">
                <a:solidFill>
                  <a:srgbClr val="171717"/>
                </a:solidFill>
                <a:latin typeface="Arial"/>
                <a:ea typeface="Arial"/>
                <a:cs typeface="Arial"/>
              </a:defRPr>
            </a:lvl7pPr>
            <a:lvl8pPr algn="l">
              <a:defRPr sz="1950" b="0">
                <a:solidFill>
                  <a:srgbClr val="171717"/>
                </a:solidFill>
                <a:latin typeface="Arial"/>
                <a:ea typeface="Arial"/>
                <a:cs typeface="Arial"/>
              </a:defRPr>
            </a:lvl8pPr>
            <a:lvl9pPr algn="l">
              <a:defRPr sz="1950" b="0">
                <a:solidFill>
                  <a:srgbClr val="171717"/>
                </a:solidFill>
                <a:latin typeface="Arial"/>
                <a:ea typeface="Arial"/>
                <a:cs typeface="Arial"/>
              </a:defRPr>
            </a:lvl9pPr>
          </a:lstStyle>
          <a:p>
            <a:pPr algn="l">
              <a:defRPr sz="1950" b="0">
                <a:solidFill>
                  <a:srgbClr val="171717"/>
                </a:solidFill>
                <a:latin typeface="Arial"/>
                <a:ea typeface="Arial"/>
                <a:cs typeface="Arial"/>
              </a:defRPr>
            </a:pPr>
            <a:r>
              <a:rPr sz="1950" b="0">
                <a:solidFill>
                  <a:srgbClr val="171717"/>
                </a:solidFill>
                <a:latin typeface="Arial"/>
                <a:ea typeface="Arial"/>
                <a:cs typeface="Arial"/>
              </a:rPr>
              <a:t>Which system framework and security measures are appropriate?</a:t>
            </a:r>
          </a:p>
        </p:txBody>
      </p:sp>
      <p:sp>
        <p:nvSpPr>
          <p:cNvPr id="9" name="Straight Connector 8">
            <a:extLst>
              <a:ext uri="{FF2B5EF4-FFF2-40B4-BE49-F238E27FC236}">
                <a16:creationId xmlns:a16="http://schemas.microsoft.com/office/drawing/2014/main" id="{83515362-FE55-4C45-B033-17901D26AFA6}"/>
              </a:ext>
            </a:extLst>
          </p:cNvPr>
          <p:cNvSpPr>
            <a:spLocks noGrp="1"/>
          </p:cNvSpPr>
          <p:nvPr/>
        </p:nvSpPr>
        <p:spPr>
          <a:xfrm>
            <a:off x="1762125" y="3057525"/>
            <a:ext cx="6810375" cy="0"/>
          </a:xfrm>
          <a:prstGeom prst="line">
            <a:avLst/>
          </a:prstGeom>
          <a:ln w="9525">
            <a:solidFill>
              <a:srgbClr val="A6B0BE"/>
            </a:solidFill>
          </a:ln>
        </p:spPr>
        <p:txBody>
          <a:bodyPr/>
          <a:lstStyle/>
          <a:p>
            <a:endParaRPr lang="en-PH"/>
          </a:p>
        </p:txBody>
      </p:sp>
      <p:sp>
        <p:nvSpPr>
          <p:cNvPr id="10" name="current-content-54">
            <a:extLst>
              <a:ext uri="{FF2B5EF4-FFF2-40B4-BE49-F238E27FC236}">
                <a16:creationId xmlns:a16="http://schemas.microsoft.com/office/drawing/2014/main" id="{D83ED1C3-FC67-46B7-8709-342EB5CA2E69}"/>
              </a:ext>
            </a:extLst>
          </p:cNvPr>
          <p:cNvSpPr>
            <a:spLocks noGrp="1"/>
          </p:cNvSpPr>
          <p:nvPr/>
        </p:nvSpPr>
        <p:spPr>
          <a:xfrm>
            <a:off x="533400" y="3286125"/>
            <a:ext cx="904875" cy="409575"/>
          </a:xfrm>
          <a:prstGeom prst="rect">
            <a:avLst/>
          </a:prstGeom>
          <a:noFill/>
          <a:ln w="0">
            <a:noFill/>
          </a:ln>
        </p:spPr>
        <p:txBody>
          <a:bodyPr wrap="square" lIns="0" tIns="0" rIns="0" bIns="0" anchor="t">
            <a:noAutofit/>
          </a:bodyPr>
          <a:lstStyle>
            <a:defPPr algn="l">
              <a:defRPr sz="2100" b="1">
                <a:solidFill>
                  <a:srgbClr val="0070C0"/>
                </a:solidFill>
                <a:latin typeface="Raleway"/>
                <a:ea typeface="Raleway"/>
                <a:cs typeface="Raleway"/>
              </a:defRPr>
            </a:defPPr>
            <a:lvl1pPr algn="l">
              <a:defRPr sz="2100" b="1">
                <a:solidFill>
                  <a:srgbClr val="0070C0"/>
                </a:solidFill>
                <a:latin typeface="Raleway"/>
                <a:ea typeface="Raleway"/>
                <a:cs typeface="Raleway"/>
              </a:defRPr>
            </a:lvl1pPr>
            <a:lvl2pPr algn="l">
              <a:defRPr sz="2100" b="1">
                <a:solidFill>
                  <a:srgbClr val="0070C0"/>
                </a:solidFill>
                <a:latin typeface="Raleway"/>
                <a:ea typeface="Raleway"/>
                <a:cs typeface="Raleway"/>
              </a:defRPr>
            </a:lvl2pPr>
            <a:lvl3pPr algn="l">
              <a:defRPr sz="2100" b="1">
                <a:solidFill>
                  <a:srgbClr val="0070C0"/>
                </a:solidFill>
                <a:latin typeface="Raleway"/>
                <a:ea typeface="Raleway"/>
                <a:cs typeface="Raleway"/>
              </a:defRPr>
            </a:lvl3pPr>
            <a:lvl4pPr algn="l">
              <a:defRPr sz="2100" b="1">
                <a:solidFill>
                  <a:srgbClr val="0070C0"/>
                </a:solidFill>
                <a:latin typeface="Raleway"/>
                <a:ea typeface="Raleway"/>
                <a:cs typeface="Raleway"/>
              </a:defRPr>
            </a:lvl4pPr>
            <a:lvl5pPr algn="l">
              <a:defRPr sz="2100" b="1">
                <a:solidFill>
                  <a:srgbClr val="0070C0"/>
                </a:solidFill>
                <a:latin typeface="Raleway"/>
                <a:ea typeface="Raleway"/>
                <a:cs typeface="Raleway"/>
              </a:defRPr>
            </a:lvl5pPr>
            <a:lvl6pPr algn="l">
              <a:defRPr sz="2100" b="1">
                <a:solidFill>
                  <a:srgbClr val="0070C0"/>
                </a:solidFill>
                <a:latin typeface="Raleway"/>
                <a:ea typeface="Raleway"/>
                <a:cs typeface="Raleway"/>
              </a:defRPr>
            </a:lvl6pPr>
            <a:lvl7pPr algn="l">
              <a:defRPr sz="2100" b="1">
                <a:solidFill>
                  <a:srgbClr val="0070C0"/>
                </a:solidFill>
                <a:latin typeface="Raleway"/>
                <a:ea typeface="Raleway"/>
                <a:cs typeface="Raleway"/>
              </a:defRPr>
            </a:lvl7pPr>
            <a:lvl8pPr algn="l">
              <a:defRPr sz="2100" b="1">
                <a:solidFill>
                  <a:srgbClr val="0070C0"/>
                </a:solidFill>
                <a:latin typeface="Raleway"/>
                <a:ea typeface="Raleway"/>
                <a:cs typeface="Raleway"/>
              </a:defRPr>
            </a:lvl8pPr>
            <a:lvl9pPr algn="l">
              <a:defRPr sz="2100" b="1">
                <a:solidFill>
                  <a:srgbClr val="0070C0"/>
                </a:solidFill>
                <a:latin typeface="Raleway"/>
                <a:ea typeface="Raleway"/>
                <a:cs typeface="Raleway"/>
              </a:defRPr>
            </a:lvl9pPr>
          </a:lstStyle>
          <a:p>
            <a:pPr algn="l">
              <a:defRPr sz="2100" b="1">
                <a:solidFill>
                  <a:srgbClr val="0070C0"/>
                </a:solidFill>
                <a:latin typeface="Raleway"/>
                <a:ea typeface="Raleway"/>
                <a:cs typeface="Raleway"/>
              </a:defRPr>
            </a:pPr>
            <a:r>
              <a:rPr sz="2100" b="1">
                <a:solidFill>
                  <a:srgbClr val="0070C0"/>
                </a:solidFill>
                <a:latin typeface="Raleway"/>
                <a:ea typeface="Raleway"/>
                <a:cs typeface="Raleway"/>
              </a:rPr>
              <a:t>RQ3</a:t>
            </a:r>
          </a:p>
        </p:txBody>
      </p:sp>
      <p:sp>
        <p:nvSpPr>
          <p:cNvPr id="11" name="current-content-55">
            <a:extLst>
              <a:ext uri="{FF2B5EF4-FFF2-40B4-BE49-F238E27FC236}">
                <a16:creationId xmlns:a16="http://schemas.microsoft.com/office/drawing/2014/main" id="{134AC473-7AEE-4568-99AF-60F1FCC40442}"/>
              </a:ext>
            </a:extLst>
          </p:cNvPr>
          <p:cNvSpPr>
            <a:spLocks noGrp="1"/>
          </p:cNvSpPr>
          <p:nvPr/>
        </p:nvSpPr>
        <p:spPr>
          <a:xfrm>
            <a:off x="1762125" y="3286125"/>
            <a:ext cx="6810375" cy="666750"/>
          </a:xfrm>
          <a:prstGeom prst="rect">
            <a:avLst/>
          </a:prstGeom>
          <a:noFill/>
          <a:ln w="0">
            <a:noFill/>
          </a:ln>
        </p:spPr>
        <p:txBody>
          <a:bodyPr wrap="square" lIns="0" tIns="0" rIns="0" bIns="0" anchor="t">
            <a:noAutofit/>
          </a:bodyPr>
          <a:lstStyle>
            <a:defPPr algn="l">
              <a:defRPr sz="1950" b="0">
                <a:solidFill>
                  <a:srgbClr val="171717"/>
                </a:solidFill>
                <a:latin typeface="Arial"/>
                <a:ea typeface="Arial"/>
                <a:cs typeface="Arial"/>
              </a:defRPr>
            </a:defPPr>
            <a:lvl1pPr algn="l">
              <a:defRPr sz="1950" b="0">
                <a:solidFill>
                  <a:srgbClr val="171717"/>
                </a:solidFill>
                <a:latin typeface="Arial"/>
                <a:ea typeface="Arial"/>
                <a:cs typeface="Arial"/>
              </a:defRPr>
            </a:lvl1pPr>
            <a:lvl2pPr algn="l">
              <a:defRPr sz="1950" b="0">
                <a:solidFill>
                  <a:srgbClr val="171717"/>
                </a:solidFill>
                <a:latin typeface="Arial"/>
                <a:ea typeface="Arial"/>
                <a:cs typeface="Arial"/>
              </a:defRPr>
            </a:lvl2pPr>
            <a:lvl3pPr algn="l">
              <a:defRPr sz="1950" b="0">
                <a:solidFill>
                  <a:srgbClr val="171717"/>
                </a:solidFill>
                <a:latin typeface="Arial"/>
                <a:ea typeface="Arial"/>
                <a:cs typeface="Arial"/>
              </a:defRPr>
            </a:lvl3pPr>
            <a:lvl4pPr algn="l">
              <a:defRPr sz="1950" b="0">
                <a:solidFill>
                  <a:srgbClr val="171717"/>
                </a:solidFill>
                <a:latin typeface="Arial"/>
                <a:ea typeface="Arial"/>
                <a:cs typeface="Arial"/>
              </a:defRPr>
            </a:lvl4pPr>
            <a:lvl5pPr algn="l">
              <a:defRPr sz="1950" b="0">
                <a:solidFill>
                  <a:srgbClr val="171717"/>
                </a:solidFill>
                <a:latin typeface="Arial"/>
                <a:ea typeface="Arial"/>
                <a:cs typeface="Arial"/>
              </a:defRPr>
            </a:lvl5pPr>
            <a:lvl6pPr algn="l">
              <a:defRPr sz="1950" b="0">
                <a:solidFill>
                  <a:srgbClr val="171717"/>
                </a:solidFill>
                <a:latin typeface="Arial"/>
                <a:ea typeface="Arial"/>
                <a:cs typeface="Arial"/>
              </a:defRPr>
            </a:lvl6pPr>
            <a:lvl7pPr algn="l">
              <a:defRPr sz="1950" b="0">
                <a:solidFill>
                  <a:srgbClr val="171717"/>
                </a:solidFill>
                <a:latin typeface="Arial"/>
                <a:ea typeface="Arial"/>
                <a:cs typeface="Arial"/>
              </a:defRPr>
            </a:lvl7pPr>
            <a:lvl8pPr algn="l">
              <a:defRPr sz="1950" b="0">
                <a:solidFill>
                  <a:srgbClr val="171717"/>
                </a:solidFill>
                <a:latin typeface="Arial"/>
                <a:ea typeface="Arial"/>
                <a:cs typeface="Arial"/>
              </a:defRPr>
            </a:lvl8pPr>
            <a:lvl9pPr algn="l">
              <a:defRPr sz="1950" b="0">
                <a:solidFill>
                  <a:srgbClr val="171717"/>
                </a:solidFill>
                <a:latin typeface="Arial"/>
                <a:ea typeface="Arial"/>
                <a:cs typeface="Arial"/>
              </a:defRPr>
            </a:lvl9pPr>
          </a:lstStyle>
          <a:p>
            <a:pPr algn="l">
              <a:defRPr sz="1950" b="0">
                <a:solidFill>
                  <a:srgbClr val="171717"/>
                </a:solidFill>
                <a:latin typeface="Arial"/>
                <a:ea typeface="Arial"/>
                <a:cs typeface="Arial"/>
              </a:defRPr>
            </a:pPr>
            <a:r>
              <a:rPr sz="1950" b="0">
                <a:solidFill>
                  <a:srgbClr val="171717"/>
                </a:solidFill>
                <a:latin typeface="Arial"/>
                <a:ea typeface="Arial"/>
                <a:cs typeface="Arial"/>
              </a:rPr>
              <a:t>How acceptable is the developed system to intended users?</a:t>
            </a:r>
          </a:p>
        </p:txBody>
      </p:sp>
    </p:spTree>
    <p:extLst>
      <p:ext uri="{BB962C8B-B14F-4D97-AF65-F5344CB8AC3E}">
        <p14:creationId xmlns:p14="http://schemas.microsoft.com/office/powerpoint/2010/main" val="11066968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D40D9A83-B20C-4F3B-B7BC-C16063A6F1EE}"/>
              </a:ext>
            </a:extLst>
          </p:cNvPr>
          <p:cNvPicPr>
            <a:picLocks noChangeAspect="1"/>
          </p:cNvPicPr>
          <p:nvPr/>
        </p:nvPicPr>
        <p:blipFill>
          <a:blip r:embed="rId3"/>
          <a:stretch/>
        </p:blipFill>
        <p:spPr>
          <a:xfrm>
            <a:off x="6572250" y="260789"/>
            <a:ext cx="2238375" cy="716673"/>
          </a:xfrm>
          <a:prstGeom prst="rect">
            <a:avLst/>
          </a:prstGeom>
        </p:spPr>
      </p:pic>
      <p:sp>
        <p:nvSpPr>
          <p:cNvPr id="2" name="current-content-8">
            <a:extLst>
              <a:ext uri="{FF2B5EF4-FFF2-40B4-BE49-F238E27FC236}">
                <a16:creationId xmlns:a16="http://schemas.microsoft.com/office/drawing/2014/main" id="{96122154-EF9E-4592-ABC9-87F9DC97E9D1}"/>
              </a:ext>
            </a:extLst>
          </p:cNvPr>
          <p:cNvSpPr>
            <a:spLocks noGrp="1"/>
          </p:cNvSpPr>
          <p:nvPr/>
        </p:nvSpPr>
        <p:spPr>
          <a:xfrm>
            <a:off x="533400" y="457200"/>
            <a:ext cx="5762625" cy="552450"/>
          </a:xfrm>
          <a:prstGeom prst="rect">
            <a:avLst/>
          </a:prstGeom>
          <a:noFill/>
          <a:ln w="0">
            <a:noFill/>
          </a:ln>
        </p:spPr>
        <p:txBody>
          <a:bodyPr wrap="square" lIns="0" tIns="0" rIns="0" bIns="0" anchor="t">
            <a:noAutofit/>
          </a:bodyPr>
          <a:lstStyle>
            <a:defPPr algn="l">
              <a:defRPr sz="2520" b="1">
                <a:solidFill>
                  <a:srgbClr val="0070C0"/>
                </a:solidFill>
                <a:latin typeface="Raleway"/>
                <a:ea typeface="Raleway"/>
                <a:cs typeface="Raleway"/>
              </a:defRPr>
            </a:defPPr>
            <a:lvl1pPr algn="l">
              <a:defRPr sz="2520" b="1">
                <a:solidFill>
                  <a:srgbClr val="0070C0"/>
                </a:solidFill>
                <a:latin typeface="Raleway"/>
                <a:ea typeface="Raleway"/>
                <a:cs typeface="Raleway"/>
              </a:defRPr>
            </a:lvl1pPr>
            <a:lvl2pPr algn="l">
              <a:defRPr sz="2520" b="1">
                <a:solidFill>
                  <a:srgbClr val="0070C0"/>
                </a:solidFill>
                <a:latin typeface="Raleway"/>
                <a:ea typeface="Raleway"/>
                <a:cs typeface="Raleway"/>
              </a:defRPr>
            </a:lvl2pPr>
            <a:lvl3pPr algn="l">
              <a:defRPr sz="2520" b="1">
                <a:solidFill>
                  <a:srgbClr val="0070C0"/>
                </a:solidFill>
                <a:latin typeface="Raleway"/>
                <a:ea typeface="Raleway"/>
                <a:cs typeface="Raleway"/>
              </a:defRPr>
            </a:lvl3pPr>
            <a:lvl4pPr algn="l">
              <a:defRPr sz="2520" b="1">
                <a:solidFill>
                  <a:srgbClr val="0070C0"/>
                </a:solidFill>
                <a:latin typeface="Raleway"/>
                <a:ea typeface="Raleway"/>
                <a:cs typeface="Raleway"/>
              </a:defRPr>
            </a:lvl4pPr>
            <a:lvl5pPr algn="l">
              <a:defRPr sz="2520" b="1">
                <a:solidFill>
                  <a:srgbClr val="0070C0"/>
                </a:solidFill>
                <a:latin typeface="Raleway"/>
                <a:ea typeface="Raleway"/>
                <a:cs typeface="Raleway"/>
              </a:defRPr>
            </a:lvl5pPr>
            <a:lvl6pPr algn="l">
              <a:defRPr sz="2520" b="1">
                <a:solidFill>
                  <a:srgbClr val="0070C0"/>
                </a:solidFill>
                <a:latin typeface="Raleway"/>
                <a:ea typeface="Raleway"/>
                <a:cs typeface="Raleway"/>
              </a:defRPr>
            </a:lvl6pPr>
            <a:lvl7pPr algn="l">
              <a:defRPr sz="2520" b="1">
                <a:solidFill>
                  <a:srgbClr val="0070C0"/>
                </a:solidFill>
                <a:latin typeface="Raleway"/>
                <a:ea typeface="Raleway"/>
                <a:cs typeface="Raleway"/>
              </a:defRPr>
            </a:lvl7pPr>
            <a:lvl8pPr algn="l">
              <a:defRPr sz="2520" b="1">
                <a:solidFill>
                  <a:srgbClr val="0070C0"/>
                </a:solidFill>
                <a:latin typeface="Raleway"/>
                <a:ea typeface="Raleway"/>
                <a:cs typeface="Raleway"/>
              </a:defRPr>
            </a:lvl8pPr>
            <a:lvl9pPr algn="l">
              <a:defRPr sz="2520" b="1">
                <a:solidFill>
                  <a:srgbClr val="0070C0"/>
                </a:solidFill>
                <a:latin typeface="Raleway"/>
                <a:ea typeface="Raleway"/>
                <a:cs typeface="Raleway"/>
              </a:defRPr>
            </a:lvl9pPr>
          </a:lstStyle>
          <a:p>
            <a:pPr algn="l">
              <a:defRPr sz="2520" b="1">
                <a:solidFill>
                  <a:srgbClr val="0070C0"/>
                </a:solidFill>
                <a:latin typeface="Raleway"/>
                <a:ea typeface="Raleway"/>
                <a:cs typeface="Raleway"/>
              </a:defRPr>
            </a:pPr>
            <a:r>
              <a:rPr sz="2520" b="1">
                <a:solidFill>
                  <a:srgbClr val="0070C0"/>
                </a:solidFill>
                <a:latin typeface="Raleway"/>
                <a:ea typeface="Raleway"/>
                <a:cs typeface="Raleway"/>
              </a:rPr>
              <a:t>Research goals</a:t>
            </a:r>
          </a:p>
        </p:txBody>
      </p:sp>
      <p:sp>
        <p:nvSpPr>
          <p:cNvPr id="4" name="current-content-57">
            <a:extLst>
              <a:ext uri="{FF2B5EF4-FFF2-40B4-BE49-F238E27FC236}">
                <a16:creationId xmlns:a16="http://schemas.microsoft.com/office/drawing/2014/main" id="{A9675C94-0128-42B6-81B5-741353777660}"/>
              </a:ext>
            </a:extLst>
          </p:cNvPr>
          <p:cNvSpPr>
            <a:spLocks noGrp="1"/>
          </p:cNvSpPr>
          <p:nvPr/>
        </p:nvSpPr>
        <p:spPr>
          <a:xfrm>
            <a:off x="533400" y="1266825"/>
            <a:ext cx="8058150" cy="809625"/>
          </a:xfrm>
          <a:prstGeom prst="rect">
            <a:avLst/>
          </a:prstGeom>
          <a:noFill/>
          <a:ln w="0">
            <a:noFill/>
          </a:ln>
        </p:spPr>
        <p:txBody>
          <a:bodyPr wrap="square" lIns="0" tIns="0" rIns="0" bIns="0" anchor="t">
            <a:noAutofit/>
          </a:bodyPr>
          <a:lstStyle>
            <a:defPPr algn="l">
              <a:defRPr sz="2100" b="1">
                <a:solidFill>
                  <a:srgbClr val="171717"/>
                </a:solidFill>
                <a:latin typeface="Arial"/>
                <a:ea typeface="Arial"/>
                <a:cs typeface="Arial"/>
              </a:defRPr>
            </a:defPPr>
            <a:lvl1pPr algn="l">
              <a:defRPr sz="2100" b="1">
                <a:solidFill>
                  <a:srgbClr val="171717"/>
                </a:solidFill>
                <a:latin typeface="Arial"/>
                <a:ea typeface="Arial"/>
                <a:cs typeface="Arial"/>
              </a:defRPr>
            </a:lvl1pPr>
            <a:lvl2pPr algn="l">
              <a:defRPr sz="2100" b="1">
                <a:solidFill>
                  <a:srgbClr val="171717"/>
                </a:solidFill>
                <a:latin typeface="Arial"/>
                <a:ea typeface="Arial"/>
                <a:cs typeface="Arial"/>
              </a:defRPr>
            </a:lvl2pPr>
            <a:lvl3pPr algn="l">
              <a:defRPr sz="2100" b="1">
                <a:solidFill>
                  <a:srgbClr val="171717"/>
                </a:solidFill>
                <a:latin typeface="Arial"/>
                <a:ea typeface="Arial"/>
                <a:cs typeface="Arial"/>
              </a:defRPr>
            </a:lvl3pPr>
            <a:lvl4pPr algn="l">
              <a:defRPr sz="2100" b="1">
                <a:solidFill>
                  <a:srgbClr val="171717"/>
                </a:solidFill>
                <a:latin typeface="Arial"/>
                <a:ea typeface="Arial"/>
                <a:cs typeface="Arial"/>
              </a:defRPr>
            </a:lvl4pPr>
            <a:lvl5pPr algn="l">
              <a:defRPr sz="2100" b="1">
                <a:solidFill>
                  <a:srgbClr val="171717"/>
                </a:solidFill>
                <a:latin typeface="Arial"/>
                <a:ea typeface="Arial"/>
                <a:cs typeface="Arial"/>
              </a:defRPr>
            </a:lvl5pPr>
            <a:lvl6pPr algn="l">
              <a:defRPr sz="2100" b="1">
                <a:solidFill>
                  <a:srgbClr val="171717"/>
                </a:solidFill>
                <a:latin typeface="Arial"/>
                <a:ea typeface="Arial"/>
                <a:cs typeface="Arial"/>
              </a:defRPr>
            </a:lvl6pPr>
            <a:lvl7pPr algn="l">
              <a:defRPr sz="2100" b="1">
                <a:solidFill>
                  <a:srgbClr val="171717"/>
                </a:solidFill>
                <a:latin typeface="Arial"/>
                <a:ea typeface="Arial"/>
                <a:cs typeface="Arial"/>
              </a:defRPr>
            </a:lvl7pPr>
            <a:lvl8pPr algn="l">
              <a:defRPr sz="2100" b="1">
                <a:solidFill>
                  <a:srgbClr val="171717"/>
                </a:solidFill>
                <a:latin typeface="Arial"/>
                <a:ea typeface="Arial"/>
                <a:cs typeface="Arial"/>
              </a:defRPr>
            </a:lvl8pPr>
            <a:lvl9pPr algn="l">
              <a:defRPr sz="2100" b="1">
                <a:solidFill>
                  <a:srgbClr val="171717"/>
                </a:solidFill>
                <a:latin typeface="Arial"/>
                <a:ea typeface="Arial"/>
                <a:cs typeface="Arial"/>
              </a:defRPr>
            </a:lvl9pPr>
          </a:lstStyle>
          <a:p>
            <a:pPr algn="l">
              <a:defRPr sz="2100" b="1">
                <a:solidFill>
                  <a:srgbClr val="171717"/>
                </a:solidFill>
                <a:latin typeface="Arial"/>
                <a:ea typeface="Arial"/>
                <a:cs typeface="Arial"/>
              </a:defRPr>
            </a:pPr>
            <a:r>
              <a:rPr sz="2100" b="1">
                <a:solidFill>
                  <a:srgbClr val="171717"/>
                </a:solidFill>
                <a:latin typeface="Arial"/>
                <a:ea typeface="Arial"/>
                <a:cs typeface="Arial"/>
              </a:rPr>
              <a:t>Design, develop, and evaluate a cloud-based inventory</a:t>
            </a:r>
          </a:p>
          <a:p>
            <a:pPr algn="l">
              <a:defRPr sz="2100" b="1">
                <a:solidFill>
                  <a:srgbClr val="171717"/>
                </a:solidFill>
                <a:latin typeface="Arial"/>
                <a:ea typeface="Arial"/>
                <a:cs typeface="Arial"/>
              </a:defRPr>
            </a:pPr>
            <a:r>
              <a:rPr sz="2100" b="1">
                <a:solidFill>
                  <a:srgbClr val="171717"/>
                </a:solidFill>
                <a:latin typeface="Arial"/>
                <a:ea typeface="Arial"/>
                <a:cs typeface="Arial"/>
              </a:rPr>
              <a:t>and financial management framework tailored for SMEs</a:t>
            </a:r>
          </a:p>
        </p:txBody>
      </p:sp>
      <p:sp>
        <p:nvSpPr>
          <p:cNvPr id="5" name="current-content-58">
            <a:extLst>
              <a:ext uri="{FF2B5EF4-FFF2-40B4-BE49-F238E27FC236}">
                <a16:creationId xmlns:a16="http://schemas.microsoft.com/office/drawing/2014/main" id="{86194BBD-BBFC-44B7-A620-6F8FE7C00C04}"/>
              </a:ext>
            </a:extLst>
          </p:cNvPr>
          <p:cNvSpPr>
            <a:spLocks noGrp="1"/>
          </p:cNvSpPr>
          <p:nvPr/>
        </p:nvSpPr>
        <p:spPr>
          <a:xfrm>
            <a:off x="533400" y="2457450"/>
            <a:ext cx="666750" cy="381000"/>
          </a:xfrm>
          <a:prstGeom prst="rect">
            <a:avLst/>
          </a:prstGeom>
          <a:noFill/>
          <a:ln w="0">
            <a:noFill/>
          </a:ln>
        </p:spPr>
        <p:txBody>
          <a:bodyPr wrap="square" lIns="0" tIns="0" rIns="0" bIns="0" anchor="t">
            <a:noAutofit/>
          </a:bodyPr>
          <a:lstStyle>
            <a:defPPr algn="l">
              <a:defRPr sz="2025" b="1">
                <a:solidFill>
                  <a:srgbClr val="0070C0"/>
                </a:solidFill>
                <a:latin typeface="Arial"/>
                <a:ea typeface="Arial"/>
                <a:cs typeface="Arial"/>
              </a:defRPr>
            </a:defPPr>
            <a:lvl1pPr algn="l">
              <a:defRPr sz="2025" b="1">
                <a:solidFill>
                  <a:srgbClr val="0070C0"/>
                </a:solidFill>
                <a:latin typeface="Arial"/>
                <a:ea typeface="Arial"/>
                <a:cs typeface="Arial"/>
              </a:defRPr>
            </a:lvl1pPr>
            <a:lvl2pPr algn="l">
              <a:defRPr sz="2025" b="1">
                <a:solidFill>
                  <a:srgbClr val="0070C0"/>
                </a:solidFill>
                <a:latin typeface="Arial"/>
                <a:ea typeface="Arial"/>
                <a:cs typeface="Arial"/>
              </a:defRPr>
            </a:lvl2pPr>
            <a:lvl3pPr algn="l">
              <a:defRPr sz="2025" b="1">
                <a:solidFill>
                  <a:srgbClr val="0070C0"/>
                </a:solidFill>
                <a:latin typeface="Arial"/>
                <a:ea typeface="Arial"/>
                <a:cs typeface="Arial"/>
              </a:defRPr>
            </a:lvl3pPr>
            <a:lvl4pPr algn="l">
              <a:defRPr sz="2025" b="1">
                <a:solidFill>
                  <a:srgbClr val="0070C0"/>
                </a:solidFill>
                <a:latin typeface="Arial"/>
                <a:ea typeface="Arial"/>
                <a:cs typeface="Arial"/>
              </a:defRPr>
            </a:lvl4pPr>
            <a:lvl5pPr algn="l">
              <a:defRPr sz="2025" b="1">
                <a:solidFill>
                  <a:srgbClr val="0070C0"/>
                </a:solidFill>
                <a:latin typeface="Arial"/>
                <a:ea typeface="Arial"/>
                <a:cs typeface="Arial"/>
              </a:defRPr>
            </a:lvl5pPr>
            <a:lvl6pPr algn="l">
              <a:defRPr sz="2025" b="1">
                <a:solidFill>
                  <a:srgbClr val="0070C0"/>
                </a:solidFill>
                <a:latin typeface="Arial"/>
                <a:ea typeface="Arial"/>
                <a:cs typeface="Arial"/>
              </a:defRPr>
            </a:lvl6pPr>
            <a:lvl7pPr algn="l">
              <a:defRPr sz="2025" b="1">
                <a:solidFill>
                  <a:srgbClr val="0070C0"/>
                </a:solidFill>
                <a:latin typeface="Arial"/>
                <a:ea typeface="Arial"/>
                <a:cs typeface="Arial"/>
              </a:defRPr>
            </a:lvl7pPr>
            <a:lvl8pPr algn="l">
              <a:defRPr sz="2025" b="1">
                <a:solidFill>
                  <a:srgbClr val="0070C0"/>
                </a:solidFill>
                <a:latin typeface="Arial"/>
                <a:ea typeface="Arial"/>
                <a:cs typeface="Arial"/>
              </a:defRPr>
            </a:lvl8pPr>
            <a:lvl9pPr algn="l">
              <a:defRPr sz="2025" b="1">
                <a:solidFill>
                  <a:srgbClr val="0070C0"/>
                </a:solidFill>
                <a:latin typeface="Arial"/>
                <a:ea typeface="Arial"/>
                <a:cs typeface="Arial"/>
              </a:defRPr>
            </a:lvl9pPr>
          </a:lstStyle>
          <a:p>
            <a:pPr algn="l">
              <a:defRPr sz="2025" b="1">
                <a:solidFill>
                  <a:srgbClr val="0070C0"/>
                </a:solidFill>
                <a:latin typeface="Arial"/>
                <a:ea typeface="Arial"/>
                <a:cs typeface="Arial"/>
              </a:defRPr>
            </a:pPr>
            <a:r>
              <a:rPr sz="2025" b="1">
                <a:solidFill>
                  <a:srgbClr val="0070C0"/>
                </a:solidFill>
                <a:latin typeface="Arial"/>
                <a:ea typeface="Arial"/>
                <a:cs typeface="Arial"/>
              </a:rPr>
              <a:t>01</a:t>
            </a:r>
          </a:p>
        </p:txBody>
      </p:sp>
      <p:sp>
        <p:nvSpPr>
          <p:cNvPr id="6" name="current-content-59">
            <a:extLst>
              <a:ext uri="{FF2B5EF4-FFF2-40B4-BE49-F238E27FC236}">
                <a16:creationId xmlns:a16="http://schemas.microsoft.com/office/drawing/2014/main" id="{62B21C64-E506-4D4C-AC29-DF37E9C981A9}"/>
              </a:ext>
            </a:extLst>
          </p:cNvPr>
          <p:cNvSpPr>
            <a:spLocks noGrp="1"/>
          </p:cNvSpPr>
          <p:nvPr/>
        </p:nvSpPr>
        <p:spPr>
          <a:xfrm>
            <a:off x="1428750" y="2457450"/>
            <a:ext cx="7143750" cy="495300"/>
          </a:xfrm>
          <a:prstGeom prst="rect">
            <a:avLst/>
          </a:prstGeom>
          <a:noFill/>
          <a:ln w="0">
            <a:noFill/>
          </a:ln>
        </p:spPr>
        <p:txBody>
          <a:bodyPr wrap="square" lIns="0" tIns="0" rIns="0" bIns="0" anchor="t">
            <a:noAutofit/>
          </a:bodyPr>
          <a:lstStyle>
            <a:defPPr algn="l">
              <a:defRPr sz="1875" b="0">
                <a:solidFill>
                  <a:srgbClr val="171717"/>
                </a:solidFill>
                <a:latin typeface="Arial"/>
                <a:ea typeface="Arial"/>
                <a:cs typeface="Arial"/>
              </a:defRPr>
            </a:defPPr>
            <a:lvl1pPr algn="l">
              <a:defRPr sz="1875" b="0">
                <a:solidFill>
                  <a:srgbClr val="171717"/>
                </a:solidFill>
                <a:latin typeface="Arial"/>
                <a:ea typeface="Arial"/>
                <a:cs typeface="Arial"/>
              </a:defRPr>
            </a:lvl1pPr>
            <a:lvl2pPr algn="l">
              <a:defRPr sz="1875" b="0">
                <a:solidFill>
                  <a:srgbClr val="171717"/>
                </a:solidFill>
                <a:latin typeface="Arial"/>
                <a:ea typeface="Arial"/>
                <a:cs typeface="Arial"/>
              </a:defRPr>
            </a:lvl2pPr>
            <a:lvl3pPr algn="l">
              <a:defRPr sz="1875" b="0">
                <a:solidFill>
                  <a:srgbClr val="171717"/>
                </a:solidFill>
                <a:latin typeface="Arial"/>
                <a:ea typeface="Arial"/>
                <a:cs typeface="Arial"/>
              </a:defRPr>
            </a:lvl3pPr>
            <a:lvl4pPr algn="l">
              <a:defRPr sz="1875" b="0">
                <a:solidFill>
                  <a:srgbClr val="171717"/>
                </a:solidFill>
                <a:latin typeface="Arial"/>
                <a:ea typeface="Arial"/>
                <a:cs typeface="Arial"/>
              </a:defRPr>
            </a:lvl4pPr>
            <a:lvl5pPr algn="l">
              <a:defRPr sz="1875" b="0">
                <a:solidFill>
                  <a:srgbClr val="171717"/>
                </a:solidFill>
                <a:latin typeface="Arial"/>
                <a:ea typeface="Arial"/>
                <a:cs typeface="Arial"/>
              </a:defRPr>
            </a:lvl5pPr>
            <a:lvl6pPr algn="l">
              <a:defRPr sz="1875" b="0">
                <a:solidFill>
                  <a:srgbClr val="171717"/>
                </a:solidFill>
                <a:latin typeface="Arial"/>
                <a:ea typeface="Arial"/>
                <a:cs typeface="Arial"/>
              </a:defRPr>
            </a:lvl6pPr>
            <a:lvl7pPr algn="l">
              <a:defRPr sz="1875" b="0">
                <a:solidFill>
                  <a:srgbClr val="171717"/>
                </a:solidFill>
                <a:latin typeface="Arial"/>
                <a:ea typeface="Arial"/>
                <a:cs typeface="Arial"/>
              </a:defRPr>
            </a:lvl7pPr>
            <a:lvl8pPr algn="l">
              <a:defRPr sz="1875" b="0">
                <a:solidFill>
                  <a:srgbClr val="171717"/>
                </a:solidFill>
                <a:latin typeface="Arial"/>
                <a:ea typeface="Arial"/>
                <a:cs typeface="Arial"/>
              </a:defRPr>
            </a:lvl8pPr>
            <a:lvl9pPr algn="l">
              <a:defRPr sz="1875" b="0">
                <a:solidFill>
                  <a:srgbClr val="171717"/>
                </a:solidFill>
                <a:latin typeface="Arial"/>
                <a:ea typeface="Arial"/>
                <a:cs typeface="Arial"/>
              </a:defRPr>
            </a:lvl9pPr>
          </a:lstStyle>
          <a:p>
            <a:pPr algn="l">
              <a:defRPr sz="1875" b="0">
                <a:solidFill>
                  <a:srgbClr val="171717"/>
                </a:solidFill>
                <a:latin typeface="Arial"/>
                <a:ea typeface="Arial"/>
                <a:cs typeface="Arial"/>
              </a:defRPr>
            </a:pPr>
            <a:r>
              <a:rPr sz="1875" b="0">
                <a:solidFill>
                  <a:srgbClr val="171717"/>
                </a:solidFill>
                <a:latin typeface="Arial"/>
                <a:ea typeface="Arial"/>
                <a:cs typeface="Arial"/>
              </a:rPr>
              <a:t>Identify manual tracking and reconciliation bottlenecks</a:t>
            </a:r>
          </a:p>
        </p:txBody>
      </p:sp>
      <p:sp>
        <p:nvSpPr>
          <p:cNvPr id="7" name="current-content-60">
            <a:extLst>
              <a:ext uri="{FF2B5EF4-FFF2-40B4-BE49-F238E27FC236}">
                <a16:creationId xmlns:a16="http://schemas.microsoft.com/office/drawing/2014/main" id="{ED3DC73A-B7B7-428A-81D7-9673971B9C0C}"/>
              </a:ext>
            </a:extLst>
          </p:cNvPr>
          <p:cNvSpPr>
            <a:spLocks noGrp="1"/>
          </p:cNvSpPr>
          <p:nvPr/>
        </p:nvSpPr>
        <p:spPr>
          <a:xfrm>
            <a:off x="533400" y="3076575"/>
            <a:ext cx="666750" cy="381000"/>
          </a:xfrm>
          <a:prstGeom prst="rect">
            <a:avLst/>
          </a:prstGeom>
          <a:noFill/>
          <a:ln w="0">
            <a:noFill/>
          </a:ln>
        </p:spPr>
        <p:txBody>
          <a:bodyPr wrap="square" lIns="0" tIns="0" rIns="0" bIns="0" anchor="t">
            <a:noAutofit/>
          </a:bodyPr>
          <a:lstStyle>
            <a:defPPr algn="l">
              <a:defRPr sz="2025" b="1">
                <a:solidFill>
                  <a:srgbClr val="0070C0"/>
                </a:solidFill>
                <a:latin typeface="Arial"/>
                <a:ea typeface="Arial"/>
                <a:cs typeface="Arial"/>
              </a:defRPr>
            </a:defPPr>
            <a:lvl1pPr algn="l">
              <a:defRPr sz="2025" b="1">
                <a:solidFill>
                  <a:srgbClr val="0070C0"/>
                </a:solidFill>
                <a:latin typeface="Arial"/>
                <a:ea typeface="Arial"/>
                <a:cs typeface="Arial"/>
              </a:defRPr>
            </a:lvl1pPr>
            <a:lvl2pPr algn="l">
              <a:defRPr sz="2025" b="1">
                <a:solidFill>
                  <a:srgbClr val="0070C0"/>
                </a:solidFill>
                <a:latin typeface="Arial"/>
                <a:ea typeface="Arial"/>
                <a:cs typeface="Arial"/>
              </a:defRPr>
            </a:lvl2pPr>
            <a:lvl3pPr algn="l">
              <a:defRPr sz="2025" b="1">
                <a:solidFill>
                  <a:srgbClr val="0070C0"/>
                </a:solidFill>
                <a:latin typeface="Arial"/>
                <a:ea typeface="Arial"/>
                <a:cs typeface="Arial"/>
              </a:defRPr>
            </a:lvl3pPr>
            <a:lvl4pPr algn="l">
              <a:defRPr sz="2025" b="1">
                <a:solidFill>
                  <a:srgbClr val="0070C0"/>
                </a:solidFill>
                <a:latin typeface="Arial"/>
                <a:ea typeface="Arial"/>
                <a:cs typeface="Arial"/>
              </a:defRPr>
            </a:lvl4pPr>
            <a:lvl5pPr algn="l">
              <a:defRPr sz="2025" b="1">
                <a:solidFill>
                  <a:srgbClr val="0070C0"/>
                </a:solidFill>
                <a:latin typeface="Arial"/>
                <a:ea typeface="Arial"/>
                <a:cs typeface="Arial"/>
              </a:defRPr>
            </a:lvl5pPr>
            <a:lvl6pPr algn="l">
              <a:defRPr sz="2025" b="1">
                <a:solidFill>
                  <a:srgbClr val="0070C0"/>
                </a:solidFill>
                <a:latin typeface="Arial"/>
                <a:ea typeface="Arial"/>
                <a:cs typeface="Arial"/>
              </a:defRPr>
            </a:lvl6pPr>
            <a:lvl7pPr algn="l">
              <a:defRPr sz="2025" b="1">
                <a:solidFill>
                  <a:srgbClr val="0070C0"/>
                </a:solidFill>
                <a:latin typeface="Arial"/>
                <a:ea typeface="Arial"/>
                <a:cs typeface="Arial"/>
              </a:defRPr>
            </a:lvl7pPr>
            <a:lvl8pPr algn="l">
              <a:defRPr sz="2025" b="1">
                <a:solidFill>
                  <a:srgbClr val="0070C0"/>
                </a:solidFill>
                <a:latin typeface="Arial"/>
                <a:ea typeface="Arial"/>
                <a:cs typeface="Arial"/>
              </a:defRPr>
            </a:lvl8pPr>
            <a:lvl9pPr algn="l">
              <a:defRPr sz="2025" b="1">
                <a:solidFill>
                  <a:srgbClr val="0070C0"/>
                </a:solidFill>
                <a:latin typeface="Arial"/>
                <a:ea typeface="Arial"/>
                <a:cs typeface="Arial"/>
              </a:defRPr>
            </a:lvl9pPr>
          </a:lstStyle>
          <a:p>
            <a:pPr algn="l">
              <a:defRPr sz="2025" b="1">
                <a:solidFill>
                  <a:srgbClr val="0070C0"/>
                </a:solidFill>
                <a:latin typeface="Arial"/>
                <a:ea typeface="Arial"/>
                <a:cs typeface="Arial"/>
              </a:defRPr>
            </a:pPr>
            <a:r>
              <a:rPr sz="2025" b="1">
                <a:solidFill>
                  <a:srgbClr val="0070C0"/>
                </a:solidFill>
                <a:latin typeface="Arial"/>
                <a:ea typeface="Arial"/>
                <a:cs typeface="Arial"/>
              </a:rPr>
              <a:t>02</a:t>
            </a:r>
          </a:p>
        </p:txBody>
      </p:sp>
      <p:sp>
        <p:nvSpPr>
          <p:cNvPr id="8" name="current-content-61">
            <a:extLst>
              <a:ext uri="{FF2B5EF4-FFF2-40B4-BE49-F238E27FC236}">
                <a16:creationId xmlns:a16="http://schemas.microsoft.com/office/drawing/2014/main" id="{F217CEA4-760C-4EAE-9CB0-AFC62BB16D51}"/>
              </a:ext>
            </a:extLst>
          </p:cNvPr>
          <p:cNvSpPr>
            <a:spLocks noGrp="1"/>
          </p:cNvSpPr>
          <p:nvPr/>
        </p:nvSpPr>
        <p:spPr>
          <a:xfrm>
            <a:off x="1428750" y="3076575"/>
            <a:ext cx="7143750" cy="495300"/>
          </a:xfrm>
          <a:prstGeom prst="rect">
            <a:avLst/>
          </a:prstGeom>
          <a:noFill/>
          <a:ln w="0">
            <a:noFill/>
          </a:ln>
        </p:spPr>
        <p:txBody>
          <a:bodyPr wrap="square" lIns="0" tIns="0" rIns="0" bIns="0" anchor="t">
            <a:noAutofit/>
          </a:bodyPr>
          <a:lstStyle>
            <a:defPPr algn="l">
              <a:defRPr sz="1875" b="0">
                <a:solidFill>
                  <a:srgbClr val="171717"/>
                </a:solidFill>
                <a:latin typeface="Arial"/>
                <a:ea typeface="Arial"/>
                <a:cs typeface="Arial"/>
              </a:defRPr>
            </a:defPPr>
            <a:lvl1pPr algn="l">
              <a:defRPr sz="1875" b="0">
                <a:solidFill>
                  <a:srgbClr val="171717"/>
                </a:solidFill>
                <a:latin typeface="Arial"/>
                <a:ea typeface="Arial"/>
                <a:cs typeface="Arial"/>
              </a:defRPr>
            </a:lvl1pPr>
            <a:lvl2pPr algn="l">
              <a:defRPr sz="1875" b="0">
                <a:solidFill>
                  <a:srgbClr val="171717"/>
                </a:solidFill>
                <a:latin typeface="Arial"/>
                <a:ea typeface="Arial"/>
                <a:cs typeface="Arial"/>
              </a:defRPr>
            </a:lvl2pPr>
            <a:lvl3pPr algn="l">
              <a:defRPr sz="1875" b="0">
                <a:solidFill>
                  <a:srgbClr val="171717"/>
                </a:solidFill>
                <a:latin typeface="Arial"/>
                <a:ea typeface="Arial"/>
                <a:cs typeface="Arial"/>
              </a:defRPr>
            </a:lvl3pPr>
            <a:lvl4pPr algn="l">
              <a:defRPr sz="1875" b="0">
                <a:solidFill>
                  <a:srgbClr val="171717"/>
                </a:solidFill>
                <a:latin typeface="Arial"/>
                <a:ea typeface="Arial"/>
                <a:cs typeface="Arial"/>
              </a:defRPr>
            </a:lvl4pPr>
            <a:lvl5pPr algn="l">
              <a:defRPr sz="1875" b="0">
                <a:solidFill>
                  <a:srgbClr val="171717"/>
                </a:solidFill>
                <a:latin typeface="Arial"/>
                <a:ea typeface="Arial"/>
                <a:cs typeface="Arial"/>
              </a:defRPr>
            </a:lvl5pPr>
            <a:lvl6pPr algn="l">
              <a:defRPr sz="1875" b="0">
                <a:solidFill>
                  <a:srgbClr val="171717"/>
                </a:solidFill>
                <a:latin typeface="Arial"/>
                <a:ea typeface="Arial"/>
                <a:cs typeface="Arial"/>
              </a:defRPr>
            </a:lvl6pPr>
            <a:lvl7pPr algn="l">
              <a:defRPr sz="1875" b="0">
                <a:solidFill>
                  <a:srgbClr val="171717"/>
                </a:solidFill>
                <a:latin typeface="Arial"/>
                <a:ea typeface="Arial"/>
                <a:cs typeface="Arial"/>
              </a:defRPr>
            </a:lvl7pPr>
            <a:lvl8pPr algn="l">
              <a:defRPr sz="1875" b="0">
                <a:solidFill>
                  <a:srgbClr val="171717"/>
                </a:solidFill>
                <a:latin typeface="Arial"/>
                <a:ea typeface="Arial"/>
                <a:cs typeface="Arial"/>
              </a:defRPr>
            </a:lvl8pPr>
            <a:lvl9pPr algn="l">
              <a:defRPr sz="1875" b="0">
                <a:solidFill>
                  <a:srgbClr val="171717"/>
                </a:solidFill>
                <a:latin typeface="Arial"/>
                <a:ea typeface="Arial"/>
                <a:cs typeface="Arial"/>
              </a:defRPr>
            </a:lvl9pPr>
          </a:lstStyle>
          <a:p>
            <a:pPr algn="l">
              <a:defRPr sz="1875" b="0">
                <a:solidFill>
                  <a:srgbClr val="171717"/>
                </a:solidFill>
                <a:latin typeface="Arial"/>
                <a:ea typeface="Arial"/>
                <a:cs typeface="Arial"/>
              </a:defRPr>
            </a:pPr>
            <a:r>
              <a:rPr sz="1875" b="0">
                <a:solidFill>
                  <a:srgbClr val="171717"/>
                </a:solidFill>
                <a:latin typeface="Arial"/>
                <a:ea typeface="Arial"/>
                <a:cs typeface="Arial"/>
              </a:rPr>
              <a:t>Determine the framework and information security measures</a:t>
            </a:r>
          </a:p>
        </p:txBody>
      </p:sp>
      <p:sp>
        <p:nvSpPr>
          <p:cNvPr id="9" name="current-content-62">
            <a:extLst>
              <a:ext uri="{FF2B5EF4-FFF2-40B4-BE49-F238E27FC236}">
                <a16:creationId xmlns:a16="http://schemas.microsoft.com/office/drawing/2014/main" id="{4848B60D-F6F5-4901-B503-B4C454F7934C}"/>
              </a:ext>
            </a:extLst>
          </p:cNvPr>
          <p:cNvSpPr>
            <a:spLocks noGrp="1"/>
          </p:cNvSpPr>
          <p:nvPr/>
        </p:nvSpPr>
        <p:spPr>
          <a:xfrm>
            <a:off x="533400" y="3695700"/>
            <a:ext cx="666750" cy="381000"/>
          </a:xfrm>
          <a:prstGeom prst="rect">
            <a:avLst/>
          </a:prstGeom>
          <a:noFill/>
          <a:ln w="0">
            <a:noFill/>
          </a:ln>
        </p:spPr>
        <p:txBody>
          <a:bodyPr wrap="square" lIns="0" tIns="0" rIns="0" bIns="0" anchor="t">
            <a:noAutofit/>
          </a:bodyPr>
          <a:lstStyle>
            <a:defPPr algn="l">
              <a:defRPr sz="2025" b="1">
                <a:solidFill>
                  <a:srgbClr val="0070C0"/>
                </a:solidFill>
                <a:latin typeface="Arial"/>
                <a:ea typeface="Arial"/>
                <a:cs typeface="Arial"/>
              </a:defRPr>
            </a:defPPr>
            <a:lvl1pPr algn="l">
              <a:defRPr sz="2025" b="1">
                <a:solidFill>
                  <a:srgbClr val="0070C0"/>
                </a:solidFill>
                <a:latin typeface="Arial"/>
                <a:ea typeface="Arial"/>
                <a:cs typeface="Arial"/>
              </a:defRPr>
            </a:lvl1pPr>
            <a:lvl2pPr algn="l">
              <a:defRPr sz="2025" b="1">
                <a:solidFill>
                  <a:srgbClr val="0070C0"/>
                </a:solidFill>
                <a:latin typeface="Arial"/>
                <a:ea typeface="Arial"/>
                <a:cs typeface="Arial"/>
              </a:defRPr>
            </a:lvl2pPr>
            <a:lvl3pPr algn="l">
              <a:defRPr sz="2025" b="1">
                <a:solidFill>
                  <a:srgbClr val="0070C0"/>
                </a:solidFill>
                <a:latin typeface="Arial"/>
                <a:ea typeface="Arial"/>
                <a:cs typeface="Arial"/>
              </a:defRPr>
            </a:lvl3pPr>
            <a:lvl4pPr algn="l">
              <a:defRPr sz="2025" b="1">
                <a:solidFill>
                  <a:srgbClr val="0070C0"/>
                </a:solidFill>
                <a:latin typeface="Arial"/>
                <a:ea typeface="Arial"/>
                <a:cs typeface="Arial"/>
              </a:defRPr>
            </a:lvl4pPr>
            <a:lvl5pPr algn="l">
              <a:defRPr sz="2025" b="1">
                <a:solidFill>
                  <a:srgbClr val="0070C0"/>
                </a:solidFill>
                <a:latin typeface="Arial"/>
                <a:ea typeface="Arial"/>
                <a:cs typeface="Arial"/>
              </a:defRPr>
            </a:lvl5pPr>
            <a:lvl6pPr algn="l">
              <a:defRPr sz="2025" b="1">
                <a:solidFill>
                  <a:srgbClr val="0070C0"/>
                </a:solidFill>
                <a:latin typeface="Arial"/>
                <a:ea typeface="Arial"/>
                <a:cs typeface="Arial"/>
              </a:defRPr>
            </a:lvl6pPr>
            <a:lvl7pPr algn="l">
              <a:defRPr sz="2025" b="1">
                <a:solidFill>
                  <a:srgbClr val="0070C0"/>
                </a:solidFill>
                <a:latin typeface="Arial"/>
                <a:ea typeface="Arial"/>
                <a:cs typeface="Arial"/>
              </a:defRPr>
            </a:lvl7pPr>
            <a:lvl8pPr algn="l">
              <a:defRPr sz="2025" b="1">
                <a:solidFill>
                  <a:srgbClr val="0070C0"/>
                </a:solidFill>
                <a:latin typeface="Arial"/>
                <a:ea typeface="Arial"/>
                <a:cs typeface="Arial"/>
              </a:defRPr>
            </a:lvl8pPr>
            <a:lvl9pPr algn="l">
              <a:defRPr sz="2025" b="1">
                <a:solidFill>
                  <a:srgbClr val="0070C0"/>
                </a:solidFill>
                <a:latin typeface="Arial"/>
                <a:ea typeface="Arial"/>
                <a:cs typeface="Arial"/>
              </a:defRPr>
            </a:lvl9pPr>
          </a:lstStyle>
          <a:p>
            <a:pPr algn="l">
              <a:defRPr sz="2025" b="1">
                <a:solidFill>
                  <a:srgbClr val="0070C0"/>
                </a:solidFill>
                <a:latin typeface="Arial"/>
                <a:ea typeface="Arial"/>
                <a:cs typeface="Arial"/>
              </a:defRPr>
            </a:pPr>
            <a:r>
              <a:rPr sz="2025" b="1">
                <a:solidFill>
                  <a:srgbClr val="0070C0"/>
                </a:solidFill>
                <a:latin typeface="Arial"/>
                <a:ea typeface="Arial"/>
                <a:cs typeface="Arial"/>
              </a:rPr>
              <a:t>03</a:t>
            </a:r>
          </a:p>
        </p:txBody>
      </p:sp>
      <p:sp>
        <p:nvSpPr>
          <p:cNvPr id="10" name="current-content-63">
            <a:extLst>
              <a:ext uri="{FF2B5EF4-FFF2-40B4-BE49-F238E27FC236}">
                <a16:creationId xmlns:a16="http://schemas.microsoft.com/office/drawing/2014/main" id="{1D23B83F-CFBD-4809-AF0B-2FCB09755119}"/>
              </a:ext>
            </a:extLst>
          </p:cNvPr>
          <p:cNvSpPr>
            <a:spLocks noGrp="1"/>
          </p:cNvSpPr>
          <p:nvPr/>
        </p:nvSpPr>
        <p:spPr>
          <a:xfrm>
            <a:off x="1428750" y="3695700"/>
            <a:ext cx="7143750" cy="495300"/>
          </a:xfrm>
          <a:prstGeom prst="rect">
            <a:avLst/>
          </a:prstGeom>
          <a:noFill/>
          <a:ln w="0">
            <a:noFill/>
          </a:ln>
        </p:spPr>
        <p:txBody>
          <a:bodyPr wrap="square" lIns="0" tIns="0" rIns="0" bIns="0" anchor="t">
            <a:noAutofit/>
          </a:bodyPr>
          <a:lstStyle>
            <a:defPPr algn="l">
              <a:defRPr sz="1875" b="0">
                <a:solidFill>
                  <a:srgbClr val="171717"/>
                </a:solidFill>
                <a:latin typeface="Arial"/>
                <a:ea typeface="Arial"/>
                <a:cs typeface="Arial"/>
              </a:defRPr>
            </a:defPPr>
            <a:lvl1pPr algn="l">
              <a:defRPr sz="1875" b="0">
                <a:solidFill>
                  <a:srgbClr val="171717"/>
                </a:solidFill>
                <a:latin typeface="Arial"/>
                <a:ea typeface="Arial"/>
                <a:cs typeface="Arial"/>
              </a:defRPr>
            </a:lvl1pPr>
            <a:lvl2pPr algn="l">
              <a:defRPr sz="1875" b="0">
                <a:solidFill>
                  <a:srgbClr val="171717"/>
                </a:solidFill>
                <a:latin typeface="Arial"/>
                <a:ea typeface="Arial"/>
                <a:cs typeface="Arial"/>
              </a:defRPr>
            </a:lvl2pPr>
            <a:lvl3pPr algn="l">
              <a:defRPr sz="1875" b="0">
                <a:solidFill>
                  <a:srgbClr val="171717"/>
                </a:solidFill>
                <a:latin typeface="Arial"/>
                <a:ea typeface="Arial"/>
                <a:cs typeface="Arial"/>
              </a:defRPr>
            </a:lvl3pPr>
            <a:lvl4pPr algn="l">
              <a:defRPr sz="1875" b="0">
                <a:solidFill>
                  <a:srgbClr val="171717"/>
                </a:solidFill>
                <a:latin typeface="Arial"/>
                <a:ea typeface="Arial"/>
                <a:cs typeface="Arial"/>
              </a:defRPr>
            </a:lvl4pPr>
            <a:lvl5pPr algn="l">
              <a:defRPr sz="1875" b="0">
                <a:solidFill>
                  <a:srgbClr val="171717"/>
                </a:solidFill>
                <a:latin typeface="Arial"/>
                <a:ea typeface="Arial"/>
                <a:cs typeface="Arial"/>
              </a:defRPr>
            </a:lvl5pPr>
            <a:lvl6pPr algn="l">
              <a:defRPr sz="1875" b="0">
                <a:solidFill>
                  <a:srgbClr val="171717"/>
                </a:solidFill>
                <a:latin typeface="Arial"/>
                <a:ea typeface="Arial"/>
                <a:cs typeface="Arial"/>
              </a:defRPr>
            </a:lvl6pPr>
            <a:lvl7pPr algn="l">
              <a:defRPr sz="1875" b="0">
                <a:solidFill>
                  <a:srgbClr val="171717"/>
                </a:solidFill>
                <a:latin typeface="Arial"/>
                <a:ea typeface="Arial"/>
                <a:cs typeface="Arial"/>
              </a:defRPr>
            </a:lvl7pPr>
            <a:lvl8pPr algn="l">
              <a:defRPr sz="1875" b="0">
                <a:solidFill>
                  <a:srgbClr val="171717"/>
                </a:solidFill>
                <a:latin typeface="Arial"/>
                <a:ea typeface="Arial"/>
                <a:cs typeface="Arial"/>
              </a:defRPr>
            </a:lvl8pPr>
            <a:lvl9pPr algn="l">
              <a:defRPr sz="1875" b="0">
                <a:solidFill>
                  <a:srgbClr val="171717"/>
                </a:solidFill>
                <a:latin typeface="Arial"/>
                <a:ea typeface="Arial"/>
                <a:cs typeface="Arial"/>
              </a:defRPr>
            </a:lvl9pPr>
          </a:lstStyle>
          <a:p>
            <a:pPr algn="l">
              <a:defRPr sz="1875" b="0">
                <a:solidFill>
                  <a:srgbClr val="171717"/>
                </a:solidFill>
                <a:latin typeface="Arial"/>
                <a:ea typeface="Arial"/>
                <a:cs typeface="Arial"/>
              </a:defRPr>
            </a:pPr>
            <a:r>
              <a:rPr sz="1875" b="0">
                <a:solidFill>
                  <a:srgbClr val="171717"/>
                </a:solidFill>
                <a:latin typeface="Arial"/>
                <a:ea typeface="Arial"/>
                <a:cs typeface="Arial"/>
              </a:rPr>
              <a:t>Evaluate acceptability after prototype interaction</a:t>
            </a:r>
          </a:p>
        </p:txBody>
      </p:sp>
    </p:spTree>
    <p:extLst>
      <p:ext uri="{BB962C8B-B14F-4D97-AF65-F5344CB8AC3E}">
        <p14:creationId xmlns:p14="http://schemas.microsoft.com/office/powerpoint/2010/main" val="2320261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05A2E54C-D3E2-4354-BC61-B0470F521071}"/>
              </a:ext>
            </a:extLst>
          </p:cNvPr>
          <p:cNvPicPr>
            <a:picLocks noChangeAspect="1"/>
          </p:cNvPicPr>
          <p:nvPr/>
        </p:nvPicPr>
        <p:blipFill>
          <a:blip r:embed="rId3"/>
          <a:stretch/>
        </p:blipFill>
        <p:spPr>
          <a:xfrm>
            <a:off x="6572250" y="260789"/>
            <a:ext cx="2238375" cy="716673"/>
          </a:xfrm>
          <a:prstGeom prst="rect">
            <a:avLst/>
          </a:prstGeom>
        </p:spPr>
      </p:pic>
      <p:sp>
        <p:nvSpPr>
          <p:cNvPr id="2" name="current-content-10">
            <a:extLst>
              <a:ext uri="{FF2B5EF4-FFF2-40B4-BE49-F238E27FC236}">
                <a16:creationId xmlns:a16="http://schemas.microsoft.com/office/drawing/2014/main" id="{D0459ECB-6C5A-4E2D-A301-3F3AF375A894}"/>
              </a:ext>
            </a:extLst>
          </p:cNvPr>
          <p:cNvSpPr>
            <a:spLocks noGrp="1"/>
          </p:cNvSpPr>
          <p:nvPr/>
        </p:nvSpPr>
        <p:spPr>
          <a:xfrm>
            <a:off x="533400" y="457200"/>
            <a:ext cx="5762625" cy="552450"/>
          </a:xfrm>
          <a:prstGeom prst="rect">
            <a:avLst/>
          </a:prstGeom>
          <a:noFill/>
          <a:ln w="0">
            <a:noFill/>
          </a:ln>
        </p:spPr>
        <p:txBody>
          <a:bodyPr wrap="square" lIns="0" tIns="0" rIns="0" bIns="0" anchor="t">
            <a:noAutofit/>
          </a:bodyPr>
          <a:lstStyle>
            <a:defPPr algn="l">
              <a:defRPr sz="2520" b="1">
                <a:solidFill>
                  <a:srgbClr val="0070C0"/>
                </a:solidFill>
                <a:latin typeface="Raleway"/>
                <a:ea typeface="Raleway"/>
                <a:cs typeface="Raleway"/>
              </a:defRPr>
            </a:defPPr>
            <a:lvl1pPr algn="l">
              <a:defRPr sz="2520" b="1">
                <a:solidFill>
                  <a:srgbClr val="0070C0"/>
                </a:solidFill>
                <a:latin typeface="Raleway"/>
                <a:ea typeface="Raleway"/>
                <a:cs typeface="Raleway"/>
              </a:defRPr>
            </a:lvl1pPr>
            <a:lvl2pPr algn="l">
              <a:defRPr sz="2520" b="1">
                <a:solidFill>
                  <a:srgbClr val="0070C0"/>
                </a:solidFill>
                <a:latin typeface="Raleway"/>
                <a:ea typeface="Raleway"/>
                <a:cs typeface="Raleway"/>
              </a:defRPr>
            </a:lvl2pPr>
            <a:lvl3pPr algn="l">
              <a:defRPr sz="2520" b="1">
                <a:solidFill>
                  <a:srgbClr val="0070C0"/>
                </a:solidFill>
                <a:latin typeface="Raleway"/>
                <a:ea typeface="Raleway"/>
                <a:cs typeface="Raleway"/>
              </a:defRPr>
            </a:lvl3pPr>
            <a:lvl4pPr algn="l">
              <a:defRPr sz="2520" b="1">
                <a:solidFill>
                  <a:srgbClr val="0070C0"/>
                </a:solidFill>
                <a:latin typeface="Raleway"/>
                <a:ea typeface="Raleway"/>
                <a:cs typeface="Raleway"/>
              </a:defRPr>
            </a:lvl4pPr>
            <a:lvl5pPr algn="l">
              <a:defRPr sz="2520" b="1">
                <a:solidFill>
                  <a:srgbClr val="0070C0"/>
                </a:solidFill>
                <a:latin typeface="Raleway"/>
                <a:ea typeface="Raleway"/>
                <a:cs typeface="Raleway"/>
              </a:defRPr>
            </a:lvl5pPr>
            <a:lvl6pPr algn="l">
              <a:defRPr sz="2520" b="1">
                <a:solidFill>
                  <a:srgbClr val="0070C0"/>
                </a:solidFill>
                <a:latin typeface="Raleway"/>
                <a:ea typeface="Raleway"/>
                <a:cs typeface="Raleway"/>
              </a:defRPr>
            </a:lvl6pPr>
            <a:lvl7pPr algn="l">
              <a:defRPr sz="2520" b="1">
                <a:solidFill>
                  <a:srgbClr val="0070C0"/>
                </a:solidFill>
                <a:latin typeface="Raleway"/>
                <a:ea typeface="Raleway"/>
                <a:cs typeface="Raleway"/>
              </a:defRPr>
            </a:lvl7pPr>
            <a:lvl8pPr algn="l">
              <a:defRPr sz="2520" b="1">
                <a:solidFill>
                  <a:srgbClr val="0070C0"/>
                </a:solidFill>
                <a:latin typeface="Raleway"/>
                <a:ea typeface="Raleway"/>
                <a:cs typeface="Raleway"/>
              </a:defRPr>
            </a:lvl8pPr>
            <a:lvl9pPr algn="l">
              <a:defRPr sz="2520" b="1">
                <a:solidFill>
                  <a:srgbClr val="0070C0"/>
                </a:solidFill>
                <a:latin typeface="Raleway"/>
                <a:ea typeface="Raleway"/>
                <a:cs typeface="Raleway"/>
              </a:defRPr>
            </a:lvl9pPr>
          </a:lstStyle>
          <a:p>
            <a:pPr algn="l">
              <a:defRPr sz="2520" b="1">
                <a:solidFill>
                  <a:srgbClr val="0070C0"/>
                </a:solidFill>
                <a:latin typeface="Raleway"/>
                <a:ea typeface="Raleway"/>
                <a:cs typeface="Raleway"/>
              </a:defRPr>
            </a:pPr>
            <a:r>
              <a:rPr sz="2520" b="1">
                <a:solidFill>
                  <a:srgbClr val="0070C0"/>
                </a:solidFill>
                <a:latin typeface="Raleway"/>
                <a:ea typeface="Raleway"/>
                <a:cs typeface="Raleway"/>
              </a:rPr>
              <a:t>Review of related literature</a:t>
            </a:r>
          </a:p>
        </p:txBody>
      </p:sp>
      <p:sp>
        <p:nvSpPr>
          <p:cNvPr id="4" name="current-content-65">
            <a:extLst>
              <a:ext uri="{FF2B5EF4-FFF2-40B4-BE49-F238E27FC236}">
                <a16:creationId xmlns:a16="http://schemas.microsoft.com/office/drawing/2014/main" id="{952807F5-772C-43AF-B2C8-9A243CDF5C23}"/>
              </a:ext>
            </a:extLst>
          </p:cNvPr>
          <p:cNvSpPr>
            <a:spLocks noGrp="1"/>
          </p:cNvSpPr>
          <p:nvPr/>
        </p:nvSpPr>
        <p:spPr>
          <a:xfrm>
            <a:off x="533400" y="1333500"/>
            <a:ext cx="2667000" cy="352425"/>
          </a:xfrm>
          <a:prstGeom prst="rect">
            <a:avLst/>
          </a:prstGeom>
          <a:noFill/>
          <a:ln w="0">
            <a:noFill/>
          </a:ln>
        </p:spPr>
        <p:txBody>
          <a:bodyPr wrap="square" lIns="0" tIns="0" rIns="0" bIns="0" anchor="t">
            <a:noAutofit/>
          </a:bodyPr>
          <a:lstStyle>
            <a:defPPr algn="l">
              <a:defRPr sz="1875" b="1">
                <a:solidFill>
                  <a:srgbClr val="202C61"/>
                </a:solidFill>
                <a:latin typeface="Raleway"/>
                <a:ea typeface="Raleway"/>
                <a:cs typeface="Raleway"/>
              </a:defRPr>
            </a:defPPr>
            <a:lvl1pPr algn="l">
              <a:defRPr sz="1875" b="1">
                <a:solidFill>
                  <a:srgbClr val="202C61"/>
                </a:solidFill>
                <a:latin typeface="Raleway"/>
                <a:ea typeface="Raleway"/>
                <a:cs typeface="Raleway"/>
              </a:defRPr>
            </a:lvl1pPr>
            <a:lvl2pPr algn="l">
              <a:defRPr sz="1875" b="1">
                <a:solidFill>
                  <a:srgbClr val="202C61"/>
                </a:solidFill>
                <a:latin typeface="Raleway"/>
                <a:ea typeface="Raleway"/>
                <a:cs typeface="Raleway"/>
              </a:defRPr>
            </a:lvl2pPr>
            <a:lvl3pPr algn="l">
              <a:defRPr sz="1875" b="1">
                <a:solidFill>
                  <a:srgbClr val="202C61"/>
                </a:solidFill>
                <a:latin typeface="Raleway"/>
                <a:ea typeface="Raleway"/>
                <a:cs typeface="Raleway"/>
              </a:defRPr>
            </a:lvl3pPr>
            <a:lvl4pPr algn="l">
              <a:defRPr sz="1875" b="1">
                <a:solidFill>
                  <a:srgbClr val="202C61"/>
                </a:solidFill>
                <a:latin typeface="Raleway"/>
                <a:ea typeface="Raleway"/>
                <a:cs typeface="Raleway"/>
              </a:defRPr>
            </a:lvl4pPr>
            <a:lvl5pPr algn="l">
              <a:defRPr sz="1875" b="1">
                <a:solidFill>
                  <a:srgbClr val="202C61"/>
                </a:solidFill>
                <a:latin typeface="Raleway"/>
                <a:ea typeface="Raleway"/>
                <a:cs typeface="Raleway"/>
              </a:defRPr>
            </a:lvl5pPr>
            <a:lvl6pPr algn="l">
              <a:defRPr sz="1875" b="1">
                <a:solidFill>
                  <a:srgbClr val="202C61"/>
                </a:solidFill>
                <a:latin typeface="Raleway"/>
                <a:ea typeface="Raleway"/>
                <a:cs typeface="Raleway"/>
              </a:defRPr>
            </a:lvl6pPr>
            <a:lvl7pPr algn="l">
              <a:defRPr sz="1875" b="1">
                <a:solidFill>
                  <a:srgbClr val="202C61"/>
                </a:solidFill>
                <a:latin typeface="Raleway"/>
                <a:ea typeface="Raleway"/>
                <a:cs typeface="Raleway"/>
              </a:defRPr>
            </a:lvl7pPr>
            <a:lvl8pPr algn="l">
              <a:defRPr sz="1875" b="1">
                <a:solidFill>
                  <a:srgbClr val="202C61"/>
                </a:solidFill>
                <a:latin typeface="Raleway"/>
                <a:ea typeface="Raleway"/>
                <a:cs typeface="Raleway"/>
              </a:defRPr>
            </a:lvl8pPr>
            <a:lvl9pPr algn="l">
              <a:defRPr sz="1875" b="1">
                <a:solidFill>
                  <a:srgbClr val="202C61"/>
                </a:solidFill>
                <a:latin typeface="Raleway"/>
                <a:ea typeface="Raleway"/>
                <a:cs typeface="Raleway"/>
              </a:defRPr>
            </a:lvl9pPr>
          </a:lstStyle>
          <a:p>
            <a:pPr algn="l">
              <a:defRPr sz="1875" b="1">
                <a:solidFill>
                  <a:srgbClr val="202C61"/>
                </a:solidFill>
                <a:latin typeface="Raleway"/>
                <a:ea typeface="Raleway"/>
                <a:cs typeface="Raleway"/>
              </a:defRPr>
            </a:pPr>
            <a:r>
              <a:rPr sz="1875" b="1">
                <a:solidFill>
                  <a:srgbClr val="202C61"/>
                </a:solidFill>
                <a:latin typeface="Raleway"/>
                <a:ea typeface="Raleway"/>
                <a:cs typeface="Raleway"/>
              </a:rPr>
              <a:t>Record accuracy</a:t>
            </a:r>
          </a:p>
        </p:txBody>
      </p:sp>
      <p:sp>
        <p:nvSpPr>
          <p:cNvPr id="5" name="current-content-66">
            <a:extLst>
              <a:ext uri="{FF2B5EF4-FFF2-40B4-BE49-F238E27FC236}">
                <a16:creationId xmlns:a16="http://schemas.microsoft.com/office/drawing/2014/main" id="{975E424D-A118-410E-9684-BDCBA379FB4F}"/>
              </a:ext>
            </a:extLst>
          </p:cNvPr>
          <p:cNvSpPr>
            <a:spLocks noGrp="1"/>
          </p:cNvSpPr>
          <p:nvPr/>
        </p:nvSpPr>
        <p:spPr>
          <a:xfrm>
            <a:off x="3381375" y="1333500"/>
            <a:ext cx="5219700" cy="361950"/>
          </a:xfrm>
          <a:prstGeom prst="rect">
            <a:avLst/>
          </a:prstGeom>
          <a:noFill/>
          <a:ln w="0">
            <a:noFill/>
          </a:ln>
        </p:spPr>
        <p:txBody>
          <a:bodyPr wrap="square" lIns="0" tIns="0" rIns="0" bIns="0" anchor="t">
            <a:noAutofit/>
          </a:bodyPr>
          <a:lstStyle>
            <a:defPPr algn="l">
              <a:defRPr sz="1800" b="0">
                <a:solidFill>
                  <a:srgbClr val="171717"/>
                </a:solidFill>
                <a:latin typeface="Arial"/>
                <a:ea typeface="Arial"/>
                <a:cs typeface="Arial"/>
              </a:defRPr>
            </a:defPPr>
            <a:lvl1pPr algn="l">
              <a:defRPr sz="1800" b="0">
                <a:solidFill>
                  <a:srgbClr val="171717"/>
                </a:solidFill>
                <a:latin typeface="Arial"/>
                <a:ea typeface="Arial"/>
                <a:cs typeface="Arial"/>
              </a:defRPr>
            </a:lvl1pPr>
            <a:lvl2pPr algn="l">
              <a:defRPr sz="1800" b="0">
                <a:solidFill>
                  <a:srgbClr val="171717"/>
                </a:solidFill>
                <a:latin typeface="Arial"/>
                <a:ea typeface="Arial"/>
                <a:cs typeface="Arial"/>
              </a:defRPr>
            </a:lvl2pPr>
            <a:lvl3pPr algn="l">
              <a:defRPr sz="1800" b="0">
                <a:solidFill>
                  <a:srgbClr val="171717"/>
                </a:solidFill>
                <a:latin typeface="Arial"/>
                <a:ea typeface="Arial"/>
                <a:cs typeface="Arial"/>
              </a:defRPr>
            </a:lvl3pPr>
            <a:lvl4pPr algn="l">
              <a:defRPr sz="1800" b="0">
                <a:solidFill>
                  <a:srgbClr val="171717"/>
                </a:solidFill>
                <a:latin typeface="Arial"/>
                <a:ea typeface="Arial"/>
                <a:cs typeface="Arial"/>
              </a:defRPr>
            </a:lvl4pPr>
            <a:lvl5pPr algn="l">
              <a:defRPr sz="1800" b="0">
                <a:solidFill>
                  <a:srgbClr val="171717"/>
                </a:solidFill>
                <a:latin typeface="Arial"/>
                <a:ea typeface="Arial"/>
                <a:cs typeface="Arial"/>
              </a:defRPr>
            </a:lvl5pPr>
            <a:lvl6pPr algn="l">
              <a:defRPr sz="1800" b="0">
                <a:solidFill>
                  <a:srgbClr val="171717"/>
                </a:solidFill>
                <a:latin typeface="Arial"/>
                <a:ea typeface="Arial"/>
                <a:cs typeface="Arial"/>
              </a:defRPr>
            </a:lvl6pPr>
            <a:lvl7pPr algn="l">
              <a:defRPr sz="1800" b="0">
                <a:solidFill>
                  <a:srgbClr val="171717"/>
                </a:solidFill>
                <a:latin typeface="Arial"/>
                <a:ea typeface="Arial"/>
                <a:cs typeface="Arial"/>
              </a:defRPr>
            </a:lvl7pPr>
            <a:lvl8pPr algn="l">
              <a:defRPr sz="1800" b="0">
                <a:solidFill>
                  <a:srgbClr val="171717"/>
                </a:solidFill>
                <a:latin typeface="Arial"/>
                <a:ea typeface="Arial"/>
                <a:cs typeface="Arial"/>
              </a:defRPr>
            </a:lvl8pPr>
            <a:lvl9pPr algn="l">
              <a:defRPr sz="1800" b="0">
                <a:solidFill>
                  <a:srgbClr val="171717"/>
                </a:solidFill>
                <a:latin typeface="Arial"/>
                <a:ea typeface="Arial"/>
                <a:cs typeface="Arial"/>
              </a:defRPr>
            </a:lvl9pPr>
          </a:lstStyle>
          <a:p>
            <a:pPr algn="l">
              <a:defRPr sz="1800" b="0">
                <a:solidFill>
                  <a:srgbClr val="171717"/>
                </a:solidFill>
                <a:latin typeface="Arial"/>
                <a:ea typeface="Arial"/>
                <a:cs typeface="Arial"/>
              </a:defRPr>
            </a:pPr>
            <a:r>
              <a:rPr sz="1800" b="0">
                <a:solidFill>
                  <a:srgbClr val="171717"/>
                </a:solidFill>
                <a:latin typeface="Arial"/>
                <a:ea typeface="Arial"/>
                <a:cs typeface="Arial"/>
              </a:rPr>
              <a:t>Inventory mismatch and manual consolidation</a:t>
            </a:r>
          </a:p>
        </p:txBody>
      </p:sp>
      <p:sp>
        <p:nvSpPr>
          <p:cNvPr id="6" name="current-content-67">
            <a:extLst>
              <a:ext uri="{FF2B5EF4-FFF2-40B4-BE49-F238E27FC236}">
                <a16:creationId xmlns:a16="http://schemas.microsoft.com/office/drawing/2014/main" id="{85B646E1-578A-44E8-84E9-0BEC92E5DABD}"/>
              </a:ext>
            </a:extLst>
          </p:cNvPr>
          <p:cNvSpPr>
            <a:spLocks noGrp="1"/>
          </p:cNvSpPr>
          <p:nvPr/>
        </p:nvSpPr>
        <p:spPr>
          <a:xfrm>
            <a:off x="3381375" y="1743075"/>
            <a:ext cx="5219700" cy="409575"/>
          </a:xfrm>
          <a:prstGeom prst="rect">
            <a:avLst/>
          </a:prstGeom>
          <a:noFill/>
          <a:ln w="0">
            <a:noFill/>
          </a:ln>
        </p:spPr>
        <p:txBody>
          <a:bodyPr wrap="square" lIns="0" tIns="0" rIns="0" bIns="0" anchor="t">
            <a:noAutofit/>
          </a:bodyPr>
          <a:lstStyle>
            <a:defPPr algn="l">
              <a:defRPr sz="1275" b="0">
                <a:solidFill>
                  <a:srgbClr val="595959"/>
                </a:solidFill>
                <a:latin typeface="Arial"/>
                <a:ea typeface="Arial"/>
                <a:cs typeface="Arial"/>
              </a:defRPr>
            </a:defPPr>
            <a:lvl1pPr algn="l">
              <a:defRPr sz="1275" b="0">
                <a:solidFill>
                  <a:srgbClr val="595959"/>
                </a:solidFill>
                <a:latin typeface="Arial"/>
                <a:ea typeface="Arial"/>
                <a:cs typeface="Arial"/>
              </a:defRPr>
            </a:lvl1pPr>
            <a:lvl2pPr algn="l">
              <a:defRPr sz="1275" b="0">
                <a:solidFill>
                  <a:srgbClr val="595959"/>
                </a:solidFill>
                <a:latin typeface="Arial"/>
                <a:ea typeface="Arial"/>
                <a:cs typeface="Arial"/>
              </a:defRPr>
            </a:lvl2pPr>
            <a:lvl3pPr algn="l">
              <a:defRPr sz="1275" b="0">
                <a:solidFill>
                  <a:srgbClr val="595959"/>
                </a:solidFill>
                <a:latin typeface="Arial"/>
                <a:ea typeface="Arial"/>
                <a:cs typeface="Arial"/>
              </a:defRPr>
            </a:lvl3pPr>
            <a:lvl4pPr algn="l">
              <a:defRPr sz="1275" b="0">
                <a:solidFill>
                  <a:srgbClr val="595959"/>
                </a:solidFill>
                <a:latin typeface="Arial"/>
                <a:ea typeface="Arial"/>
                <a:cs typeface="Arial"/>
              </a:defRPr>
            </a:lvl4pPr>
            <a:lvl5pPr algn="l">
              <a:defRPr sz="1275" b="0">
                <a:solidFill>
                  <a:srgbClr val="595959"/>
                </a:solidFill>
                <a:latin typeface="Arial"/>
                <a:ea typeface="Arial"/>
                <a:cs typeface="Arial"/>
              </a:defRPr>
            </a:lvl5pPr>
            <a:lvl6pPr algn="l">
              <a:defRPr sz="1275" b="0">
                <a:solidFill>
                  <a:srgbClr val="595959"/>
                </a:solidFill>
                <a:latin typeface="Arial"/>
                <a:ea typeface="Arial"/>
                <a:cs typeface="Arial"/>
              </a:defRPr>
            </a:lvl6pPr>
            <a:lvl7pPr algn="l">
              <a:defRPr sz="1275" b="0">
                <a:solidFill>
                  <a:srgbClr val="595959"/>
                </a:solidFill>
                <a:latin typeface="Arial"/>
                <a:ea typeface="Arial"/>
                <a:cs typeface="Arial"/>
              </a:defRPr>
            </a:lvl7pPr>
            <a:lvl8pPr algn="l">
              <a:defRPr sz="1275" b="0">
                <a:solidFill>
                  <a:srgbClr val="595959"/>
                </a:solidFill>
                <a:latin typeface="Arial"/>
                <a:ea typeface="Arial"/>
                <a:cs typeface="Arial"/>
              </a:defRPr>
            </a:lvl8pPr>
            <a:lvl9pPr algn="l">
              <a:defRPr sz="1275" b="0">
                <a:solidFill>
                  <a:srgbClr val="595959"/>
                </a:solidFill>
                <a:latin typeface="Arial"/>
                <a:ea typeface="Arial"/>
                <a:cs typeface="Arial"/>
              </a:defRPr>
            </a:lvl9pPr>
          </a:lstStyle>
          <a:p>
            <a:pPr algn="l">
              <a:defRPr sz="1275" b="0">
                <a:solidFill>
                  <a:srgbClr val="595959"/>
                </a:solidFill>
                <a:latin typeface="Arial"/>
                <a:ea typeface="Arial"/>
                <a:cs typeface="Arial"/>
              </a:defRPr>
            </a:pPr>
            <a:r>
              <a:rPr sz="1275" b="0">
                <a:solidFill>
                  <a:srgbClr val="595959"/>
                </a:solidFill>
                <a:latin typeface="Arial"/>
                <a:ea typeface="Arial"/>
                <a:cs typeface="Arial"/>
              </a:rPr>
              <a:t>Shabani et al. (2021); Kosadi et al. (2021)</a:t>
            </a:r>
          </a:p>
        </p:txBody>
      </p:sp>
      <p:sp>
        <p:nvSpPr>
          <p:cNvPr id="7" name="Straight Connector 6">
            <a:extLst>
              <a:ext uri="{FF2B5EF4-FFF2-40B4-BE49-F238E27FC236}">
                <a16:creationId xmlns:a16="http://schemas.microsoft.com/office/drawing/2014/main" id="{648F71B1-4994-4E33-AB6D-D50E2B8E37BE}"/>
              </a:ext>
            </a:extLst>
          </p:cNvPr>
          <p:cNvSpPr>
            <a:spLocks noGrp="1"/>
          </p:cNvSpPr>
          <p:nvPr/>
        </p:nvSpPr>
        <p:spPr>
          <a:xfrm>
            <a:off x="533400" y="2181225"/>
            <a:ext cx="8067675" cy="0"/>
          </a:xfrm>
          <a:prstGeom prst="line">
            <a:avLst/>
          </a:prstGeom>
          <a:ln w="9525">
            <a:solidFill>
              <a:srgbClr val="A6B0BE"/>
            </a:solidFill>
          </a:ln>
        </p:spPr>
        <p:txBody>
          <a:bodyPr/>
          <a:lstStyle/>
          <a:p>
            <a:endParaRPr lang="en-PH"/>
          </a:p>
        </p:txBody>
      </p:sp>
      <p:sp>
        <p:nvSpPr>
          <p:cNvPr id="8" name="current-content-68">
            <a:extLst>
              <a:ext uri="{FF2B5EF4-FFF2-40B4-BE49-F238E27FC236}">
                <a16:creationId xmlns:a16="http://schemas.microsoft.com/office/drawing/2014/main" id="{949B4E23-969D-42A9-8078-F8E29FA9F97C}"/>
              </a:ext>
            </a:extLst>
          </p:cNvPr>
          <p:cNvSpPr>
            <a:spLocks noGrp="1"/>
          </p:cNvSpPr>
          <p:nvPr/>
        </p:nvSpPr>
        <p:spPr>
          <a:xfrm>
            <a:off x="533400" y="2362200"/>
            <a:ext cx="2667000" cy="352425"/>
          </a:xfrm>
          <a:prstGeom prst="rect">
            <a:avLst/>
          </a:prstGeom>
          <a:noFill/>
          <a:ln w="0">
            <a:noFill/>
          </a:ln>
        </p:spPr>
        <p:txBody>
          <a:bodyPr wrap="square" lIns="0" tIns="0" rIns="0" bIns="0" anchor="t">
            <a:noAutofit/>
          </a:bodyPr>
          <a:lstStyle>
            <a:defPPr algn="l">
              <a:defRPr sz="1875" b="1">
                <a:solidFill>
                  <a:srgbClr val="202C61"/>
                </a:solidFill>
                <a:latin typeface="Raleway"/>
                <a:ea typeface="Raleway"/>
                <a:cs typeface="Raleway"/>
              </a:defRPr>
            </a:defPPr>
            <a:lvl1pPr algn="l">
              <a:defRPr sz="1875" b="1">
                <a:solidFill>
                  <a:srgbClr val="202C61"/>
                </a:solidFill>
                <a:latin typeface="Raleway"/>
                <a:ea typeface="Raleway"/>
                <a:cs typeface="Raleway"/>
              </a:defRPr>
            </a:lvl1pPr>
            <a:lvl2pPr algn="l">
              <a:defRPr sz="1875" b="1">
                <a:solidFill>
                  <a:srgbClr val="202C61"/>
                </a:solidFill>
                <a:latin typeface="Raleway"/>
                <a:ea typeface="Raleway"/>
                <a:cs typeface="Raleway"/>
              </a:defRPr>
            </a:lvl2pPr>
            <a:lvl3pPr algn="l">
              <a:defRPr sz="1875" b="1">
                <a:solidFill>
                  <a:srgbClr val="202C61"/>
                </a:solidFill>
                <a:latin typeface="Raleway"/>
                <a:ea typeface="Raleway"/>
                <a:cs typeface="Raleway"/>
              </a:defRPr>
            </a:lvl3pPr>
            <a:lvl4pPr algn="l">
              <a:defRPr sz="1875" b="1">
                <a:solidFill>
                  <a:srgbClr val="202C61"/>
                </a:solidFill>
                <a:latin typeface="Raleway"/>
                <a:ea typeface="Raleway"/>
                <a:cs typeface="Raleway"/>
              </a:defRPr>
            </a:lvl4pPr>
            <a:lvl5pPr algn="l">
              <a:defRPr sz="1875" b="1">
                <a:solidFill>
                  <a:srgbClr val="202C61"/>
                </a:solidFill>
                <a:latin typeface="Raleway"/>
                <a:ea typeface="Raleway"/>
                <a:cs typeface="Raleway"/>
              </a:defRPr>
            </a:lvl5pPr>
            <a:lvl6pPr algn="l">
              <a:defRPr sz="1875" b="1">
                <a:solidFill>
                  <a:srgbClr val="202C61"/>
                </a:solidFill>
                <a:latin typeface="Raleway"/>
                <a:ea typeface="Raleway"/>
                <a:cs typeface="Raleway"/>
              </a:defRPr>
            </a:lvl6pPr>
            <a:lvl7pPr algn="l">
              <a:defRPr sz="1875" b="1">
                <a:solidFill>
                  <a:srgbClr val="202C61"/>
                </a:solidFill>
                <a:latin typeface="Raleway"/>
                <a:ea typeface="Raleway"/>
                <a:cs typeface="Raleway"/>
              </a:defRPr>
            </a:lvl7pPr>
            <a:lvl8pPr algn="l">
              <a:defRPr sz="1875" b="1">
                <a:solidFill>
                  <a:srgbClr val="202C61"/>
                </a:solidFill>
                <a:latin typeface="Raleway"/>
                <a:ea typeface="Raleway"/>
                <a:cs typeface="Raleway"/>
              </a:defRPr>
            </a:lvl8pPr>
            <a:lvl9pPr algn="l">
              <a:defRPr sz="1875" b="1">
                <a:solidFill>
                  <a:srgbClr val="202C61"/>
                </a:solidFill>
                <a:latin typeface="Raleway"/>
                <a:ea typeface="Raleway"/>
                <a:cs typeface="Raleway"/>
              </a:defRPr>
            </a:lvl9pPr>
          </a:lstStyle>
          <a:p>
            <a:pPr algn="l">
              <a:defRPr sz="1875" b="1">
                <a:solidFill>
                  <a:srgbClr val="202C61"/>
                </a:solidFill>
                <a:latin typeface="Raleway"/>
                <a:ea typeface="Raleway"/>
                <a:cs typeface="Raleway"/>
              </a:defRPr>
            </a:pPr>
            <a:r>
              <a:rPr sz="1875" b="1">
                <a:solidFill>
                  <a:srgbClr val="202C61"/>
                </a:solidFill>
                <a:latin typeface="Raleway"/>
                <a:ea typeface="Raleway"/>
                <a:cs typeface="Raleway"/>
              </a:rPr>
              <a:t>Cloud framework</a:t>
            </a:r>
          </a:p>
        </p:txBody>
      </p:sp>
      <p:sp>
        <p:nvSpPr>
          <p:cNvPr id="9" name="current-content-69">
            <a:extLst>
              <a:ext uri="{FF2B5EF4-FFF2-40B4-BE49-F238E27FC236}">
                <a16:creationId xmlns:a16="http://schemas.microsoft.com/office/drawing/2014/main" id="{57D89509-B5E2-4D38-A4D6-1E4210C7813F}"/>
              </a:ext>
            </a:extLst>
          </p:cNvPr>
          <p:cNvSpPr>
            <a:spLocks noGrp="1"/>
          </p:cNvSpPr>
          <p:nvPr/>
        </p:nvSpPr>
        <p:spPr>
          <a:xfrm>
            <a:off x="3381375" y="2362200"/>
            <a:ext cx="5219700" cy="361950"/>
          </a:xfrm>
          <a:prstGeom prst="rect">
            <a:avLst/>
          </a:prstGeom>
          <a:noFill/>
          <a:ln w="0">
            <a:noFill/>
          </a:ln>
        </p:spPr>
        <p:txBody>
          <a:bodyPr wrap="square" lIns="0" tIns="0" rIns="0" bIns="0" anchor="t">
            <a:noAutofit/>
          </a:bodyPr>
          <a:lstStyle>
            <a:defPPr algn="l">
              <a:defRPr sz="1800" b="0">
                <a:solidFill>
                  <a:srgbClr val="171717"/>
                </a:solidFill>
                <a:latin typeface="Arial"/>
                <a:ea typeface="Arial"/>
                <a:cs typeface="Arial"/>
              </a:defRPr>
            </a:defPPr>
            <a:lvl1pPr algn="l">
              <a:defRPr sz="1800" b="0">
                <a:solidFill>
                  <a:srgbClr val="171717"/>
                </a:solidFill>
                <a:latin typeface="Arial"/>
                <a:ea typeface="Arial"/>
                <a:cs typeface="Arial"/>
              </a:defRPr>
            </a:lvl1pPr>
            <a:lvl2pPr algn="l">
              <a:defRPr sz="1800" b="0">
                <a:solidFill>
                  <a:srgbClr val="171717"/>
                </a:solidFill>
                <a:latin typeface="Arial"/>
                <a:ea typeface="Arial"/>
                <a:cs typeface="Arial"/>
              </a:defRPr>
            </a:lvl2pPr>
            <a:lvl3pPr algn="l">
              <a:defRPr sz="1800" b="0">
                <a:solidFill>
                  <a:srgbClr val="171717"/>
                </a:solidFill>
                <a:latin typeface="Arial"/>
                <a:ea typeface="Arial"/>
                <a:cs typeface="Arial"/>
              </a:defRPr>
            </a:lvl3pPr>
            <a:lvl4pPr algn="l">
              <a:defRPr sz="1800" b="0">
                <a:solidFill>
                  <a:srgbClr val="171717"/>
                </a:solidFill>
                <a:latin typeface="Arial"/>
                <a:ea typeface="Arial"/>
                <a:cs typeface="Arial"/>
              </a:defRPr>
            </a:lvl4pPr>
            <a:lvl5pPr algn="l">
              <a:defRPr sz="1800" b="0">
                <a:solidFill>
                  <a:srgbClr val="171717"/>
                </a:solidFill>
                <a:latin typeface="Arial"/>
                <a:ea typeface="Arial"/>
                <a:cs typeface="Arial"/>
              </a:defRPr>
            </a:lvl5pPr>
            <a:lvl6pPr algn="l">
              <a:defRPr sz="1800" b="0">
                <a:solidFill>
                  <a:srgbClr val="171717"/>
                </a:solidFill>
                <a:latin typeface="Arial"/>
                <a:ea typeface="Arial"/>
                <a:cs typeface="Arial"/>
              </a:defRPr>
            </a:lvl6pPr>
            <a:lvl7pPr algn="l">
              <a:defRPr sz="1800" b="0">
                <a:solidFill>
                  <a:srgbClr val="171717"/>
                </a:solidFill>
                <a:latin typeface="Arial"/>
                <a:ea typeface="Arial"/>
                <a:cs typeface="Arial"/>
              </a:defRPr>
            </a:lvl7pPr>
            <a:lvl8pPr algn="l">
              <a:defRPr sz="1800" b="0">
                <a:solidFill>
                  <a:srgbClr val="171717"/>
                </a:solidFill>
                <a:latin typeface="Arial"/>
                <a:ea typeface="Arial"/>
                <a:cs typeface="Arial"/>
              </a:defRPr>
            </a:lvl8pPr>
            <a:lvl9pPr algn="l">
              <a:defRPr sz="1800" b="0">
                <a:solidFill>
                  <a:srgbClr val="171717"/>
                </a:solidFill>
                <a:latin typeface="Arial"/>
                <a:ea typeface="Arial"/>
                <a:cs typeface="Arial"/>
              </a:defRPr>
            </a:lvl9pPr>
          </a:lstStyle>
          <a:p>
            <a:pPr algn="l">
              <a:defRPr sz="1800" b="0">
                <a:solidFill>
                  <a:srgbClr val="171717"/>
                </a:solidFill>
                <a:latin typeface="Arial"/>
                <a:ea typeface="Arial"/>
                <a:cs typeface="Arial"/>
              </a:defRPr>
            </a:pPr>
            <a:r>
              <a:rPr sz="1800" b="0">
                <a:solidFill>
                  <a:srgbClr val="171717"/>
                </a:solidFill>
                <a:latin typeface="Arial"/>
                <a:ea typeface="Arial"/>
                <a:cs typeface="Arial"/>
              </a:rPr>
              <a:t>Integrated records, cost, safety and flexibility</a:t>
            </a:r>
          </a:p>
        </p:txBody>
      </p:sp>
      <p:sp>
        <p:nvSpPr>
          <p:cNvPr id="10" name="current-content-70">
            <a:extLst>
              <a:ext uri="{FF2B5EF4-FFF2-40B4-BE49-F238E27FC236}">
                <a16:creationId xmlns:a16="http://schemas.microsoft.com/office/drawing/2014/main" id="{DB6EE8FB-9BC2-4487-B627-F39368FBAD73}"/>
              </a:ext>
            </a:extLst>
          </p:cNvPr>
          <p:cNvSpPr>
            <a:spLocks noGrp="1"/>
          </p:cNvSpPr>
          <p:nvPr/>
        </p:nvSpPr>
        <p:spPr>
          <a:xfrm>
            <a:off x="3381375" y="2771775"/>
            <a:ext cx="5219700" cy="409575"/>
          </a:xfrm>
          <a:prstGeom prst="rect">
            <a:avLst/>
          </a:prstGeom>
          <a:noFill/>
          <a:ln w="0">
            <a:noFill/>
          </a:ln>
        </p:spPr>
        <p:txBody>
          <a:bodyPr wrap="square" lIns="0" tIns="0" rIns="0" bIns="0" anchor="t">
            <a:noAutofit/>
          </a:bodyPr>
          <a:lstStyle>
            <a:defPPr algn="l">
              <a:defRPr sz="1275" b="0">
                <a:solidFill>
                  <a:srgbClr val="595959"/>
                </a:solidFill>
                <a:latin typeface="Arial"/>
                <a:ea typeface="Arial"/>
                <a:cs typeface="Arial"/>
              </a:defRPr>
            </a:defPPr>
            <a:lvl1pPr algn="l">
              <a:defRPr sz="1275" b="0">
                <a:solidFill>
                  <a:srgbClr val="595959"/>
                </a:solidFill>
                <a:latin typeface="Arial"/>
                <a:ea typeface="Arial"/>
                <a:cs typeface="Arial"/>
              </a:defRPr>
            </a:lvl1pPr>
            <a:lvl2pPr algn="l">
              <a:defRPr sz="1275" b="0">
                <a:solidFill>
                  <a:srgbClr val="595959"/>
                </a:solidFill>
                <a:latin typeface="Arial"/>
                <a:ea typeface="Arial"/>
                <a:cs typeface="Arial"/>
              </a:defRPr>
            </a:lvl2pPr>
            <a:lvl3pPr algn="l">
              <a:defRPr sz="1275" b="0">
                <a:solidFill>
                  <a:srgbClr val="595959"/>
                </a:solidFill>
                <a:latin typeface="Arial"/>
                <a:ea typeface="Arial"/>
                <a:cs typeface="Arial"/>
              </a:defRPr>
            </a:lvl3pPr>
            <a:lvl4pPr algn="l">
              <a:defRPr sz="1275" b="0">
                <a:solidFill>
                  <a:srgbClr val="595959"/>
                </a:solidFill>
                <a:latin typeface="Arial"/>
                <a:ea typeface="Arial"/>
                <a:cs typeface="Arial"/>
              </a:defRPr>
            </a:lvl4pPr>
            <a:lvl5pPr algn="l">
              <a:defRPr sz="1275" b="0">
                <a:solidFill>
                  <a:srgbClr val="595959"/>
                </a:solidFill>
                <a:latin typeface="Arial"/>
                <a:ea typeface="Arial"/>
                <a:cs typeface="Arial"/>
              </a:defRPr>
            </a:lvl5pPr>
            <a:lvl6pPr algn="l">
              <a:defRPr sz="1275" b="0">
                <a:solidFill>
                  <a:srgbClr val="595959"/>
                </a:solidFill>
                <a:latin typeface="Arial"/>
                <a:ea typeface="Arial"/>
                <a:cs typeface="Arial"/>
              </a:defRPr>
            </a:lvl6pPr>
            <a:lvl7pPr algn="l">
              <a:defRPr sz="1275" b="0">
                <a:solidFill>
                  <a:srgbClr val="595959"/>
                </a:solidFill>
                <a:latin typeface="Arial"/>
                <a:ea typeface="Arial"/>
                <a:cs typeface="Arial"/>
              </a:defRPr>
            </a:lvl7pPr>
            <a:lvl8pPr algn="l">
              <a:defRPr sz="1275" b="0">
                <a:solidFill>
                  <a:srgbClr val="595959"/>
                </a:solidFill>
                <a:latin typeface="Arial"/>
                <a:ea typeface="Arial"/>
                <a:cs typeface="Arial"/>
              </a:defRPr>
            </a:lvl8pPr>
            <a:lvl9pPr algn="l">
              <a:defRPr sz="1275" b="0">
                <a:solidFill>
                  <a:srgbClr val="595959"/>
                </a:solidFill>
                <a:latin typeface="Arial"/>
                <a:ea typeface="Arial"/>
                <a:cs typeface="Arial"/>
              </a:defRPr>
            </a:lvl9pPr>
          </a:lstStyle>
          <a:p>
            <a:pPr algn="l">
              <a:defRPr sz="1275" b="0">
                <a:solidFill>
                  <a:srgbClr val="595959"/>
                </a:solidFill>
                <a:latin typeface="Arial"/>
                <a:ea typeface="Arial"/>
                <a:cs typeface="Arial"/>
              </a:defRPr>
            </a:pPr>
            <a:r>
              <a:rPr sz="1275" b="0">
                <a:solidFill>
                  <a:srgbClr val="595959"/>
                </a:solidFill>
                <a:latin typeface="Arial"/>
                <a:ea typeface="Arial"/>
                <a:cs typeface="Arial"/>
              </a:rPr>
              <a:t>Luo (2024)</a:t>
            </a:r>
          </a:p>
        </p:txBody>
      </p:sp>
      <p:sp>
        <p:nvSpPr>
          <p:cNvPr id="11" name="Straight Connector 10">
            <a:extLst>
              <a:ext uri="{FF2B5EF4-FFF2-40B4-BE49-F238E27FC236}">
                <a16:creationId xmlns:a16="http://schemas.microsoft.com/office/drawing/2014/main" id="{5761F31C-D93A-40AB-90C1-0E0B034E275A}"/>
              </a:ext>
            </a:extLst>
          </p:cNvPr>
          <p:cNvSpPr>
            <a:spLocks noGrp="1"/>
          </p:cNvSpPr>
          <p:nvPr/>
        </p:nvSpPr>
        <p:spPr>
          <a:xfrm>
            <a:off x="533400" y="3209925"/>
            <a:ext cx="8067675" cy="0"/>
          </a:xfrm>
          <a:prstGeom prst="line">
            <a:avLst/>
          </a:prstGeom>
          <a:ln w="9525">
            <a:solidFill>
              <a:srgbClr val="A6B0BE"/>
            </a:solidFill>
          </a:ln>
        </p:spPr>
        <p:txBody>
          <a:bodyPr/>
          <a:lstStyle/>
          <a:p>
            <a:endParaRPr lang="en-PH"/>
          </a:p>
        </p:txBody>
      </p:sp>
      <p:sp>
        <p:nvSpPr>
          <p:cNvPr id="12" name="current-content-71">
            <a:extLst>
              <a:ext uri="{FF2B5EF4-FFF2-40B4-BE49-F238E27FC236}">
                <a16:creationId xmlns:a16="http://schemas.microsoft.com/office/drawing/2014/main" id="{80E92504-DF02-47F3-8ABD-C0AED989344F}"/>
              </a:ext>
            </a:extLst>
          </p:cNvPr>
          <p:cNvSpPr>
            <a:spLocks noGrp="1"/>
          </p:cNvSpPr>
          <p:nvPr/>
        </p:nvSpPr>
        <p:spPr>
          <a:xfrm>
            <a:off x="533400" y="3390900"/>
            <a:ext cx="2667000" cy="352425"/>
          </a:xfrm>
          <a:prstGeom prst="rect">
            <a:avLst/>
          </a:prstGeom>
          <a:noFill/>
          <a:ln w="0">
            <a:noFill/>
          </a:ln>
        </p:spPr>
        <p:txBody>
          <a:bodyPr wrap="square" lIns="0" tIns="0" rIns="0" bIns="0" anchor="t">
            <a:noAutofit/>
          </a:bodyPr>
          <a:lstStyle>
            <a:defPPr algn="l">
              <a:defRPr sz="1875" b="1">
                <a:solidFill>
                  <a:srgbClr val="202C61"/>
                </a:solidFill>
                <a:latin typeface="Raleway"/>
                <a:ea typeface="Raleway"/>
                <a:cs typeface="Raleway"/>
              </a:defRPr>
            </a:defPPr>
            <a:lvl1pPr algn="l">
              <a:defRPr sz="1875" b="1">
                <a:solidFill>
                  <a:srgbClr val="202C61"/>
                </a:solidFill>
                <a:latin typeface="Raleway"/>
                <a:ea typeface="Raleway"/>
                <a:cs typeface="Raleway"/>
              </a:defRPr>
            </a:lvl1pPr>
            <a:lvl2pPr algn="l">
              <a:defRPr sz="1875" b="1">
                <a:solidFill>
                  <a:srgbClr val="202C61"/>
                </a:solidFill>
                <a:latin typeface="Raleway"/>
                <a:ea typeface="Raleway"/>
                <a:cs typeface="Raleway"/>
              </a:defRPr>
            </a:lvl2pPr>
            <a:lvl3pPr algn="l">
              <a:defRPr sz="1875" b="1">
                <a:solidFill>
                  <a:srgbClr val="202C61"/>
                </a:solidFill>
                <a:latin typeface="Raleway"/>
                <a:ea typeface="Raleway"/>
                <a:cs typeface="Raleway"/>
              </a:defRPr>
            </a:lvl3pPr>
            <a:lvl4pPr algn="l">
              <a:defRPr sz="1875" b="1">
                <a:solidFill>
                  <a:srgbClr val="202C61"/>
                </a:solidFill>
                <a:latin typeface="Raleway"/>
                <a:ea typeface="Raleway"/>
                <a:cs typeface="Raleway"/>
              </a:defRPr>
            </a:lvl4pPr>
            <a:lvl5pPr algn="l">
              <a:defRPr sz="1875" b="1">
                <a:solidFill>
                  <a:srgbClr val="202C61"/>
                </a:solidFill>
                <a:latin typeface="Raleway"/>
                <a:ea typeface="Raleway"/>
                <a:cs typeface="Raleway"/>
              </a:defRPr>
            </a:lvl5pPr>
            <a:lvl6pPr algn="l">
              <a:defRPr sz="1875" b="1">
                <a:solidFill>
                  <a:srgbClr val="202C61"/>
                </a:solidFill>
                <a:latin typeface="Raleway"/>
                <a:ea typeface="Raleway"/>
                <a:cs typeface="Raleway"/>
              </a:defRPr>
            </a:lvl6pPr>
            <a:lvl7pPr algn="l">
              <a:defRPr sz="1875" b="1">
                <a:solidFill>
                  <a:srgbClr val="202C61"/>
                </a:solidFill>
                <a:latin typeface="Raleway"/>
                <a:ea typeface="Raleway"/>
                <a:cs typeface="Raleway"/>
              </a:defRPr>
            </a:lvl7pPr>
            <a:lvl8pPr algn="l">
              <a:defRPr sz="1875" b="1">
                <a:solidFill>
                  <a:srgbClr val="202C61"/>
                </a:solidFill>
                <a:latin typeface="Raleway"/>
                <a:ea typeface="Raleway"/>
                <a:cs typeface="Raleway"/>
              </a:defRPr>
            </a:lvl8pPr>
            <a:lvl9pPr algn="l">
              <a:defRPr sz="1875" b="1">
                <a:solidFill>
                  <a:srgbClr val="202C61"/>
                </a:solidFill>
                <a:latin typeface="Raleway"/>
                <a:ea typeface="Raleway"/>
                <a:cs typeface="Raleway"/>
              </a:defRPr>
            </a:lvl9pPr>
          </a:lstStyle>
          <a:p>
            <a:pPr algn="l">
              <a:defRPr sz="1875" b="1">
                <a:solidFill>
                  <a:srgbClr val="202C61"/>
                </a:solidFill>
                <a:latin typeface="Raleway"/>
                <a:ea typeface="Raleway"/>
                <a:cs typeface="Raleway"/>
              </a:defRPr>
            </a:pPr>
            <a:r>
              <a:rPr sz="1875" b="1">
                <a:solidFill>
                  <a:srgbClr val="202C61"/>
                </a:solidFill>
                <a:latin typeface="Raleway"/>
                <a:ea typeface="Raleway"/>
                <a:cs typeface="Raleway"/>
              </a:rPr>
              <a:t>Security and acceptance</a:t>
            </a:r>
          </a:p>
        </p:txBody>
      </p:sp>
      <p:sp>
        <p:nvSpPr>
          <p:cNvPr id="13" name="current-content-72">
            <a:extLst>
              <a:ext uri="{FF2B5EF4-FFF2-40B4-BE49-F238E27FC236}">
                <a16:creationId xmlns:a16="http://schemas.microsoft.com/office/drawing/2014/main" id="{09EE5884-491F-41AF-B44B-84178924E8D4}"/>
              </a:ext>
            </a:extLst>
          </p:cNvPr>
          <p:cNvSpPr>
            <a:spLocks noGrp="1"/>
          </p:cNvSpPr>
          <p:nvPr/>
        </p:nvSpPr>
        <p:spPr>
          <a:xfrm>
            <a:off x="3381375" y="3390900"/>
            <a:ext cx="5219700" cy="361950"/>
          </a:xfrm>
          <a:prstGeom prst="rect">
            <a:avLst/>
          </a:prstGeom>
          <a:noFill/>
          <a:ln w="0">
            <a:noFill/>
          </a:ln>
        </p:spPr>
        <p:txBody>
          <a:bodyPr wrap="square" lIns="0" tIns="0" rIns="0" bIns="0" anchor="t">
            <a:noAutofit/>
          </a:bodyPr>
          <a:lstStyle>
            <a:defPPr algn="l">
              <a:defRPr sz="1800" b="0">
                <a:solidFill>
                  <a:srgbClr val="171717"/>
                </a:solidFill>
                <a:latin typeface="Arial"/>
                <a:ea typeface="Arial"/>
                <a:cs typeface="Arial"/>
              </a:defRPr>
            </a:defPPr>
            <a:lvl1pPr algn="l">
              <a:defRPr sz="1800" b="0">
                <a:solidFill>
                  <a:srgbClr val="171717"/>
                </a:solidFill>
                <a:latin typeface="Arial"/>
                <a:ea typeface="Arial"/>
                <a:cs typeface="Arial"/>
              </a:defRPr>
            </a:lvl1pPr>
            <a:lvl2pPr algn="l">
              <a:defRPr sz="1800" b="0">
                <a:solidFill>
                  <a:srgbClr val="171717"/>
                </a:solidFill>
                <a:latin typeface="Arial"/>
                <a:ea typeface="Arial"/>
                <a:cs typeface="Arial"/>
              </a:defRPr>
            </a:lvl2pPr>
            <a:lvl3pPr algn="l">
              <a:defRPr sz="1800" b="0">
                <a:solidFill>
                  <a:srgbClr val="171717"/>
                </a:solidFill>
                <a:latin typeface="Arial"/>
                <a:ea typeface="Arial"/>
                <a:cs typeface="Arial"/>
              </a:defRPr>
            </a:lvl3pPr>
            <a:lvl4pPr algn="l">
              <a:defRPr sz="1800" b="0">
                <a:solidFill>
                  <a:srgbClr val="171717"/>
                </a:solidFill>
                <a:latin typeface="Arial"/>
                <a:ea typeface="Arial"/>
                <a:cs typeface="Arial"/>
              </a:defRPr>
            </a:lvl4pPr>
            <a:lvl5pPr algn="l">
              <a:defRPr sz="1800" b="0">
                <a:solidFill>
                  <a:srgbClr val="171717"/>
                </a:solidFill>
                <a:latin typeface="Arial"/>
                <a:ea typeface="Arial"/>
                <a:cs typeface="Arial"/>
              </a:defRPr>
            </a:lvl5pPr>
            <a:lvl6pPr algn="l">
              <a:defRPr sz="1800" b="0">
                <a:solidFill>
                  <a:srgbClr val="171717"/>
                </a:solidFill>
                <a:latin typeface="Arial"/>
                <a:ea typeface="Arial"/>
                <a:cs typeface="Arial"/>
              </a:defRPr>
            </a:lvl6pPr>
            <a:lvl7pPr algn="l">
              <a:defRPr sz="1800" b="0">
                <a:solidFill>
                  <a:srgbClr val="171717"/>
                </a:solidFill>
                <a:latin typeface="Arial"/>
                <a:ea typeface="Arial"/>
                <a:cs typeface="Arial"/>
              </a:defRPr>
            </a:lvl7pPr>
            <a:lvl8pPr algn="l">
              <a:defRPr sz="1800" b="0">
                <a:solidFill>
                  <a:srgbClr val="171717"/>
                </a:solidFill>
                <a:latin typeface="Arial"/>
                <a:ea typeface="Arial"/>
                <a:cs typeface="Arial"/>
              </a:defRPr>
            </a:lvl8pPr>
            <a:lvl9pPr algn="l">
              <a:defRPr sz="1800" b="0">
                <a:solidFill>
                  <a:srgbClr val="171717"/>
                </a:solidFill>
                <a:latin typeface="Arial"/>
                <a:ea typeface="Arial"/>
                <a:cs typeface="Arial"/>
              </a:defRPr>
            </a:lvl9pPr>
          </a:lstStyle>
          <a:p>
            <a:pPr algn="l">
              <a:defRPr sz="1800" b="0">
                <a:solidFill>
                  <a:srgbClr val="171717"/>
                </a:solidFill>
                <a:latin typeface="Arial"/>
                <a:ea typeface="Arial"/>
                <a:cs typeface="Arial"/>
              </a:defRPr>
            </a:pPr>
            <a:r>
              <a:rPr sz="1800" b="0">
                <a:solidFill>
                  <a:srgbClr val="171717"/>
                </a:solidFill>
                <a:latin typeface="Arial"/>
                <a:ea typeface="Arial"/>
                <a:cs typeface="Arial"/>
              </a:rPr>
              <a:t>Controlled access and organizational readiness</a:t>
            </a:r>
          </a:p>
        </p:txBody>
      </p:sp>
      <p:sp>
        <p:nvSpPr>
          <p:cNvPr id="14" name="current-content-73">
            <a:extLst>
              <a:ext uri="{FF2B5EF4-FFF2-40B4-BE49-F238E27FC236}">
                <a16:creationId xmlns:a16="http://schemas.microsoft.com/office/drawing/2014/main" id="{D28F4FF1-39F0-43D3-B19D-972C214E5524}"/>
              </a:ext>
            </a:extLst>
          </p:cNvPr>
          <p:cNvSpPr>
            <a:spLocks noGrp="1"/>
          </p:cNvSpPr>
          <p:nvPr/>
        </p:nvSpPr>
        <p:spPr>
          <a:xfrm>
            <a:off x="3381375" y="3800475"/>
            <a:ext cx="5219700" cy="409575"/>
          </a:xfrm>
          <a:prstGeom prst="rect">
            <a:avLst/>
          </a:prstGeom>
          <a:noFill/>
          <a:ln w="0">
            <a:noFill/>
          </a:ln>
        </p:spPr>
        <p:txBody>
          <a:bodyPr wrap="square" lIns="0" tIns="0" rIns="0" bIns="0" anchor="t">
            <a:noAutofit/>
          </a:bodyPr>
          <a:lstStyle>
            <a:defPPr algn="l">
              <a:defRPr sz="1275" b="0">
                <a:solidFill>
                  <a:srgbClr val="595959"/>
                </a:solidFill>
                <a:latin typeface="Arial"/>
                <a:ea typeface="Arial"/>
                <a:cs typeface="Arial"/>
              </a:defRPr>
            </a:defPPr>
            <a:lvl1pPr algn="l">
              <a:defRPr sz="1275" b="0">
                <a:solidFill>
                  <a:srgbClr val="595959"/>
                </a:solidFill>
                <a:latin typeface="Arial"/>
                <a:ea typeface="Arial"/>
                <a:cs typeface="Arial"/>
              </a:defRPr>
            </a:lvl1pPr>
            <a:lvl2pPr algn="l">
              <a:defRPr sz="1275" b="0">
                <a:solidFill>
                  <a:srgbClr val="595959"/>
                </a:solidFill>
                <a:latin typeface="Arial"/>
                <a:ea typeface="Arial"/>
                <a:cs typeface="Arial"/>
              </a:defRPr>
            </a:lvl2pPr>
            <a:lvl3pPr algn="l">
              <a:defRPr sz="1275" b="0">
                <a:solidFill>
                  <a:srgbClr val="595959"/>
                </a:solidFill>
                <a:latin typeface="Arial"/>
                <a:ea typeface="Arial"/>
                <a:cs typeface="Arial"/>
              </a:defRPr>
            </a:lvl3pPr>
            <a:lvl4pPr algn="l">
              <a:defRPr sz="1275" b="0">
                <a:solidFill>
                  <a:srgbClr val="595959"/>
                </a:solidFill>
                <a:latin typeface="Arial"/>
                <a:ea typeface="Arial"/>
                <a:cs typeface="Arial"/>
              </a:defRPr>
            </a:lvl4pPr>
            <a:lvl5pPr algn="l">
              <a:defRPr sz="1275" b="0">
                <a:solidFill>
                  <a:srgbClr val="595959"/>
                </a:solidFill>
                <a:latin typeface="Arial"/>
                <a:ea typeface="Arial"/>
                <a:cs typeface="Arial"/>
              </a:defRPr>
            </a:lvl5pPr>
            <a:lvl6pPr algn="l">
              <a:defRPr sz="1275" b="0">
                <a:solidFill>
                  <a:srgbClr val="595959"/>
                </a:solidFill>
                <a:latin typeface="Arial"/>
                <a:ea typeface="Arial"/>
                <a:cs typeface="Arial"/>
              </a:defRPr>
            </a:lvl6pPr>
            <a:lvl7pPr algn="l">
              <a:defRPr sz="1275" b="0">
                <a:solidFill>
                  <a:srgbClr val="595959"/>
                </a:solidFill>
                <a:latin typeface="Arial"/>
                <a:ea typeface="Arial"/>
                <a:cs typeface="Arial"/>
              </a:defRPr>
            </a:lvl7pPr>
            <a:lvl8pPr algn="l">
              <a:defRPr sz="1275" b="0">
                <a:solidFill>
                  <a:srgbClr val="595959"/>
                </a:solidFill>
                <a:latin typeface="Arial"/>
                <a:ea typeface="Arial"/>
                <a:cs typeface="Arial"/>
              </a:defRPr>
            </a:lvl8pPr>
            <a:lvl9pPr algn="l">
              <a:defRPr sz="1275" b="0">
                <a:solidFill>
                  <a:srgbClr val="595959"/>
                </a:solidFill>
                <a:latin typeface="Arial"/>
                <a:ea typeface="Arial"/>
                <a:cs typeface="Arial"/>
              </a:defRPr>
            </a:lvl9pPr>
          </a:lstStyle>
          <a:p>
            <a:pPr algn="l">
              <a:defRPr sz="1275" b="0">
                <a:solidFill>
                  <a:srgbClr val="595959"/>
                </a:solidFill>
                <a:latin typeface="Arial"/>
                <a:ea typeface="Arial"/>
                <a:cs typeface="Arial"/>
              </a:defRPr>
            </a:pPr>
            <a:r>
              <a:rPr sz="1275" b="0">
                <a:solidFill>
                  <a:srgbClr val="595959"/>
                </a:solidFill>
                <a:latin typeface="Arial"/>
                <a:ea typeface="Arial"/>
                <a:cs typeface="Arial"/>
              </a:rPr>
              <a:t>Mohammad (2022); Nagahawatta et al. (2024); Rashid et al. (2024)</a:t>
            </a:r>
          </a:p>
        </p:txBody>
      </p:sp>
    </p:spTree>
    <p:extLst>
      <p:ext uri="{BB962C8B-B14F-4D97-AF65-F5344CB8AC3E}">
        <p14:creationId xmlns:p14="http://schemas.microsoft.com/office/powerpoint/2010/main" val="484074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BCFEBC09-2875-4B8A-852F-69129B50AD03}"/>
              </a:ext>
            </a:extLst>
          </p:cNvPr>
          <p:cNvPicPr>
            <a:picLocks noChangeAspect="1"/>
          </p:cNvPicPr>
          <p:nvPr/>
        </p:nvPicPr>
        <p:blipFill>
          <a:blip r:embed="rId3"/>
          <a:stretch/>
        </p:blipFill>
        <p:spPr>
          <a:xfrm>
            <a:off x="6572250" y="260789"/>
            <a:ext cx="2238375" cy="716673"/>
          </a:xfrm>
          <a:prstGeom prst="rect">
            <a:avLst/>
          </a:prstGeom>
        </p:spPr>
      </p:pic>
      <p:sp>
        <p:nvSpPr>
          <p:cNvPr id="2" name="current-content-12">
            <a:extLst>
              <a:ext uri="{FF2B5EF4-FFF2-40B4-BE49-F238E27FC236}">
                <a16:creationId xmlns:a16="http://schemas.microsoft.com/office/drawing/2014/main" id="{712932B3-7839-4831-93A3-9EFE638548FC}"/>
              </a:ext>
            </a:extLst>
          </p:cNvPr>
          <p:cNvSpPr>
            <a:spLocks noGrp="1"/>
          </p:cNvSpPr>
          <p:nvPr/>
        </p:nvSpPr>
        <p:spPr>
          <a:xfrm>
            <a:off x="533400" y="457200"/>
            <a:ext cx="5762625" cy="552450"/>
          </a:xfrm>
          <a:prstGeom prst="rect">
            <a:avLst/>
          </a:prstGeom>
          <a:noFill/>
          <a:ln w="0">
            <a:noFill/>
          </a:ln>
        </p:spPr>
        <p:txBody>
          <a:bodyPr wrap="square" lIns="0" tIns="0" rIns="0" bIns="0" anchor="t">
            <a:noAutofit/>
          </a:bodyPr>
          <a:lstStyle>
            <a:defPPr algn="l">
              <a:defRPr sz="2520" b="1">
                <a:solidFill>
                  <a:srgbClr val="0070C0"/>
                </a:solidFill>
                <a:latin typeface="Raleway"/>
                <a:ea typeface="Raleway"/>
                <a:cs typeface="Raleway"/>
              </a:defRPr>
            </a:defPPr>
            <a:lvl1pPr algn="l">
              <a:defRPr sz="2520" b="1">
                <a:solidFill>
                  <a:srgbClr val="0070C0"/>
                </a:solidFill>
                <a:latin typeface="Raleway"/>
                <a:ea typeface="Raleway"/>
                <a:cs typeface="Raleway"/>
              </a:defRPr>
            </a:lvl1pPr>
            <a:lvl2pPr algn="l">
              <a:defRPr sz="2520" b="1">
                <a:solidFill>
                  <a:srgbClr val="0070C0"/>
                </a:solidFill>
                <a:latin typeface="Raleway"/>
                <a:ea typeface="Raleway"/>
                <a:cs typeface="Raleway"/>
              </a:defRPr>
            </a:lvl2pPr>
            <a:lvl3pPr algn="l">
              <a:defRPr sz="2520" b="1">
                <a:solidFill>
                  <a:srgbClr val="0070C0"/>
                </a:solidFill>
                <a:latin typeface="Raleway"/>
                <a:ea typeface="Raleway"/>
                <a:cs typeface="Raleway"/>
              </a:defRPr>
            </a:lvl3pPr>
            <a:lvl4pPr algn="l">
              <a:defRPr sz="2520" b="1">
                <a:solidFill>
                  <a:srgbClr val="0070C0"/>
                </a:solidFill>
                <a:latin typeface="Raleway"/>
                <a:ea typeface="Raleway"/>
                <a:cs typeface="Raleway"/>
              </a:defRPr>
            </a:lvl4pPr>
            <a:lvl5pPr algn="l">
              <a:defRPr sz="2520" b="1">
                <a:solidFill>
                  <a:srgbClr val="0070C0"/>
                </a:solidFill>
                <a:latin typeface="Raleway"/>
                <a:ea typeface="Raleway"/>
                <a:cs typeface="Raleway"/>
              </a:defRPr>
            </a:lvl5pPr>
            <a:lvl6pPr algn="l">
              <a:defRPr sz="2520" b="1">
                <a:solidFill>
                  <a:srgbClr val="0070C0"/>
                </a:solidFill>
                <a:latin typeface="Raleway"/>
                <a:ea typeface="Raleway"/>
                <a:cs typeface="Raleway"/>
              </a:defRPr>
            </a:lvl6pPr>
            <a:lvl7pPr algn="l">
              <a:defRPr sz="2520" b="1">
                <a:solidFill>
                  <a:srgbClr val="0070C0"/>
                </a:solidFill>
                <a:latin typeface="Raleway"/>
                <a:ea typeface="Raleway"/>
                <a:cs typeface="Raleway"/>
              </a:defRPr>
            </a:lvl7pPr>
            <a:lvl8pPr algn="l">
              <a:defRPr sz="2520" b="1">
                <a:solidFill>
                  <a:srgbClr val="0070C0"/>
                </a:solidFill>
                <a:latin typeface="Raleway"/>
                <a:ea typeface="Raleway"/>
                <a:cs typeface="Raleway"/>
              </a:defRPr>
            </a:lvl8pPr>
            <a:lvl9pPr algn="l">
              <a:defRPr sz="2520" b="1">
                <a:solidFill>
                  <a:srgbClr val="0070C0"/>
                </a:solidFill>
                <a:latin typeface="Raleway"/>
                <a:ea typeface="Raleway"/>
                <a:cs typeface="Raleway"/>
              </a:defRPr>
            </a:lvl9pPr>
          </a:lstStyle>
          <a:p>
            <a:pPr algn="l">
              <a:defRPr sz="2520" b="1">
                <a:solidFill>
                  <a:srgbClr val="0070C0"/>
                </a:solidFill>
                <a:latin typeface="Raleway"/>
                <a:ea typeface="Raleway"/>
                <a:cs typeface="Raleway"/>
              </a:defRPr>
            </a:pPr>
            <a:r>
              <a:rPr sz="2520" b="1">
                <a:solidFill>
                  <a:srgbClr val="0070C0"/>
                </a:solidFill>
                <a:latin typeface="Raleway"/>
                <a:ea typeface="Raleway"/>
                <a:cs typeface="Raleway"/>
              </a:rPr>
              <a:t>Research methodology</a:t>
            </a:r>
          </a:p>
        </p:txBody>
      </p:sp>
      <p:sp>
        <p:nvSpPr>
          <p:cNvPr id="4" name="current-content-75">
            <a:extLst>
              <a:ext uri="{FF2B5EF4-FFF2-40B4-BE49-F238E27FC236}">
                <a16:creationId xmlns:a16="http://schemas.microsoft.com/office/drawing/2014/main" id="{40ECE8E1-D718-41AB-B7DD-200B77673798}"/>
              </a:ext>
            </a:extLst>
          </p:cNvPr>
          <p:cNvSpPr>
            <a:spLocks noGrp="1"/>
          </p:cNvSpPr>
          <p:nvPr/>
        </p:nvSpPr>
        <p:spPr>
          <a:xfrm>
            <a:off x="533400" y="1257300"/>
            <a:ext cx="8058150" cy="409575"/>
          </a:xfrm>
          <a:prstGeom prst="rect">
            <a:avLst/>
          </a:prstGeom>
          <a:noFill/>
          <a:ln w="0">
            <a:noFill/>
          </a:ln>
        </p:spPr>
        <p:txBody>
          <a:bodyPr wrap="square" lIns="0" tIns="0" rIns="0" bIns="0" anchor="t">
            <a:noAutofit/>
          </a:bodyPr>
          <a:lstStyle>
            <a:defPPr algn="l">
              <a:defRPr sz="2175" b="1">
                <a:solidFill>
                  <a:srgbClr val="202C61"/>
                </a:solidFill>
                <a:latin typeface="Raleway"/>
                <a:ea typeface="Raleway"/>
                <a:cs typeface="Raleway"/>
              </a:defRPr>
            </a:defPPr>
            <a:lvl1pPr algn="l">
              <a:defRPr sz="2175" b="1">
                <a:solidFill>
                  <a:srgbClr val="202C61"/>
                </a:solidFill>
                <a:latin typeface="Raleway"/>
                <a:ea typeface="Raleway"/>
                <a:cs typeface="Raleway"/>
              </a:defRPr>
            </a:lvl1pPr>
            <a:lvl2pPr algn="l">
              <a:defRPr sz="2175" b="1">
                <a:solidFill>
                  <a:srgbClr val="202C61"/>
                </a:solidFill>
                <a:latin typeface="Raleway"/>
                <a:ea typeface="Raleway"/>
                <a:cs typeface="Raleway"/>
              </a:defRPr>
            </a:lvl2pPr>
            <a:lvl3pPr algn="l">
              <a:defRPr sz="2175" b="1">
                <a:solidFill>
                  <a:srgbClr val="202C61"/>
                </a:solidFill>
                <a:latin typeface="Raleway"/>
                <a:ea typeface="Raleway"/>
                <a:cs typeface="Raleway"/>
              </a:defRPr>
            </a:lvl3pPr>
            <a:lvl4pPr algn="l">
              <a:defRPr sz="2175" b="1">
                <a:solidFill>
                  <a:srgbClr val="202C61"/>
                </a:solidFill>
                <a:latin typeface="Raleway"/>
                <a:ea typeface="Raleway"/>
                <a:cs typeface="Raleway"/>
              </a:defRPr>
            </a:lvl4pPr>
            <a:lvl5pPr algn="l">
              <a:defRPr sz="2175" b="1">
                <a:solidFill>
                  <a:srgbClr val="202C61"/>
                </a:solidFill>
                <a:latin typeface="Raleway"/>
                <a:ea typeface="Raleway"/>
                <a:cs typeface="Raleway"/>
              </a:defRPr>
            </a:lvl5pPr>
            <a:lvl6pPr algn="l">
              <a:defRPr sz="2175" b="1">
                <a:solidFill>
                  <a:srgbClr val="202C61"/>
                </a:solidFill>
                <a:latin typeface="Raleway"/>
                <a:ea typeface="Raleway"/>
                <a:cs typeface="Raleway"/>
              </a:defRPr>
            </a:lvl6pPr>
            <a:lvl7pPr algn="l">
              <a:defRPr sz="2175" b="1">
                <a:solidFill>
                  <a:srgbClr val="202C61"/>
                </a:solidFill>
                <a:latin typeface="Raleway"/>
                <a:ea typeface="Raleway"/>
                <a:cs typeface="Raleway"/>
              </a:defRPr>
            </a:lvl7pPr>
            <a:lvl8pPr algn="l">
              <a:defRPr sz="2175" b="1">
                <a:solidFill>
                  <a:srgbClr val="202C61"/>
                </a:solidFill>
                <a:latin typeface="Raleway"/>
                <a:ea typeface="Raleway"/>
                <a:cs typeface="Raleway"/>
              </a:defRPr>
            </a:lvl8pPr>
            <a:lvl9pPr algn="l">
              <a:defRPr sz="2175" b="1">
                <a:solidFill>
                  <a:srgbClr val="202C61"/>
                </a:solidFill>
                <a:latin typeface="Raleway"/>
                <a:ea typeface="Raleway"/>
                <a:cs typeface="Raleway"/>
              </a:defRPr>
            </a:lvl9pPr>
          </a:lstStyle>
          <a:p>
            <a:pPr algn="l">
              <a:defRPr sz="2175" b="1">
                <a:solidFill>
                  <a:srgbClr val="202C61"/>
                </a:solidFill>
                <a:latin typeface="Raleway"/>
                <a:ea typeface="Raleway"/>
                <a:cs typeface="Raleway"/>
              </a:defRPr>
            </a:pPr>
            <a:r>
              <a:rPr sz="2175" b="1">
                <a:solidFill>
                  <a:srgbClr val="202C61"/>
                </a:solidFill>
                <a:latin typeface="Raleway"/>
                <a:ea typeface="Raleway"/>
                <a:cs typeface="Raleway"/>
              </a:rPr>
              <a:t>Exploratory sequential mixed methods</a:t>
            </a:r>
          </a:p>
        </p:txBody>
      </p:sp>
      <p:sp>
        <p:nvSpPr>
          <p:cNvPr id="5" name="current-content-76">
            <a:extLst>
              <a:ext uri="{FF2B5EF4-FFF2-40B4-BE49-F238E27FC236}">
                <a16:creationId xmlns:a16="http://schemas.microsoft.com/office/drawing/2014/main" id="{2C0EAEF8-F915-4963-B8EC-733025631FDD}"/>
              </a:ext>
            </a:extLst>
          </p:cNvPr>
          <p:cNvSpPr>
            <a:spLocks noGrp="1"/>
          </p:cNvSpPr>
          <p:nvPr/>
        </p:nvSpPr>
        <p:spPr>
          <a:xfrm>
            <a:off x="533400" y="1943100"/>
            <a:ext cx="809625" cy="361950"/>
          </a:xfrm>
          <a:prstGeom prst="rect">
            <a:avLst/>
          </a:prstGeom>
          <a:noFill/>
          <a:ln w="0">
            <a:noFill/>
          </a:ln>
        </p:spPr>
        <p:txBody>
          <a:bodyPr wrap="square" lIns="0" tIns="0" rIns="0" bIns="0" anchor="t">
            <a:noAutofit/>
          </a:bodyPr>
          <a:lstStyle>
            <a:defPPr algn="l">
              <a:defRPr sz="2025" b="1">
                <a:solidFill>
                  <a:srgbClr val="0070C0"/>
                </a:solidFill>
                <a:latin typeface="Arial"/>
                <a:ea typeface="Arial"/>
                <a:cs typeface="Arial"/>
              </a:defRPr>
            </a:defPPr>
            <a:lvl1pPr algn="l">
              <a:defRPr sz="2025" b="1">
                <a:solidFill>
                  <a:srgbClr val="0070C0"/>
                </a:solidFill>
                <a:latin typeface="Arial"/>
                <a:ea typeface="Arial"/>
                <a:cs typeface="Arial"/>
              </a:defRPr>
            </a:lvl1pPr>
            <a:lvl2pPr algn="l">
              <a:defRPr sz="2025" b="1">
                <a:solidFill>
                  <a:srgbClr val="0070C0"/>
                </a:solidFill>
                <a:latin typeface="Arial"/>
                <a:ea typeface="Arial"/>
                <a:cs typeface="Arial"/>
              </a:defRPr>
            </a:lvl2pPr>
            <a:lvl3pPr algn="l">
              <a:defRPr sz="2025" b="1">
                <a:solidFill>
                  <a:srgbClr val="0070C0"/>
                </a:solidFill>
                <a:latin typeface="Arial"/>
                <a:ea typeface="Arial"/>
                <a:cs typeface="Arial"/>
              </a:defRPr>
            </a:lvl3pPr>
            <a:lvl4pPr algn="l">
              <a:defRPr sz="2025" b="1">
                <a:solidFill>
                  <a:srgbClr val="0070C0"/>
                </a:solidFill>
                <a:latin typeface="Arial"/>
                <a:ea typeface="Arial"/>
                <a:cs typeface="Arial"/>
              </a:defRPr>
            </a:lvl4pPr>
            <a:lvl5pPr algn="l">
              <a:defRPr sz="2025" b="1">
                <a:solidFill>
                  <a:srgbClr val="0070C0"/>
                </a:solidFill>
                <a:latin typeface="Arial"/>
                <a:ea typeface="Arial"/>
                <a:cs typeface="Arial"/>
              </a:defRPr>
            </a:lvl5pPr>
            <a:lvl6pPr algn="l">
              <a:defRPr sz="2025" b="1">
                <a:solidFill>
                  <a:srgbClr val="0070C0"/>
                </a:solidFill>
                <a:latin typeface="Arial"/>
                <a:ea typeface="Arial"/>
                <a:cs typeface="Arial"/>
              </a:defRPr>
            </a:lvl6pPr>
            <a:lvl7pPr algn="l">
              <a:defRPr sz="2025" b="1">
                <a:solidFill>
                  <a:srgbClr val="0070C0"/>
                </a:solidFill>
                <a:latin typeface="Arial"/>
                <a:ea typeface="Arial"/>
                <a:cs typeface="Arial"/>
              </a:defRPr>
            </a:lvl7pPr>
            <a:lvl8pPr algn="l">
              <a:defRPr sz="2025" b="1">
                <a:solidFill>
                  <a:srgbClr val="0070C0"/>
                </a:solidFill>
                <a:latin typeface="Arial"/>
                <a:ea typeface="Arial"/>
                <a:cs typeface="Arial"/>
              </a:defRPr>
            </a:lvl8pPr>
            <a:lvl9pPr algn="l">
              <a:defRPr sz="2025" b="1">
                <a:solidFill>
                  <a:srgbClr val="0070C0"/>
                </a:solidFill>
                <a:latin typeface="Arial"/>
                <a:ea typeface="Arial"/>
                <a:cs typeface="Arial"/>
              </a:defRPr>
            </a:lvl9pPr>
          </a:lstStyle>
          <a:p>
            <a:pPr algn="l">
              <a:defRPr sz="2025" b="1">
                <a:solidFill>
                  <a:srgbClr val="0070C0"/>
                </a:solidFill>
                <a:latin typeface="Arial"/>
                <a:ea typeface="Arial"/>
                <a:cs typeface="Arial"/>
              </a:defRPr>
            </a:pPr>
            <a:r>
              <a:rPr sz="2025" b="1">
                <a:solidFill>
                  <a:srgbClr val="0070C0"/>
                </a:solidFill>
                <a:latin typeface="Arial"/>
                <a:ea typeface="Arial"/>
                <a:cs typeface="Arial"/>
              </a:rPr>
              <a:t>RQ1</a:t>
            </a:r>
          </a:p>
        </p:txBody>
      </p:sp>
      <p:sp>
        <p:nvSpPr>
          <p:cNvPr id="6" name="current-content-77">
            <a:extLst>
              <a:ext uri="{FF2B5EF4-FFF2-40B4-BE49-F238E27FC236}">
                <a16:creationId xmlns:a16="http://schemas.microsoft.com/office/drawing/2014/main" id="{8853BA7B-6969-4FEE-B33A-D189FD749060}"/>
              </a:ext>
            </a:extLst>
          </p:cNvPr>
          <p:cNvSpPr>
            <a:spLocks noGrp="1"/>
          </p:cNvSpPr>
          <p:nvPr/>
        </p:nvSpPr>
        <p:spPr>
          <a:xfrm>
            <a:off x="1714500" y="1943100"/>
            <a:ext cx="6762750" cy="323850"/>
          </a:xfrm>
          <a:prstGeom prst="rect">
            <a:avLst/>
          </a:prstGeom>
          <a:noFill/>
          <a:ln w="0">
            <a:noFill/>
          </a:ln>
        </p:spPr>
        <p:txBody>
          <a:bodyPr wrap="square" lIns="0" tIns="0" rIns="0" bIns="0" anchor="t">
            <a:noAutofit/>
          </a:bodyPr>
          <a:lstStyle>
            <a:defPPr algn="l">
              <a:defRPr sz="1800" b="0">
                <a:solidFill>
                  <a:srgbClr val="171717"/>
                </a:solidFill>
                <a:latin typeface="Arial"/>
                <a:ea typeface="Arial"/>
                <a:cs typeface="Arial"/>
              </a:defRPr>
            </a:defPPr>
            <a:lvl1pPr algn="l">
              <a:defRPr sz="1800" b="0">
                <a:solidFill>
                  <a:srgbClr val="171717"/>
                </a:solidFill>
                <a:latin typeface="Arial"/>
                <a:ea typeface="Arial"/>
                <a:cs typeface="Arial"/>
              </a:defRPr>
            </a:lvl1pPr>
            <a:lvl2pPr algn="l">
              <a:defRPr sz="1800" b="0">
                <a:solidFill>
                  <a:srgbClr val="171717"/>
                </a:solidFill>
                <a:latin typeface="Arial"/>
                <a:ea typeface="Arial"/>
                <a:cs typeface="Arial"/>
              </a:defRPr>
            </a:lvl2pPr>
            <a:lvl3pPr algn="l">
              <a:defRPr sz="1800" b="0">
                <a:solidFill>
                  <a:srgbClr val="171717"/>
                </a:solidFill>
                <a:latin typeface="Arial"/>
                <a:ea typeface="Arial"/>
                <a:cs typeface="Arial"/>
              </a:defRPr>
            </a:lvl3pPr>
            <a:lvl4pPr algn="l">
              <a:defRPr sz="1800" b="0">
                <a:solidFill>
                  <a:srgbClr val="171717"/>
                </a:solidFill>
                <a:latin typeface="Arial"/>
                <a:ea typeface="Arial"/>
                <a:cs typeface="Arial"/>
              </a:defRPr>
            </a:lvl4pPr>
            <a:lvl5pPr algn="l">
              <a:defRPr sz="1800" b="0">
                <a:solidFill>
                  <a:srgbClr val="171717"/>
                </a:solidFill>
                <a:latin typeface="Arial"/>
                <a:ea typeface="Arial"/>
                <a:cs typeface="Arial"/>
              </a:defRPr>
            </a:lvl5pPr>
            <a:lvl6pPr algn="l">
              <a:defRPr sz="1800" b="0">
                <a:solidFill>
                  <a:srgbClr val="171717"/>
                </a:solidFill>
                <a:latin typeface="Arial"/>
                <a:ea typeface="Arial"/>
                <a:cs typeface="Arial"/>
              </a:defRPr>
            </a:lvl6pPr>
            <a:lvl7pPr algn="l">
              <a:defRPr sz="1800" b="0">
                <a:solidFill>
                  <a:srgbClr val="171717"/>
                </a:solidFill>
                <a:latin typeface="Arial"/>
                <a:ea typeface="Arial"/>
                <a:cs typeface="Arial"/>
              </a:defRPr>
            </a:lvl7pPr>
            <a:lvl8pPr algn="l">
              <a:defRPr sz="1800" b="0">
                <a:solidFill>
                  <a:srgbClr val="171717"/>
                </a:solidFill>
                <a:latin typeface="Arial"/>
                <a:ea typeface="Arial"/>
                <a:cs typeface="Arial"/>
              </a:defRPr>
            </a:lvl8pPr>
            <a:lvl9pPr algn="l">
              <a:defRPr sz="1800" b="0">
                <a:solidFill>
                  <a:srgbClr val="171717"/>
                </a:solidFill>
                <a:latin typeface="Arial"/>
                <a:ea typeface="Arial"/>
                <a:cs typeface="Arial"/>
              </a:defRPr>
            </a:lvl9pPr>
          </a:lstStyle>
          <a:p>
            <a:pPr algn="l">
              <a:defRPr sz="1800" b="0">
                <a:solidFill>
                  <a:srgbClr val="171717"/>
                </a:solidFill>
                <a:latin typeface="Arial"/>
                <a:ea typeface="Arial"/>
                <a:cs typeface="Arial"/>
              </a:defRPr>
            </a:pPr>
            <a:r>
              <a:rPr sz="1800" b="0">
                <a:solidFill>
                  <a:srgbClr val="171717"/>
                </a:solidFill>
                <a:latin typeface="Arial"/>
                <a:ea typeface="Arial"/>
                <a:cs typeface="Arial"/>
              </a:rPr>
              <a:t>Interviews + baseline questionnaire</a:t>
            </a:r>
          </a:p>
        </p:txBody>
      </p:sp>
      <p:sp>
        <p:nvSpPr>
          <p:cNvPr id="7" name="current-content-78">
            <a:extLst>
              <a:ext uri="{FF2B5EF4-FFF2-40B4-BE49-F238E27FC236}">
                <a16:creationId xmlns:a16="http://schemas.microsoft.com/office/drawing/2014/main" id="{1B961E9B-1CAE-4178-BF4C-B3ED1B81BE22}"/>
              </a:ext>
            </a:extLst>
          </p:cNvPr>
          <p:cNvSpPr>
            <a:spLocks noGrp="1"/>
          </p:cNvSpPr>
          <p:nvPr/>
        </p:nvSpPr>
        <p:spPr>
          <a:xfrm>
            <a:off x="1714500" y="2276475"/>
            <a:ext cx="6762750" cy="285750"/>
          </a:xfrm>
          <a:prstGeom prst="rect">
            <a:avLst/>
          </a:prstGeom>
          <a:noFill/>
          <a:ln w="0">
            <a:noFill/>
          </a:ln>
        </p:spPr>
        <p:txBody>
          <a:bodyPr wrap="square" lIns="0" tIns="0" rIns="0" bIns="0" anchor="t">
            <a:noAutofit/>
          </a:bodyPr>
          <a:lstStyle>
            <a:defPPr algn="l">
              <a:defRPr sz="1500" b="0">
                <a:solidFill>
                  <a:srgbClr val="595959"/>
                </a:solidFill>
                <a:latin typeface="Arial"/>
                <a:ea typeface="Arial"/>
                <a:cs typeface="Arial"/>
              </a:defRPr>
            </a:defPPr>
            <a:lvl1pPr algn="l">
              <a:defRPr sz="1500" b="0">
                <a:solidFill>
                  <a:srgbClr val="595959"/>
                </a:solidFill>
                <a:latin typeface="Arial"/>
                <a:ea typeface="Arial"/>
                <a:cs typeface="Arial"/>
              </a:defRPr>
            </a:lvl1pPr>
            <a:lvl2pPr algn="l">
              <a:defRPr sz="1500" b="0">
                <a:solidFill>
                  <a:srgbClr val="595959"/>
                </a:solidFill>
                <a:latin typeface="Arial"/>
                <a:ea typeface="Arial"/>
                <a:cs typeface="Arial"/>
              </a:defRPr>
            </a:lvl2pPr>
            <a:lvl3pPr algn="l">
              <a:defRPr sz="1500" b="0">
                <a:solidFill>
                  <a:srgbClr val="595959"/>
                </a:solidFill>
                <a:latin typeface="Arial"/>
                <a:ea typeface="Arial"/>
                <a:cs typeface="Arial"/>
              </a:defRPr>
            </a:lvl3pPr>
            <a:lvl4pPr algn="l">
              <a:defRPr sz="1500" b="0">
                <a:solidFill>
                  <a:srgbClr val="595959"/>
                </a:solidFill>
                <a:latin typeface="Arial"/>
                <a:ea typeface="Arial"/>
                <a:cs typeface="Arial"/>
              </a:defRPr>
            </a:lvl4pPr>
            <a:lvl5pPr algn="l">
              <a:defRPr sz="1500" b="0">
                <a:solidFill>
                  <a:srgbClr val="595959"/>
                </a:solidFill>
                <a:latin typeface="Arial"/>
                <a:ea typeface="Arial"/>
                <a:cs typeface="Arial"/>
              </a:defRPr>
            </a:lvl5pPr>
            <a:lvl6pPr algn="l">
              <a:defRPr sz="1500" b="0">
                <a:solidFill>
                  <a:srgbClr val="595959"/>
                </a:solidFill>
                <a:latin typeface="Arial"/>
                <a:ea typeface="Arial"/>
                <a:cs typeface="Arial"/>
              </a:defRPr>
            </a:lvl6pPr>
            <a:lvl7pPr algn="l">
              <a:defRPr sz="1500" b="0">
                <a:solidFill>
                  <a:srgbClr val="595959"/>
                </a:solidFill>
                <a:latin typeface="Arial"/>
                <a:ea typeface="Arial"/>
                <a:cs typeface="Arial"/>
              </a:defRPr>
            </a:lvl7pPr>
            <a:lvl8pPr algn="l">
              <a:defRPr sz="1500" b="0">
                <a:solidFill>
                  <a:srgbClr val="595959"/>
                </a:solidFill>
                <a:latin typeface="Arial"/>
                <a:ea typeface="Arial"/>
                <a:cs typeface="Arial"/>
              </a:defRPr>
            </a:lvl8pPr>
            <a:lvl9pPr algn="l">
              <a:defRPr sz="1500" b="0">
                <a:solidFill>
                  <a:srgbClr val="595959"/>
                </a:solidFill>
                <a:latin typeface="Arial"/>
                <a:ea typeface="Arial"/>
                <a:cs typeface="Arial"/>
              </a:defRPr>
            </a:lvl9pPr>
          </a:lstStyle>
          <a:p>
            <a:pPr algn="l">
              <a:defRPr sz="1500" b="0">
                <a:solidFill>
                  <a:srgbClr val="595959"/>
                </a:solidFill>
                <a:latin typeface="Arial"/>
                <a:ea typeface="Arial"/>
                <a:cs typeface="Arial"/>
              </a:defRPr>
            </a:pPr>
            <a:r>
              <a:rPr sz="1500" b="0">
                <a:solidFill>
                  <a:srgbClr val="595959"/>
                </a:solidFill>
                <a:latin typeface="Arial"/>
                <a:ea typeface="Arial"/>
                <a:cs typeface="Arial"/>
              </a:rPr>
              <a:t>Operational bottlenecks</a:t>
            </a:r>
          </a:p>
        </p:txBody>
      </p:sp>
      <p:sp>
        <p:nvSpPr>
          <p:cNvPr id="8" name="current-content-79">
            <a:extLst>
              <a:ext uri="{FF2B5EF4-FFF2-40B4-BE49-F238E27FC236}">
                <a16:creationId xmlns:a16="http://schemas.microsoft.com/office/drawing/2014/main" id="{BE147152-70D2-4FDA-80EA-816680E06295}"/>
              </a:ext>
            </a:extLst>
          </p:cNvPr>
          <p:cNvSpPr>
            <a:spLocks noGrp="1"/>
          </p:cNvSpPr>
          <p:nvPr/>
        </p:nvSpPr>
        <p:spPr>
          <a:xfrm>
            <a:off x="533400" y="2676525"/>
            <a:ext cx="809625" cy="361950"/>
          </a:xfrm>
          <a:prstGeom prst="rect">
            <a:avLst/>
          </a:prstGeom>
          <a:noFill/>
          <a:ln w="0">
            <a:noFill/>
          </a:ln>
        </p:spPr>
        <p:txBody>
          <a:bodyPr wrap="square" lIns="0" tIns="0" rIns="0" bIns="0" anchor="t">
            <a:noAutofit/>
          </a:bodyPr>
          <a:lstStyle>
            <a:defPPr algn="l">
              <a:defRPr sz="2025" b="1">
                <a:solidFill>
                  <a:srgbClr val="0070C0"/>
                </a:solidFill>
                <a:latin typeface="Arial"/>
                <a:ea typeface="Arial"/>
                <a:cs typeface="Arial"/>
              </a:defRPr>
            </a:defPPr>
            <a:lvl1pPr algn="l">
              <a:defRPr sz="2025" b="1">
                <a:solidFill>
                  <a:srgbClr val="0070C0"/>
                </a:solidFill>
                <a:latin typeface="Arial"/>
                <a:ea typeface="Arial"/>
                <a:cs typeface="Arial"/>
              </a:defRPr>
            </a:lvl1pPr>
            <a:lvl2pPr algn="l">
              <a:defRPr sz="2025" b="1">
                <a:solidFill>
                  <a:srgbClr val="0070C0"/>
                </a:solidFill>
                <a:latin typeface="Arial"/>
                <a:ea typeface="Arial"/>
                <a:cs typeface="Arial"/>
              </a:defRPr>
            </a:lvl2pPr>
            <a:lvl3pPr algn="l">
              <a:defRPr sz="2025" b="1">
                <a:solidFill>
                  <a:srgbClr val="0070C0"/>
                </a:solidFill>
                <a:latin typeface="Arial"/>
                <a:ea typeface="Arial"/>
                <a:cs typeface="Arial"/>
              </a:defRPr>
            </a:lvl3pPr>
            <a:lvl4pPr algn="l">
              <a:defRPr sz="2025" b="1">
                <a:solidFill>
                  <a:srgbClr val="0070C0"/>
                </a:solidFill>
                <a:latin typeface="Arial"/>
                <a:ea typeface="Arial"/>
                <a:cs typeface="Arial"/>
              </a:defRPr>
            </a:lvl4pPr>
            <a:lvl5pPr algn="l">
              <a:defRPr sz="2025" b="1">
                <a:solidFill>
                  <a:srgbClr val="0070C0"/>
                </a:solidFill>
                <a:latin typeface="Arial"/>
                <a:ea typeface="Arial"/>
                <a:cs typeface="Arial"/>
              </a:defRPr>
            </a:lvl5pPr>
            <a:lvl6pPr algn="l">
              <a:defRPr sz="2025" b="1">
                <a:solidFill>
                  <a:srgbClr val="0070C0"/>
                </a:solidFill>
                <a:latin typeface="Arial"/>
                <a:ea typeface="Arial"/>
                <a:cs typeface="Arial"/>
              </a:defRPr>
            </a:lvl6pPr>
            <a:lvl7pPr algn="l">
              <a:defRPr sz="2025" b="1">
                <a:solidFill>
                  <a:srgbClr val="0070C0"/>
                </a:solidFill>
                <a:latin typeface="Arial"/>
                <a:ea typeface="Arial"/>
                <a:cs typeface="Arial"/>
              </a:defRPr>
            </a:lvl7pPr>
            <a:lvl8pPr algn="l">
              <a:defRPr sz="2025" b="1">
                <a:solidFill>
                  <a:srgbClr val="0070C0"/>
                </a:solidFill>
                <a:latin typeface="Arial"/>
                <a:ea typeface="Arial"/>
                <a:cs typeface="Arial"/>
              </a:defRPr>
            </a:lvl8pPr>
            <a:lvl9pPr algn="l">
              <a:defRPr sz="2025" b="1">
                <a:solidFill>
                  <a:srgbClr val="0070C0"/>
                </a:solidFill>
                <a:latin typeface="Arial"/>
                <a:ea typeface="Arial"/>
                <a:cs typeface="Arial"/>
              </a:defRPr>
            </a:lvl9pPr>
          </a:lstStyle>
          <a:p>
            <a:pPr algn="l">
              <a:defRPr sz="2025" b="1">
                <a:solidFill>
                  <a:srgbClr val="0070C0"/>
                </a:solidFill>
                <a:latin typeface="Arial"/>
                <a:ea typeface="Arial"/>
                <a:cs typeface="Arial"/>
              </a:defRPr>
            </a:pPr>
            <a:r>
              <a:rPr sz="2025" b="1">
                <a:solidFill>
                  <a:srgbClr val="0070C0"/>
                </a:solidFill>
                <a:latin typeface="Arial"/>
                <a:ea typeface="Arial"/>
                <a:cs typeface="Arial"/>
              </a:rPr>
              <a:t>RQ2</a:t>
            </a:r>
          </a:p>
        </p:txBody>
      </p:sp>
      <p:sp>
        <p:nvSpPr>
          <p:cNvPr id="9" name="current-content-80">
            <a:extLst>
              <a:ext uri="{FF2B5EF4-FFF2-40B4-BE49-F238E27FC236}">
                <a16:creationId xmlns:a16="http://schemas.microsoft.com/office/drawing/2014/main" id="{A8328037-BBEA-4CCF-B6E7-6CDB70995102}"/>
              </a:ext>
            </a:extLst>
          </p:cNvPr>
          <p:cNvSpPr>
            <a:spLocks noGrp="1"/>
          </p:cNvSpPr>
          <p:nvPr/>
        </p:nvSpPr>
        <p:spPr>
          <a:xfrm>
            <a:off x="1714500" y="2676525"/>
            <a:ext cx="6762750" cy="323850"/>
          </a:xfrm>
          <a:prstGeom prst="rect">
            <a:avLst/>
          </a:prstGeom>
          <a:noFill/>
          <a:ln w="0">
            <a:noFill/>
          </a:ln>
        </p:spPr>
        <p:txBody>
          <a:bodyPr wrap="square" lIns="0" tIns="0" rIns="0" bIns="0" anchor="t">
            <a:noAutofit/>
          </a:bodyPr>
          <a:lstStyle>
            <a:defPPr algn="l">
              <a:defRPr sz="1800" b="0">
                <a:solidFill>
                  <a:srgbClr val="171717"/>
                </a:solidFill>
                <a:latin typeface="Arial"/>
                <a:ea typeface="Arial"/>
                <a:cs typeface="Arial"/>
              </a:defRPr>
            </a:defPPr>
            <a:lvl1pPr algn="l">
              <a:defRPr sz="1800" b="0">
                <a:solidFill>
                  <a:srgbClr val="171717"/>
                </a:solidFill>
                <a:latin typeface="Arial"/>
                <a:ea typeface="Arial"/>
                <a:cs typeface="Arial"/>
              </a:defRPr>
            </a:lvl1pPr>
            <a:lvl2pPr algn="l">
              <a:defRPr sz="1800" b="0">
                <a:solidFill>
                  <a:srgbClr val="171717"/>
                </a:solidFill>
                <a:latin typeface="Arial"/>
                <a:ea typeface="Arial"/>
                <a:cs typeface="Arial"/>
              </a:defRPr>
            </a:lvl2pPr>
            <a:lvl3pPr algn="l">
              <a:defRPr sz="1800" b="0">
                <a:solidFill>
                  <a:srgbClr val="171717"/>
                </a:solidFill>
                <a:latin typeface="Arial"/>
                <a:ea typeface="Arial"/>
                <a:cs typeface="Arial"/>
              </a:defRPr>
            </a:lvl3pPr>
            <a:lvl4pPr algn="l">
              <a:defRPr sz="1800" b="0">
                <a:solidFill>
                  <a:srgbClr val="171717"/>
                </a:solidFill>
                <a:latin typeface="Arial"/>
                <a:ea typeface="Arial"/>
                <a:cs typeface="Arial"/>
              </a:defRPr>
            </a:lvl4pPr>
            <a:lvl5pPr algn="l">
              <a:defRPr sz="1800" b="0">
                <a:solidFill>
                  <a:srgbClr val="171717"/>
                </a:solidFill>
                <a:latin typeface="Arial"/>
                <a:ea typeface="Arial"/>
                <a:cs typeface="Arial"/>
              </a:defRPr>
            </a:lvl5pPr>
            <a:lvl6pPr algn="l">
              <a:defRPr sz="1800" b="0">
                <a:solidFill>
                  <a:srgbClr val="171717"/>
                </a:solidFill>
                <a:latin typeface="Arial"/>
                <a:ea typeface="Arial"/>
                <a:cs typeface="Arial"/>
              </a:defRPr>
            </a:lvl6pPr>
            <a:lvl7pPr algn="l">
              <a:defRPr sz="1800" b="0">
                <a:solidFill>
                  <a:srgbClr val="171717"/>
                </a:solidFill>
                <a:latin typeface="Arial"/>
                <a:ea typeface="Arial"/>
                <a:cs typeface="Arial"/>
              </a:defRPr>
            </a:lvl7pPr>
            <a:lvl8pPr algn="l">
              <a:defRPr sz="1800" b="0">
                <a:solidFill>
                  <a:srgbClr val="171717"/>
                </a:solidFill>
                <a:latin typeface="Arial"/>
                <a:ea typeface="Arial"/>
                <a:cs typeface="Arial"/>
              </a:defRPr>
            </a:lvl8pPr>
            <a:lvl9pPr algn="l">
              <a:defRPr sz="1800" b="0">
                <a:solidFill>
                  <a:srgbClr val="171717"/>
                </a:solidFill>
                <a:latin typeface="Arial"/>
                <a:ea typeface="Arial"/>
                <a:cs typeface="Arial"/>
              </a:defRPr>
            </a:lvl9pPr>
          </a:lstStyle>
          <a:p>
            <a:pPr algn="l">
              <a:defRPr sz="1800" b="0">
                <a:solidFill>
                  <a:srgbClr val="171717"/>
                </a:solidFill>
                <a:latin typeface="Arial"/>
                <a:ea typeface="Arial"/>
                <a:cs typeface="Arial"/>
              </a:defRPr>
            </a:pPr>
            <a:r>
              <a:rPr sz="1800" b="0">
                <a:solidFill>
                  <a:srgbClr val="171717"/>
                </a:solidFill>
                <a:latin typeface="Arial"/>
                <a:ea typeface="Arial"/>
                <a:cs typeface="Arial"/>
              </a:rPr>
              <a:t>Quantitative technical validation</a:t>
            </a:r>
          </a:p>
        </p:txBody>
      </p:sp>
      <p:sp>
        <p:nvSpPr>
          <p:cNvPr id="10" name="current-content-81">
            <a:extLst>
              <a:ext uri="{FF2B5EF4-FFF2-40B4-BE49-F238E27FC236}">
                <a16:creationId xmlns:a16="http://schemas.microsoft.com/office/drawing/2014/main" id="{B24E9405-3735-4322-868A-410846AFF132}"/>
              </a:ext>
            </a:extLst>
          </p:cNvPr>
          <p:cNvSpPr>
            <a:spLocks noGrp="1"/>
          </p:cNvSpPr>
          <p:nvPr/>
        </p:nvSpPr>
        <p:spPr>
          <a:xfrm>
            <a:off x="1714500" y="3009900"/>
            <a:ext cx="6762750" cy="285750"/>
          </a:xfrm>
          <a:prstGeom prst="rect">
            <a:avLst/>
          </a:prstGeom>
          <a:noFill/>
          <a:ln w="0">
            <a:noFill/>
          </a:ln>
        </p:spPr>
        <p:txBody>
          <a:bodyPr wrap="square" lIns="0" tIns="0" rIns="0" bIns="0" anchor="t">
            <a:noAutofit/>
          </a:bodyPr>
          <a:lstStyle>
            <a:defPPr algn="l">
              <a:defRPr sz="1500" b="0">
                <a:solidFill>
                  <a:srgbClr val="595959"/>
                </a:solidFill>
                <a:latin typeface="Arial"/>
                <a:ea typeface="Arial"/>
                <a:cs typeface="Arial"/>
              </a:defRPr>
            </a:defPPr>
            <a:lvl1pPr algn="l">
              <a:defRPr sz="1500" b="0">
                <a:solidFill>
                  <a:srgbClr val="595959"/>
                </a:solidFill>
                <a:latin typeface="Arial"/>
                <a:ea typeface="Arial"/>
                <a:cs typeface="Arial"/>
              </a:defRPr>
            </a:lvl1pPr>
            <a:lvl2pPr algn="l">
              <a:defRPr sz="1500" b="0">
                <a:solidFill>
                  <a:srgbClr val="595959"/>
                </a:solidFill>
                <a:latin typeface="Arial"/>
                <a:ea typeface="Arial"/>
                <a:cs typeface="Arial"/>
              </a:defRPr>
            </a:lvl2pPr>
            <a:lvl3pPr algn="l">
              <a:defRPr sz="1500" b="0">
                <a:solidFill>
                  <a:srgbClr val="595959"/>
                </a:solidFill>
                <a:latin typeface="Arial"/>
                <a:ea typeface="Arial"/>
                <a:cs typeface="Arial"/>
              </a:defRPr>
            </a:lvl3pPr>
            <a:lvl4pPr algn="l">
              <a:defRPr sz="1500" b="0">
                <a:solidFill>
                  <a:srgbClr val="595959"/>
                </a:solidFill>
                <a:latin typeface="Arial"/>
                <a:ea typeface="Arial"/>
                <a:cs typeface="Arial"/>
              </a:defRPr>
            </a:lvl4pPr>
            <a:lvl5pPr algn="l">
              <a:defRPr sz="1500" b="0">
                <a:solidFill>
                  <a:srgbClr val="595959"/>
                </a:solidFill>
                <a:latin typeface="Arial"/>
                <a:ea typeface="Arial"/>
                <a:cs typeface="Arial"/>
              </a:defRPr>
            </a:lvl5pPr>
            <a:lvl6pPr algn="l">
              <a:defRPr sz="1500" b="0">
                <a:solidFill>
                  <a:srgbClr val="595959"/>
                </a:solidFill>
                <a:latin typeface="Arial"/>
                <a:ea typeface="Arial"/>
                <a:cs typeface="Arial"/>
              </a:defRPr>
            </a:lvl6pPr>
            <a:lvl7pPr algn="l">
              <a:defRPr sz="1500" b="0">
                <a:solidFill>
                  <a:srgbClr val="595959"/>
                </a:solidFill>
                <a:latin typeface="Arial"/>
                <a:ea typeface="Arial"/>
                <a:cs typeface="Arial"/>
              </a:defRPr>
            </a:lvl7pPr>
            <a:lvl8pPr algn="l">
              <a:defRPr sz="1500" b="0">
                <a:solidFill>
                  <a:srgbClr val="595959"/>
                </a:solidFill>
                <a:latin typeface="Arial"/>
                <a:ea typeface="Arial"/>
                <a:cs typeface="Arial"/>
              </a:defRPr>
            </a:lvl8pPr>
            <a:lvl9pPr algn="l">
              <a:defRPr sz="1500" b="0">
                <a:solidFill>
                  <a:srgbClr val="595959"/>
                </a:solidFill>
                <a:latin typeface="Arial"/>
                <a:ea typeface="Arial"/>
                <a:cs typeface="Arial"/>
              </a:defRPr>
            </a:lvl9pPr>
          </a:lstStyle>
          <a:p>
            <a:pPr algn="l">
              <a:defRPr sz="1500" b="0">
                <a:solidFill>
                  <a:srgbClr val="595959"/>
                </a:solidFill>
                <a:latin typeface="Arial"/>
                <a:ea typeface="Arial"/>
                <a:cs typeface="Arial"/>
              </a:defRPr>
            </a:pPr>
            <a:r>
              <a:rPr sz="1500" b="0">
                <a:solidFill>
                  <a:srgbClr val="595959"/>
                </a:solidFill>
                <a:latin typeface="Arial"/>
                <a:ea typeface="Arial"/>
                <a:cs typeface="Arial"/>
              </a:rPr>
              <a:t>Framework and security</a:t>
            </a:r>
          </a:p>
        </p:txBody>
      </p:sp>
      <p:sp>
        <p:nvSpPr>
          <p:cNvPr id="11" name="current-content-82">
            <a:extLst>
              <a:ext uri="{FF2B5EF4-FFF2-40B4-BE49-F238E27FC236}">
                <a16:creationId xmlns:a16="http://schemas.microsoft.com/office/drawing/2014/main" id="{A381FB6E-D5FA-41B6-9C93-91FC219C5376}"/>
              </a:ext>
            </a:extLst>
          </p:cNvPr>
          <p:cNvSpPr>
            <a:spLocks noGrp="1"/>
          </p:cNvSpPr>
          <p:nvPr/>
        </p:nvSpPr>
        <p:spPr>
          <a:xfrm>
            <a:off x="533400" y="3409950"/>
            <a:ext cx="809625" cy="361950"/>
          </a:xfrm>
          <a:prstGeom prst="rect">
            <a:avLst/>
          </a:prstGeom>
          <a:noFill/>
          <a:ln w="0">
            <a:noFill/>
          </a:ln>
        </p:spPr>
        <p:txBody>
          <a:bodyPr wrap="square" lIns="0" tIns="0" rIns="0" bIns="0" anchor="t">
            <a:noAutofit/>
          </a:bodyPr>
          <a:lstStyle>
            <a:defPPr algn="l">
              <a:defRPr sz="2025" b="1">
                <a:solidFill>
                  <a:srgbClr val="0070C0"/>
                </a:solidFill>
                <a:latin typeface="Arial"/>
                <a:ea typeface="Arial"/>
                <a:cs typeface="Arial"/>
              </a:defRPr>
            </a:defPPr>
            <a:lvl1pPr algn="l">
              <a:defRPr sz="2025" b="1">
                <a:solidFill>
                  <a:srgbClr val="0070C0"/>
                </a:solidFill>
                <a:latin typeface="Arial"/>
                <a:ea typeface="Arial"/>
                <a:cs typeface="Arial"/>
              </a:defRPr>
            </a:lvl1pPr>
            <a:lvl2pPr algn="l">
              <a:defRPr sz="2025" b="1">
                <a:solidFill>
                  <a:srgbClr val="0070C0"/>
                </a:solidFill>
                <a:latin typeface="Arial"/>
                <a:ea typeface="Arial"/>
                <a:cs typeface="Arial"/>
              </a:defRPr>
            </a:lvl2pPr>
            <a:lvl3pPr algn="l">
              <a:defRPr sz="2025" b="1">
                <a:solidFill>
                  <a:srgbClr val="0070C0"/>
                </a:solidFill>
                <a:latin typeface="Arial"/>
                <a:ea typeface="Arial"/>
                <a:cs typeface="Arial"/>
              </a:defRPr>
            </a:lvl3pPr>
            <a:lvl4pPr algn="l">
              <a:defRPr sz="2025" b="1">
                <a:solidFill>
                  <a:srgbClr val="0070C0"/>
                </a:solidFill>
                <a:latin typeface="Arial"/>
                <a:ea typeface="Arial"/>
                <a:cs typeface="Arial"/>
              </a:defRPr>
            </a:lvl4pPr>
            <a:lvl5pPr algn="l">
              <a:defRPr sz="2025" b="1">
                <a:solidFill>
                  <a:srgbClr val="0070C0"/>
                </a:solidFill>
                <a:latin typeface="Arial"/>
                <a:ea typeface="Arial"/>
                <a:cs typeface="Arial"/>
              </a:defRPr>
            </a:lvl5pPr>
            <a:lvl6pPr algn="l">
              <a:defRPr sz="2025" b="1">
                <a:solidFill>
                  <a:srgbClr val="0070C0"/>
                </a:solidFill>
                <a:latin typeface="Arial"/>
                <a:ea typeface="Arial"/>
                <a:cs typeface="Arial"/>
              </a:defRPr>
            </a:lvl6pPr>
            <a:lvl7pPr algn="l">
              <a:defRPr sz="2025" b="1">
                <a:solidFill>
                  <a:srgbClr val="0070C0"/>
                </a:solidFill>
                <a:latin typeface="Arial"/>
                <a:ea typeface="Arial"/>
                <a:cs typeface="Arial"/>
              </a:defRPr>
            </a:lvl7pPr>
            <a:lvl8pPr algn="l">
              <a:defRPr sz="2025" b="1">
                <a:solidFill>
                  <a:srgbClr val="0070C0"/>
                </a:solidFill>
                <a:latin typeface="Arial"/>
                <a:ea typeface="Arial"/>
                <a:cs typeface="Arial"/>
              </a:defRPr>
            </a:lvl8pPr>
            <a:lvl9pPr algn="l">
              <a:defRPr sz="2025" b="1">
                <a:solidFill>
                  <a:srgbClr val="0070C0"/>
                </a:solidFill>
                <a:latin typeface="Arial"/>
                <a:ea typeface="Arial"/>
                <a:cs typeface="Arial"/>
              </a:defRPr>
            </a:lvl9pPr>
          </a:lstStyle>
          <a:p>
            <a:pPr algn="l">
              <a:defRPr sz="2025" b="1">
                <a:solidFill>
                  <a:srgbClr val="0070C0"/>
                </a:solidFill>
                <a:latin typeface="Arial"/>
                <a:ea typeface="Arial"/>
                <a:cs typeface="Arial"/>
              </a:defRPr>
            </a:pPr>
            <a:r>
              <a:rPr sz="2025" b="1">
                <a:solidFill>
                  <a:srgbClr val="0070C0"/>
                </a:solidFill>
                <a:latin typeface="Arial"/>
                <a:ea typeface="Arial"/>
                <a:cs typeface="Arial"/>
              </a:rPr>
              <a:t>RQ3</a:t>
            </a:r>
          </a:p>
        </p:txBody>
      </p:sp>
      <p:sp>
        <p:nvSpPr>
          <p:cNvPr id="12" name="current-content-83">
            <a:extLst>
              <a:ext uri="{FF2B5EF4-FFF2-40B4-BE49-F238E27FC236}">
                <a16:creationId xmlns:a16="http://schemas.microsoft.com/office/drawing/2014/main" id="{3325EB68-FDFB-4D77-9BD6-6B3F9761EA6B}"/>
              </a:ext>
            </a:extLst>
          </p:cNvPr>
          <p:cNvSpPr>
            <a:spLocks noGrp="1"/>
          </p:cNvSpPr>
          <p:nvPr/>
        </p:nvSpPr>
        <p:spPr>
          <a:xfrm>
            <a:off x="1714500" y="3409950"/>
            <a:ext cx="6762750" cy="323850"/>
          </a:xfrm>
          <a:prstGeom prst="rect">
            <a:avLst/>
          </a:prstGeom>
          <a:noFill/>
          <a:ln w="0">
            <a:noFill/>
          </a:ln>
        </p:spPr>
        <p:txBody>
          <a:bodyPr wrap="square" lIns="0" tIns="0" rIns="0" bIns="0" anchor="t">
            <a:noAutofit/>
          </a:bodyPr>
          <a:lstStyle>
            <a:defPPr algn="l">
              <a:defRPr sz="1800" b="0">
                <a:solidFill>
                  <a:srgbClr val="171717"/>
                </a:solidFill>
                <a:latin typeface="Arial"/>
                <a:ea typeface="Arial"/>
                <a:cs typeface="Arial"/>
              </a:defRPr>
            </a:defPPr>
            <a:lvl1pPr algn="l">
              <a:defRPr sz="1800" b="0">
                <a:solidFill>
                  <a:srgbClr val="171717"/>
                </a:solidFill>
                <a:latin typeface="Arial"/>
                <a:ea typeface="Arial"/>
                <a:cs typeface="Arial"/>
              </a:defRPr>
            </a:lvl1pPr>
            <a:lvl2pPr algn="l">
              <a:defRPr sz="1800" b="0">
                <a:solidFill>
                  <a:srgbClr val="171717"/>
                </a:solidFill>
                <a:latin typeface="Arial"/>
                <a:ea typeface="Arial"/>
                <a:cs typeface="Arial"/>
              </a:defRPr>
            </a:lvl2pPr>
            <a:lvl3pPr algn="l">
              <a:defRPr sz="1800" b="0">
                <a:solidFill>
                  <a:srgbClr val="171717"/>
                </a:solidFill>
                <a:latin typeface="Arial"/>
                <a:ea typeface="Arial"/>
                <a:cs typeface="Arial"/>
              </a:defRPr>
            </a:lvl3pPr>
            <a:lvl4pPr algn="l">
              <a:defRPr sz="1800" b="0">
                <a:solidFill>
                  <a:srgbClr val="171717"/>
                </a:solidFill>
                <a:latin typeface="Arial"/>
                <a:ea typeface="Arial"/>
                <a:cs typeface="Arial"/>
              </a:defRPr>
            </a:lvl4pPr>
            <a:lvl5pPr algn="l">
              <a:defRPr sz="1800" b="0">
                <a:solidFill>
                  <a:srgbClr val="171717"/>
                </a:solidFill>
                <a:latin typeface="Arial"/>
                <a:ea typeface="Arial"/>
                <a:cs typeface="Arial"/>
              </a:defRPr>
            </a:lvl5pPr>
            <a:lvl6pPr algn="l">
              <a:defRPr sz="1800" b="0">
                <a:solidFill>
                  <a:srgbClr val="171717"/>
                </a:solidFill>
                <a:latin typeface="Arial"/>
                <a:ea typeface="Arial"/>
                <a:cs typeface="Arial"/>
              </a:defRPr>
            </a:lvl6pPr>
            <a:lvl7pPr algn="l">
              <a:defRPr sz="1800" b="0">
                <a:solidFill>
                  <a:srgbClr val="171717"/>
                </a:solidFill>
                <a:latin typeface="Arial"/>
                <a:ea typeface="Arial"/>
                <a:cs typeface="Arial"/>
              </a:defRPr>
            </a:lvl7pPr>
            <a:lvl8pPr algn="l">
              <a:defRPr sz="1800" b="0">
                <a:solidFill>
                  <a:srgbClr val="171717"/>
                </a:solidFill>
                <a:latin typeface="Arial"/>
                <a:ea typeface="Arial"/>
                <a:cs typeface="Arial"/>
              </a:defRPr>
            </a:lvl8pPr>
            <a:lvl9pPr algn="l">
              <a:defRPr sz="1800" b="0">
                <a:solidFill>
                  <a:srgbClr val="171717"/>
                </a:solidFill>
                <a:latin typeface="Arial"/>
                <a:ea typeface="Arial"/>
                <a:cs typeface="Arial"/>
              </a:defRPr>
            </a:lvl9pPr>
          </a:lstStyle>
          <a:p>
            <a:pPr algn="l">
              <a:defRPr sz="1800" b="0">
                <a:solidFill>
                  <a:srgbClr val="171717"/>
                </a:solidFill>
                <a:latin typeface="Arial"/>
                <a:ea typeface="Arial"/>
                <a:cs typeface="Arial"/>
              </a:defRPr>
            </a:pPr>
            <a:r>
              <a:rPr sz="1800" b="0">
                <a:solidFill>
                  <a:srgbClr val="171717"/>
                </a:solidFill>
                <a:latin typeface="Arial"/>
                <a:ea typeface="Arial"/>
                <a:cs typeface="Arial"/>
              </a:rPr>
              <a:t>Quantitative acceptability survey</a:t>
            </a:r>
          </a:p>
        </p:txBody>
      </p:sp>
      <p:sp>
        <p:nvSpPr>
          <p:cNvPr id="13" name="current-content-84">
            <a:extLst>
              <a:ext uri="{FF2B5EF4-FFF2-40B4-BE49-F238E27FC236}">
                <a16:creationId xmlns:a16="http://schemas.microsoft.com/office/drawing/2014/main" id="{43FBED74-FF57-4D54-8F92-5F603233104A}"/>
              </a:ext>
            </a:extLst>
          </p:cNvPr>
          <p:cNvSpPr>
            <a:spLocks noGrp="1"/>
          </p:cNvSpPr>
          <p:nvPr/>
        </p:nvSpPr>
        <p:spPr>
          <a:xfrm>
            <a:off x="1714500" y="3743325"/>
            <a:ext cx="6762750" cy="285750"/>
          </a:xfrm>
          <a:prstGeom prst="rect">
            <a:avLst/>
          </a:prstGeom>
          <a:noFill/>
          <a:ln w="0">
            <a:noFill/>
          </a:ln>
        </p:spPr>
        <p:txBody>
          <a:bodyPr wrap="square" lIns="0" tIns="0" rIns="0" bIns="0" anchor="t">
            <a:noAutofit/>
          </a:bodyPr>
          <a:lstStyle>
            <a:defPPr algn="l">
              <a:defRPr sz="1500" b="0">
                <a:solidFill>
                  <a:srgbClr val="595959"/>
                </a:solidFill>
                <a:latin typeface="Arial"/>
                <a:ea typeface="Arial"/>
                <a:cs typeface="Arial"/>
              </a:defRPr>
            </a:defPPr>
            <a:lvl1pPr algn="l">
              <a:defRPr sz="1500" b="0">
                <a:solidFill>
                  <a:srgbClr val="595959"/>
                </a:solidFill>
                <a:latin typeface="Arial"/>
                <a:ea typeface="Arial"/>
                <a:cs typeface="Arial"/>
              </a:defRPr>
            </a:lvl1pPr>
            <a:lvl2pPr algn="l">
              <a:defRPr sz="1500" b="0">
                <a:solidFill>
                  <a:srgbClr val="595959"/>
                </a:solidFill>
                <a:latin typeface="Arial"/>
                <a:ea typeface="Arial"/>
                <a:cs typeface="Arial"/>
              </a:defRPr>
            </a:lvl2pPr>
            <a:lvl3pPr algn="l">
              <a:defRPr sz="1500" b="0">
                <a:solidFill>
                  <a:srgbClr val="595959"/>
                </a:solidFill>
                <a:latin typeface="Arial"/>
                <a:ea typeface="Arial"/>
                <a:cs typeface="Arial"/>
              </a:defRPr>
            </a:lvl3pPr>
            <a:lvl4pPr algn="l">
              <a:defRPr sz="1500" b="0">
                <a:solidFill>
                  <a:srgbClr val="595959"/>
                </a:solidFill>
                <a:latin typeface="Arial"/>
                <a:ea typeface="Arial"/>
                <a:cs typeface="Arial"/>
              </a:defRPr>
            </a:lvl4pPr>
            <a:lvl5pPr algn="l">
              <a:defRPr sz="1500" b="0">
                <a:solidFill>
                  <a:srgbClr val="595959"/>
                </a:solidFill>
                <a:latin typeface="Arial"/>
                <a:ea typeface="Arial"/>
                <a:cs typeface="Arial"/>
              </a:defRPr>
            </a:lvl5pPr>
            <a:lvl6pPr algn="l">
              <a:defRPr sz="1500" b="0">
                <a:solidFill>
                  <a:srgbClr val="595959"/>
                </a:solidFill>
                <a:latin typeface="Arial"/>
                <a:ea typeface="Arial"/>
                <a:cs typeface="Arial"/>
              </a:defRPr>
            </a:lvl6pPr>
            <a:lvl7pPr algn="l">
              <a:defRPr sz="1500" b="0">
                <a:solidFill>
                  <a:srgbClr val="595959"/>
                </a:solidFill>
                <a:latin typeface="Arial"/>
                <a:ea typeface="Arial"/>
                <a:cs typeface="Arial"/>
              </a:defRPr>
            </a:lvl7pPr>
            <a:lvl8pPr algn="l">
              <a:defRPr sz="1500" b="0">
                <a:solidFill>
                  <a:srgbClr val="595959"/>
                </a:solidFill>
                <a:latin typeface="Arial"/>
                <a:ea typeface="Arial"/>
                <a:cs typeface="Arial"/>
              </a:defRPr>
            </a:lvl8pPr>
            <a:lvl9pPr algn="l">
              <a:defRPr sz="1500" b="0">
                <a:solidFill>
                  <a:srgbClr val="595959"/>
                </a:solidFill>
                <a:latin typeface="Arial"/>
                <a:ea typeface="Arial"/>
                <a:cs typeface="Arial"/>
              </a:defRPr>
            </a:lvl9pPr>
          </a:lstStyle>
          <a:p>
            <a:pPr algn="l">
              <a:defRPr sz="1500" b="0">
                <a:solidFill>
                  <a:srgbClr val="595959"/>
                </a:solidFill>
                <a:latin typeface="Arial"/>
                <a:ea typeface="Arial"/>
                <a:cs typeface="Arial"/>
              </a:defRPr>
            </a:pPr>
            <a:r>
              <a:rPr sz="1500" b="0">
                <a:solidFill>
                  <a:srgbClr val="595959"/>
                </a:solidFill>
                <a:latin typeface="Arial"/>
                <a:ea typeface="Arial"/>
                <a:cs typeface="Arial"/>
              </a:rPr>
              <a:t>After prototype interaction</a:t>
            </a:r>
          </a:p>
        </p:txBody>
      </p:sp>
      <p:sp>
        <p:nvSpPr>
          <p:cNvPr id="14" name="current-content-85">
            <a:extLst>
              <a:ext uri="{FF2B5EF4-FFF2-40B4-BE49-F238E27FC236}">
                <a16:creationId xmlns:a16="http://schemas.microsoft.com/office/drawing/2014/main" id="{A63CC66C-5DC1-4ED8-A43A-8AE9C649792D}"/>
              </a:ext>
            </a:extLst>
          </p:cNvPr>
          <p:cNvSpPr>
            <a:spLocks noGrp="1"/>
          </p:cNvSpPr>
          <p:nvPr/>
        </p:nvSpPr>
        <p:spPr>
          <a:xfrm>
            <a:off x="533400" y="4162425"/>
            <a:ext cx="8058150" cy="476250"/>
          </a:xfrm>
          <a:prstGeom prst="rect">
            <a:avLst/>
          </a:prstGeom>
          <a:noFill/>
          <a:ln w="0">
            <a:noFill/>
          </a:ln>
        </p:spPr>
        <p:txBody>
          <a:bodyPr wrap="square" lIns="0" tIns="0" rIns="0" bIns="0" anchor="t">
            <a:noAutofit/>
          </a:bodyPr>
          <a:lstStyle>
            <a:defPPr algn="l">
              <a:defRPr sz="1500" b="0">
                <a:solidFill>
                  <a:srgbClr val="595959"/>
                </a:solidFill>
                <a:latin typeface="Arial"/>
                <a:ea typeface="Arial"/>
                <a:cs typeface="Arial"/>
              </a:defRPr>
            </a:defPPr>
            <a:lvl1pPr algn="l">
              <a:defRPr sz="1500" b="0">
                <a:solidFill>
                  <a:srgbClr val="595959"/>
                </a:solidFill>
                <a:latin typeface="Arial"/>
                <a:ea typeface="Arial"/>
                <a:cs typeface="Arial"/>
              </a:defRPr>
            </a:lvl1pPr>
            <a:lvl2pPr algn="l">
              <a:defRPr sz="1500" b="0">
                <a:solidFill>
                  <a:srgbClr val="595959"/>
                </a:solidFill>
                <a:latin typeface="Arial"/>
                <a:ea typeface="Arial"/>
                <a:cs typeface="Arial"/>
              </a:defRPr>
            </a:lvl2pPr>
            <a:lvl3pPr algn="l">
              <a:defRPr sz="1500" b="0">
                <a:solidFill>
                  <a:srgbClr val="595959"/>
                </a:solidFill>
                <a:latin typeface="Arial"/>
                <a:ea typeface="Arial"/>
                <a:cs typeface="Arial"/>
              </a:defRPr>
            </a:lvl3pPr>
            <a:lvl4pPr algn="l">
              <a:defRPr sz="1500" b="0">
                <a:solidFill>
                  <a:srgbClr val="595959"/>
                </a:solidFill>
                <a:latin typeface="Arial"/>
                <a:ea typeface="Arial"/>
                <a:cs typeface="Arial"/>
              </a:defRPr>
            </a:lvl4pPr>
            <a:lvl5pPr algn="l">
              <a:defRPr sz="1500" b="0">
                <a:solidFill>
                  <a:srgbClr val="595959"/>
                </a:solidFill>
                <a:latin typeface="Arial"/>
                <a:ea typeface="Arial"/>
                <a:cs typeface="Arial"/>
              </a:defRPr>
            </a:lvl5pPr>
            <a:lvl6pPr algn="l">
              <a:defRPr sz="1500" b="0">
                <a:solidFill>
                  <a:srgbClr val="595959"/>
                </a:solidFill>
                <a:latin typeface="Arial"/>
                <a:ea typeface="Arial"/>
                <a:cs typeface="Arial"/>
              </a:defRPr>
            </a:lvl6pPr>
            <a:lvl7pPr algn="l">
              <a:defRPr sz="1500" b="0">
                <a:solidFill>
                  <a:srgbClr val="595959"/>
                </a:solidFill>
                <a:latin typeface="Arial"/>
                <a:ea typeface="Arial"/>
                <a:cs typeface="Arial"/>
              </a:defRPr>
            </a:lvl7pPr>
            <a:lvl8pPr algn="l">
              <a:defRPr sz="1500" b="0">
                <a:solidFill>
                  <a:srgbClr val="595959"/>
                </a:solidFill>
                <a:latin typeface="Arial"/>
                <a:ea typeface="Arial"/>
                <a:cs typeface="Arial"/>
              </a:defRPr>
            </a:lvl8pPr>
            <a:lvl9pPr algn="l">
              <a:defRPr sz="1500" b="0">
                <a:solidFill>
                  <a:srgbClr val="595959"/>
                </a:solidFill>
                <a:latin typeface="Arial"/>
                <a:ea typeface="Arial"/>
                <a:cs typeface="Arial"/>
              </a:defRPr>
            </a:lvl9pPr>
          </a:lstStyle>
          <a:p>
            <a:pPr algn="l">
              <a:defRPr sz="1500" b="0">
                <a:solidFill>
                  <a:srgbClr val="595959"/>
                </a:solidFill>
                <a:latin typeface="Arial"/>
                <a:ea typeface="Arial"/>
                <a:cs typeface="Arial"/>
              </a:defRPr>
            </a:pPr>
            <a:r>
              <a:rPr sz="1500" b="0">
                <a:solidFill>
                  <a:srgbClr val="595959"/>
                </a:solidFill>
                <a:latin typeface="Arial"/>
                <a:ea typeface="Arial"/>
                <a:cs typeface="Arial"/>
              </a:rPr>
              <a:t>Sampling: criterion-based purposive, with maximum variation</a:t>
            </a:r>
          </a:p>
          <a:p>
            <a:pPr algn="l">
              <a:defRPr sz="1500" b="0">
                <a:solidFill>
                  <a:srgbClr val="595959"/>
                </a:solidFill>
                <a:latin typeface="Arial"/>
                <a:ea typeface="Arial"/>
                <a:cs typeface="Arial"/>
              </a:defRPr>
            </a:pPr>
            <a:r>
              <a:rPr sz="1500" b="0">
                <a:solidFill>
                  <a:srgbClr val="595959"/>
                </a:solidFill>
                <a:latin typeface="Arial"/>
                <a:ea typeface="Arial"/>
                <a:cs typeface="Arial"/>
              </a:rPr>
              <a:t>Development methodology: Agile Scrum</a:t>
            </a:r>
          </a:p>
        </p:txBody>
      </p:sp>
    </p:spTree>
    <p:extLst>
      <p:ext uri="{BB962C8B-B14F-4D97-AF65-F5344CB8AC3E}">
        <p14:creationId xmlns:p14="http://schemas.microsoft.com/office/powerpoint/2010/main" val="11826018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AB3C278-360E-4966-A4C3-97C499681C54}"/>
              </a:ext>
            </a:extLst>
          </p:cNvPr>
          <p:cNvPicPr>
            <a:picLocks noChangeAspect="1"/>
          </p:cNvPicPr>
          <p:nvPr/>
        </p:nvPicPr>
        <p:blipFill>
          <a:blip r:embed="rId3"/>
          <a:stretch/>
        </p:blipFill>
        <p:spPr>
          <a:xfrm>
            <a:off x="6572250" y="260789"/>
            <a:ext cx="2238375" cy="716673"/>
          </a:xfrm>
          <a:prstGeom prst="rect">
            <a:avLst/>
          </a:prstGeom>
        </p:spPr>
      </p:pic>
      <p:sp>
        <p:nvSpPr>
          <p:cNvPr id="2" name="current-content-14">
            <a:extLst>
              <a:ext uri="{FF2B5EF4-FFF2-40B4-BE49-F238E27FC236}">
                <a16:creationId xmlns:a16="http://schemas.microsoft.com/office/drawing/2014/main" id="{441ECE80-56F7-4D66-99BC-5F9DE394A56C}"/>
              </a:ext>
            </a:extLst>
          </p:cNvPr>
          <p:cNvSpPr>
            <a:spLocks noGrp="1"/>
          </p:cNvSpPr>
          <p:nvPr/>
        </p:nvSpPr>
        <p:spPr>
          <a:xfrm>
            <a:off x="533400" y="457200"/>
            <a:ext cx="5762625" cy="552450"/>
          </a:xfrm>
          <a:prstGeom prst="rect">
            <a:avLst/>
          </a:prstGeom>
          <a:noFill/>
          <a:ln w="0">
            <a:noFill/>
          </a:ln>
        </p:spPr>
        <p:txBody>
          <a:bodyPr wrap="square" lIns="0" tIns="0" rIns="0" bIns="0" anchor="t">
            <a:noAutofit/>
          </a:bodyPr>
          <a:lstStyle>
            <a:defPPr algn="l">
              <a:defRPr sz="2520" b="1">
                <a:solidFill>
                  <a:srgbClr val="0070C0"/>
                </a:solidFill>
                <a:latin typeface="Raleway"/>
                <a:ea typeface="Raleway"/>
                <a:cs typeface="Raleway"/>
              </a:defRPr>
            </a:defPPr>
            <a:lvl1pPr algn="l">
              <a:defRPr sz="2520" b="1">
                <a:solidFill>
                  <a:srgbClr val="0070C0"/>
                </a:solidFill>
                <a:latin typeface="Raleway"/>
                <a:ea typeface="Raleway"/>
                <a:cs typeface="Raleway"/>
              </a:defRPr>
            </a:lvl1pPr>
            <a:lvl2pPr algn="l">
              <a:defRPr sz="2520" b="1">
                <a:solidFill>
                  <a:srgbClr val="0070C0"/>
                </a:solidFill>
                <a:latin typeface="Raleway"/>
                <a:ea typeface="Raleway"/>
                <a:cs typeface="Raleway"/>
              </a:defRPr>
            </a:lvl2pPr>
            <a:lvl3pPr algn="l">
              <a:defRPr sz="2520" b="1">
                <a:solidFill>
                  <a:srgbClr val="0070C0"/>
                </a:solidFill>
                <a:latin typeface="Raleway"/>
                <a:ea typeface="Raleway"/>
                <a:cs typeface="Raleway"/>
              </a:defRPr>
            </a:lvl3pPr>
            <a:lvl4pPr algn="l">
              <a:defRPr sz="2520" b="1">
                <a:solidFill>
                  <a:srgbClr val="0070C0"/>
                </a:solidFill>
                <a:latin typeface="Raleway"/>
                <a:ea typeface="Raleway"/>
                <a:cs typeface="Raleway"/>
              </a:defRPr>
            </a:lvl4pPr>
            <a:lvl5pPr algn="l">
              <a:defRPr sz="2520" b="1">
                <a:solidFill>
                  <a:srgbClr val="0070C0"/>
                </a:solidFill>
                <a:latin typeface="Raleway"/>
                <a:ea typeface="Raleway"/>
                <a:cs typeface="Raleway"/>
              </a:defRPr>
            </a:lvl5pPr>
            <a:lvl6pPr algn="l">
              <a:defRPr sz="2520" b="1">
                <a:solidFill>
                  <a:srgbClr val="0070C0"/>
                </a:solidFill>
                <a:latin typeface="Raleway"/>
                <a:ea typeface="Raleway"/>
                <a:cs typeface="Raleway"/>
              </a:defRPr>
            </a:lvl6pPr>
            <a:lvl7pPr algn="l">
              <a:defRPr sz="2520" b="1">
                <a:solidFill>
                  <a:srgbClr val="0070C0"/>
                </a:solidFill>
                <a:latin typeface="Raleway"/>
                <a:ea typeface="Raleway"/>
                <a:cs typeface="Raleway"/>
              </a:defRPr>
            </a:lvl7pPr>
            <a:lvl8pPr algn="l">
              <a:defRPr sz="2520" b="1">
                <a:solidFill>
                  <a:srgbClr val="0070C0"/>
                </a:solidFill>
                <a:latin typeface="Raleway"/>
                <a:ea typeface="Raleway"/>
                <a:cs typeface="Raleway"/>
              </a:defRPr>
            </a:lvl8pPr>
            <a:lvl9pPr algn="l">
              <a:defRPr sz="2520" b="1">
                <a:solidFill>
                  <a:srgbClr val="0070C0"/>
                </a:solidFill>
                <a:latin typeface="Raleway"/>
                <a:ea typeface="Raleway"/>
                <a:cs typeface="Raleway"/>
              </a:defRPr>
            </a:lvl9pPr>
          </a:lstStyle>
          <a:p>
            <a:pPr algn="l">
              <a:defRPr sz="2520" b="1">
                <a:solidFill>
                  <a:srgbClr val="0070C0"/>
                </a:solidFill>
                <a:latin typeface="Raleway"/>
                <a:ea typeface="Raleway"/>
                <a:cs typeface="Raleway"/>
              </a:defRPr>
            </a:pPr>
            <a:r>
              <a:rPr sz="2520" b="1">
                <a:solidFill>
                  <a:srgbClr val="0070C0"/>
                </a:solidFill>
                <a:latin typeface="Raleway"/>
                <a:ea typeface="Raleway"/>
                <a:cs typeface="Raleway"/>
              </a:rPr>
              <a:t>Results and findings of RQ1</a:t>
            </a:r>
          </a:p>
        </p:txBody>
      </p:sp>
      <p:sp>
        <p:nvSpPr>
          <p:cNvPr id="4" name="current-content-86">
            <a:extLst>
              <a:ext uri="{FF2B5EF4-FFF2-40B4-BE49-F238E27FC236}">
                <a16:creationId xmlns:a16="http://schemas.microsoft.com/office/drawing/2014/main" id="{529A79C7-CD04-4570-93B5-67202D9F0911}"/>
              </a:ext>
            </a:extLst>
          </p:cNvPr>
          <p:cNvSpPr>
            <a:spLocks noGrp="1"/>
          </p:cNvSpPr>
          <p:nvPr/>
        </p:nvSpPr>
        <p:spPr>
          <a:xfrm>
            <a:off x="533400" y="1238250"/>
            <a:ext cx="8058150" cy="323850"/>
          </a:xfrm>
          <a:prstGeom prst="rect">
            <a:avLst/>
          </a:prstGeom>
          <a:noFill/>
          <a:ln w="0">
            <a:noFill/>
          </a:ln>
        </p:spPr>
        <p:txBody>
          <a:bodyPr wrap="square" lIns="0" tIns="0" rIns="0" bIns="0" anchor="t">
            <a:noAutofit/>
          </a:bodyPr>
          <a:lstStyle>
            <a:defPPr algn="l">
              <a:defRPr sz="1650" b="1">
                <a:solidFill>
                  <a:srgbClr val="202C61"/>
                </a:solidFill>
                <a:latin typeface="Arial"/>
                <a:ea typeface="Arial"/>
                <a:cs typeface="Arial"/>
              </a:defRPr>
            </a:defPPr>
            <a:lvl1pPr algn="l">
              <a:defRPr sz="1650" b="1">
                <a:solidFill>
                  <a:srgbClr val="202C61"/>
                </a:solidFill>
                <a:latin typeface="Arial"/>
                <a:ea typeface="Arial"/>
                <a:cs typeface="Arial"/>
              </a:defRPr>
            </a:lvl1pPr>
            <a:lvl2pPr algn="l">
              <a:defRPr sz="1650" b="1">
                <a:solidFill>
                  <a:srgbClr val="202C61"/>
                </a:solidFill>
                <a:latin typeface="Arial"/>
                <a:ea typeface="Arial"/>
                <a:cs typeface="Arial"/>
              </a:defRPr>
            </a:lvl2pPr>
            <a:lvl3pPr algn="l">
              <a:defRPr sz="1650" b="1">
                <a:solidFill>
                  <a:srgbClr val="202C61"/>
                </a:solidFill>
                <a:latin typeface="Arial"/>
                <a:ea typeface="Arial"/>
                <a:cs typeface="Arial"/>
              </a:defRPr>
            </a:lvl3pPr>
            <a:lvl4pPr algn="l">
              <a:defRPr sz="1650" b="1">
                <a:solidFill>
                  <a:srgbClr val="202C61"/>
                </a:solidFill>
                <a:latin typeface="Arial"/>
                <a:ea typeface="Arial"/>
                <a:cs typeface="Arial"/>
              </a:defRPr>
            </a:lvl4pPr>
            <a:lvl5pPr algn="l">
              <a:defRPr sz="1650" b="1">
                <a:solidFill>
                  <a:srgbClr val="202C61"/>
                </a:solidFill>
                <a:latin typeface="Arial"/>
                <a:ea typeface="Arial"/>
                <a:cs typeface="Arial"/>
              </a:defRPr>
            </a:lvl5pPr>
            <a:lvl6pPr algn="l">
              <a:defRPr sz="1650" b="1">
                <a:solidFill>
                  <a:srgbClr val="202C61"/>
                </a:solidFill>
                <a:latin typeface="Arial"/>
                <a:ea typeface="Arial"/>
                <a:cs typeface="Arial"/>
              </a:defRPr>
            </a:lvl6pPr>
            <a:lvl7pPr algn="l">
              <a:defRPr sz="1650" b="1">
                <a:solidFill>
                  <a:srgbClr val="202C61"/>
                </a:solidFill>
                <a:latin typeface="Arial"/>
                <a:ea typeface="Arial"/>
                <a:cs typeface="Arial"/>
              </a:defRPr>
            </a:lvl7pPr>
            <a:lvl8pPr algn="l">
              <a:defRPr sz="1650" b="1">
                <a:solidFill>
                  <a:srgbClr val="202C61"/>
                </a:solidFill>
                <a:latin typeface="Arial"/>
                <a:ea typeface="Arial"/>
                <a:cs typeface="Arial"/>
              </a:defRPr>
            </a:lvl8pPr>
            <a:lvl9pPr algn="l">
              <a:defRPr sz="1650" b="1">
                <a:solidFill>
                  <a:srgbClr val="202C61"/>
                </a:solidFill>
                <a:latin typeface="Arial"/>
                <a:ea typeface="Arial"/>
                <a:cs typeface="Arial"/>
              </a:defRPr>
            </a:lvl9pPr>
          </a:lstStyle>
          <a:p>
            <a:pPr algn="l">
              <a:defRPr sz="1650" b="1">
                <a:solidFill>
                  <a:srgbClr val="202C61"/>
                </a:solidFill>
                <a:latin typeface="Arial"/>
                <a:ea typeface="Arial"/>
                <a:cs typeface="Arial"/>
              </a:defRPr>
            </a:pPr>
            <a:r>
              <a:rPr sz="1650" b="1">
                <a:solidFill>
                  <a:srgbClr val="202C61"/>
                </a:solidFill>
                <a:latin typeface="Arial"/>
                <a:ea typeface="Arial"/>
                <a:cs typeface="Arial"/>
              </a:rPr>
              <a:t>Manuscript-reported baseline   •   18 pre-survey respondents</a:t>
            </a:r>
          </a:p>
        </p:txBody>
      </p:sp>
      <p:graphicFrame>
        <p:nvGraphicFramePr>
          <p:cNvPr id="5" name="Table 4">
            <a:extLst>
              <a:ext uri="{FF2B5EF4-FFF2-40B4-BE49-F238E27FC236}">
                <a16:creationId xmlns:a16="http://schemas.microsoft.com/office/drawing/2014/main" id="{C1E20146-D6B7-43EC-BEA2-F276CA5771E0}"/>
              </a:ext>
            </a:extLst>
          </p:cNvPr>
          <p:cNvGraphicFramePr/>
          <p:nvPr/>
        </p:nvGraphicFramePr>
        <p:xfrm>
          <a:off x="533400" y="1714500"/>
          <a:ext cx="8058150" cy="2190750"/>
        </p:xfrm>
        <a:graphic>
          <a:graphicData uri="http://schemas.openxmlformats.org/drawingml/2006/table">
            <a:tbl>
              <a:tblPr/>
              <a:tblGrid>
                <a:gridCol w="5391150">
                  <a:extLst>
                    <a:ext uri="{9D8B030D-6E8A-4147-A177-3AD203B41FA5}">
                      <a16:colId xmlns:a16="http://schemas.microsoft.com/office/drawing/2014/main" val="20000"/>
                    </a:ext>
                  </a:extLst>
                </a:gridCol>
                <a:gridCol w="1238250">
                  <a:extLst>
                    <a:ext uri="{9D8B030D-6E8A-4147-A177-3AD203B41FA5}">
                      <a16:colId xmlns:a16="http://schemas.microsoft.com/office/drawing/2014/main" val="20001"/>
                    </a:ext>
                  </a:extLst>
                </a:gridCol>
                <a:gridCol w="1428750">
                  <a:extLst>
                    <a:ext uri="{9D8B030D-6E8A-4147-A177-3AD203B41FA5}">
                      <a16:colId xmlns:a16="http://schemas.microsoft.com/office/drawing/2014/main" val="20002"/>
                    </a:ext>
                  </a:extLst>
                </a:gridCol>
              </a:tblGrid>
              <a:tr h="438150">
                <a:tc>
                  <a:txBody>
                    <a:bodyPr/>
                    <a:lstStyle/>
                    <a:p>
                      <a:r>
                        <a:rPr sz="1500" b="1">
                          <a:solidFill>
                            <a:srgbClr val="171717"/>
                          </a:solidFill>
                          <a:latin typeface="Arial"/>
                          <a:ea typeface="Arial"/>
                          <a:cs typeface="Arial"/>
                        </a:rPr>
                        <a:t>Baseline indicator</a:t>
                      </a:r>
                    </a:p>
                  </a:txBody>
                  <a:tcPr anchor="ctr">
                    <a:solidFill>
                      <a:srgbClr val="D9E2F3"/>
                    </a:solidFill>
                  </a:tcPr>
                </a:tc>
                <a:tc>
                  <a:txBody>
                    <a:bodyPr/>
                    <a:lstStyle/>
                    <a:p>
                      <a:r>
                        <a:rPr sz="1500" b="1">
                          <a:solidFill>
                            <a:srgbClr val="171717"/>
                          </a:solidFill>
                          <a:latin typeface="Arial"/>
                          <a:ea typeface="Arial"/>
                          <a:cs typeface="Arial"/>
                        </a:rPr>
                        <a:t>Count</a:t>
                      </a:r>
                    </a:p>
                  </a:txBody>
                  <a:tcPr anchor="ctr">
                    <a:solidFill>
                      <a:srgbClr val="D9E2F3"/>
                    </a:solidFill>
                  </a:tcPr>
                </a:tc>
                <a:tc>
                  <a:txBody>
                    <a:bodyPr/>
                    <a:lstStyle/>
                    <a:p>
                      <a:r>
                        <a:rPr sz="1500" b="1">
                          <a:solidFill>
                            <a:srgbClr val="171717"/>
                          </a:solidFill>
                          <a:latin typeface="Arial"/>
                          <a:ea typeface="Arial"/>
                          <a:cs typeface="Arial"/>
                        </a:rPr>
                        <a:t>Percent</a:t>
                      </a:r>
                    </a:p>
                  </a:txBody>
                  <a:tcPr anchor="ctr">
                    <a:solidFill>
                      <a:srgbClr val="D9E2F3"/>
                    </a:solidFill>
                  </a:tcPr>
                </a:tc>
                <a:extLst>
                  <a:ext uri="{0D108BD9-81ED-4DB2-BD59-A6C34878D82A}">
                    <a16:rowId xmlns:a16="http://schemas.microsoft.com/office/drawing/2014/main" val="10000"/>
                  </a:ext>
                </a:extLst>
              </a:tr>
              <a:tr h="438150">
                <a:tc>
                  <a:txBody>
                    <a:bodyPr/>
                    <a:lstStyle/>
                    <a:p>
                      <a:r>
                        <a:rPr sz="1500" b="0">
                          <a:solidFill>
                            <a:srgbClr val="171717"/>
                          </a:solidFill>
                          <a:latin typeface="Arial"/>
                          <a:ea typeface="Arial"/>
                          <a:cs typeface="Arial"/>
                        </a:rPr>
                        <a:t>Stock update takes 16+ minutes</a:t>
                      </a:r>
                    </a:p>
                  </a:txBody>
                  <a:tcPr anchor="ctr">
                    <a:solidFill>
                      <a:srgbClr val="FFFFFF"/>
                    </a:solidFill>
                  </a:tcPr>
                </a:tc>
                <a:tc>
                  <a:txBody>
                    <a:bodyPr/>
                    <a:lstStyle/>
                    <a:p>
                      <a:r>
                        <a:rPr sz="1500" b="0">
                          <a:solidFill>
                            <a:srgbClr val="171717"/>
                          </a:solidFill>
                          <a:latin typeface="Arial"/>
                          <a:ea typeface="Arial"/>
                          <a:cs typeface="Arial"/>
                        </a:rPr>
                        <a:t>13 / 18</a:t>
                      </a:r>
                    </a:p>
                  </a:txBody>
                  <a:tcPr anchor="ctr">
                    <a:solidFill>
                      <a:srgbClr val="FFFFFF"/>
                    </a:solidFill>
                  </a:tcPr>
                </a:tc>
                <a:tc>
                  <a:txBody>
                    <a:bodyPr/>
                    <a:lstStyle/>
                    <a:p>
                      <a:r>
                        <a:rPr sz="1500" b="0">
                          <a:solidFill>
                            <a:srgbClr val="171717"/>
                          </a:solidFill>
                          <a:latin typeface="Arial"/>
                          <a:ea typeface="Arial"/>
                          <a:cs typeface="Arial"/>
                        </a:rPr>
                        <a:t>72.2%</a:t>
                      </a:r>
                    </a:p>
                  </a:txBody>
                  <a:tcPr anchor="ctr">
                    <a:solidFill>
                      <a:srgbClr val="FFFFFF"/>
                    </a:solidFill>
                  </a:tcPr>
                </a:tc>
                <a:extLst>
                  <a:ext uri="{0D108BD9-81ED-4DB2-BD59-A6C34878D82A}">
                    <a16:rowId xmlns:a16="http://schemas.microsoft.com/office/drawing/2014/main" val="10001"/>
                  </a:ext>
                </a:extLst>
              </a:tr>
              <a:tr h="438150">
                <a:tc>
                  <a:txBody>
                    <a:bodyPr/>
                    <a:lstStyle/>
                    <a:p>
                      <a:r>
                        <a:rPr sz="1500" b="0">
                          <a:solidFill>
                            <a:srgbClr val="171717"/>
                          </a:solidFill>
                          <a:latin typeface="Arial"/>
                          <a:ea typeface="Arial"/>
                          <a:cs typeface="Arial"/>
                        </a:rPr>
                        <a:t>3+ discrepancies in the past 30 days</a:t>
                      </a:r>
                    </a:p>
                  </a:txBody>
                  <a:tcPr anchor="ctr">
                    <a:solidFill>
                      <a:srgbClr val="FFFFFF"/>
                    </a:solidFill>
                  </a:tcPr>
                </a:tc>
                <a:tc>
                  <a:txBody>
                    <a:bodyPr/>
                    <a:lstStyle/>
                    <a:p>
                      <a:r>
                        <a:rPr sz="1500" b="0">
                          <a:solidFill>
                            <a:srgbClr val="171717"/>
                          </a:solidFill>
                          <a:latin typeface="Arial"/>
                          <a:ea typeface="Arial"/>
                          <a:cs typeface="Arial"/>
                        </a:rPr>
                        <a:t>12 / 18</a:t>
                      </a:r>
                    </a:p>
                  </a:txBody>
                  <a:tcPr anchor="ctr">
                    <a:solidFill>
                      <a:srgbClr val="FFFFFF"/>
                    </a:solidFill>
                  </a:tcPr>
                </a:tc>
                <a:tc>
                  <a:txBody>
                    <a:bodyPr/>
                    <a:lstStyle/>
                    <a:p>
                      <a:r>
                        <a:rPr sz="1500" b="0">
                          <a:solidFill>
                            <a:srgbClr val="171717"/>
                          </a:solidFill>
                          <a:latin typeface="Arial"/>
                          <a:ea typeface="Arial"/>
                          <a:cs typeface="Arial"/>
                        </a:rPr>
                        <a:t>66.7%</a:t>
                      </a:r>
                    </a:p>
                  </a:txBody>
                  <a:tcPr anchor="ctr">
                    <a:solidFill>
                      <a:srgbClr val="FFFFFF"/>
                    </a:solidFill>
                  </a:tcPr>
                </a:tc>
                <a:extLst>
                  <a:ext uri="{0D108BD9-81ED-4DB2-BD59-A6C34878D82A}">
                    <a16:rowId xmlns:a16="http://schemas.microsoft.com/office/drawing/2014/main" val="10002"/>
                  </a:ext>
                </a:extLst>
              </a:tr>
              <a:tr h="438150">
                <a:tc>
                  <a:txBody>
                    <a:bodyPr/>
                    <a:lstStyle/>
                    <a:p>
                      <a:r>
                        <a:rPr sz="1500" b="0">
                          <a:solidFill>
                            <a:srgbClr val="171717"/>
                          </a:solidFill>
                          <a:latin typeface="Arial"/>
                          <a:ea typeface="Arial"/>
                          <a:cs typeface="Arial"/>
                        </a:rPr>
                        <a:t>Uncertain information delays decisions*</a:t>
                      </a:r>
                    </a:p>
                  </a:txBody>
                  <a:tcPr anchor="ctr">
                    <a:solidFill>
                      <a:srgbClr val="FFFFFF"/>
                    </a:solidFill>
                  </a:tcPr>
                </a:tc>
                <a:tc>
                  <a:txBody>
                    <a:bodyPr/>
                    <a:lstStyle/>
                    <a:p>
                      <a:r>
                        <a:rPr sz="1500" b="0">
                          <a:solidFill>
                            <a:srgbClr val="171717"/>
                          </a:solidFill>
                          <a:latin typeface="Arial"/>
                          <a:ea typeface="Arial"/>
                          <a:cs typeface="Arial"/>
                        </a:rPr>
                        <a:t>16 / 18</a:t>
                      </a:r>
                    </a:p>
                  </a:txBody>
                  <a:tcPr anchor="ctr">
                    <a:solidFill>
                      <a:srgbClr val="FFFFFF"/>
                    </a:solidFill>
                  </a:tcPr>
                </a:tc>
                <a:tc>
                  <a:txBody>
                    <a:bodyPr/>
                    <a:lstStyle/>
                    <a:p>
                      <a:r>
                        <a:rPr sz="1500" b="0">
                          <a:solidFill>
                            <a:srgbClr val="171717"/>
                          </a:solidFill>
                          <a:latin typeface="Arial"/>
                          <a:ea typeface="Arial"/>
                          <a:cs typeface="Arial"/>
                        </a:rPr>
                        <a:t>88.9%</a:t>
                      </a:r>
                    </a:p>
                  </a:txBody>
                  <a:tcPr anchor="ctr">
                    <a:solidFill>
                      <a:srgbClr val="FFFFFF"/>
                    </a:solidFill>
                  </a:tcPr>
                </a:tc>
                <a:extLst>
                  <a:ext uri="{0D108BD9-81ED-4DB2-BD59-A6C34878D82A}">
                    <a16:rowId xmlns:a16="http://schemas.microsoft.com/office/drawing/2014/main" val="10003"/>
                  </a:ext>
                </a:extLst>
              </a:tr>
              <a:tr h="438150">
                <a:tc>
                  <a:txBody>
                    <a:bodyPr/>
                    <a:lstStyle/>
                    <a:p>
                      <a:r>
                        <a:rPr sz="1500" b="0">
                          <a:solidFill>
                            <a:srgbClr val="171717"/>
                          </a:solidFill>
                          <a:latin typeface="Arial"/>
                          <a:ea typeface="Arial"/>
                          <a:cs typeface="Arial"/>
                        </a:rPr>
                        <a:t>Records from different sources mismatch*</a:t>
                      </a:r>
                    </a:p>
                  </a:txBody>
                  <a:tcPr anchor="ctr">
                    <a:solidFill>
                      <a:srgbClr val="FFFFFF"/>
                    </a:solidFill>
                  </a:tcPr>
                </a:tc>
                <a:tc>
                  <a:txBody>
                    <a:bodyPr/>
                    <a:lstStyle/>
                    <a:p>
                      <a:r>
                        <a:rPr sz="1500" b="0">
                          <a:solidFill>
                            <a:srgbClr val="171717"/>
                          </a:solidFill>
                          <a:latin typeface="Arial"/>
                          <a:ea typeface="Arial"/>
                          <a:cs typeface="Arial"/>
                        </a:rPr>
                        <a:t>18 / 18</a:t>
                      </a:r>
                    </a:p>
                  </a:txBody>
                  <a:tcPr anchor="ctr">
                    <a:solidFill>
                      <a:srgbClr val="FFFFFF"/>
                    </a:solidFill>
                  </a:tcPr>
                </a:tc>
                <a:tc>
                  <a:txBody>
                    <a:bodyPr/>
                    <a:lstStyle/>
                    <a:p>
                      <a:r>
                        <a:rPr sz="1500" b="0">
                          <a:solidFill>
                            <a:srgbClr val="171717"/>
                          </a:solidFill>
                          <a:latin typeface="Arial"/>
                          <a:ea typeface="Arial"/>
                          <a:cs typeface="Arial"/>
                        </a:rPr>
                        <a:t>100.0%</a:t>
                      </a:r>
                    </a:p>
                  </a:txBody>
                  <a:tcPr anchor="ctr">
                    <a:solidFill>
                      <a:srgbClr val="FFFFFF"/>
                    </a:solidFill>
                  </a:tcPr>
                </a:tc>
                <a:extLst>
                  <a:ext uri="{0D108BD9-81ED-4DB2-BD59-A6C34878D82A}">
                    <a16:rowId xmlns:a16="http://schemas.microsoft.com/office/drawing/2014/main" val="10004"/>
                  </a:ext>
                </a:extLst>
              </a:tr>
            </a:tbl>
          </a:graphicData>
        </a:graphic>
      </p:graphicFrame>
      <p:sp>
        <p:nvSpPr>
          <p:cNvPr id="6" name="current-content-87">
            <a:extLst>
              <a:ext uri="{FF2B5EF4-FFF2-40B4-BE49-F238E27FC236}">
                <a16:creationId xmlns:a16="http://schemas.microsoft.com/office/drawing/2014/main" id="{65DD4DBA-8487-469C-AFA3-7003AE668AF5}"/>
              </a:ext>
            </a:extLst>
          </p:cNvPr>
          <p:cNvSpPr>
            <a:spLocks noGrp="1"/>
          </p:cNvSpPr>
          <p:nvPr/>
        </p:nvSpPr>
        <p:spPr>
          <a:xfrm>
            <a:off x="533400" y="4019550"/>
            <a:ext cx="8058150" cy="276225"/>
          </a:xfrm>
          <a:prstGeom prst="rect">
            <a:avLst/>
          </a:prstGeom>
          <a:noFill/>
          <a:ln w="0">
            <a:noFill/>
          </a:ln>
        </p:spPr>
        <p:txBody>
          <a:bodyPr wrap="square" lIns="0" tIns="0" rIns="0" bIns="0" anchor="t">
            <a:noAutofit/>
          </a:bodyPr>
          <a:lstStyle>
            <a:defPPr algn="l">
              <a:defRPr sz="1275" b="0">
                <a:solidFill>
                  <a:srgbClr val="595959"/>
                </a:solidFill>
                <a:latin typeface="Arial"/>
                <a:ea typeface="Arial"/>
                <a:cs typeface="Arial"/>
              </a:defRPr>
            </a:defPPr>
            <a:lvl1pPr algn="l">
              <a:defRPr sz="1275" b="0">
                <a:solidFill>
                  <a:srgbClr val="595959"/>
                </a:solidFill>
                <a:latin typeface="Arial"/>
                <a:ea typeface="Arial"/>
                <a:cs typeface="Arial"/>
              </a:defRPr>
            </a:lvl1pPr>
            <a:lvl2pPr algn="l">
              <a:defRPr sz="1275" b="0">
                <a:solidFill>
                  <a:srgbClr val="595959"/>
                </a:solidFill>
                <a:latin typeface="Arial"/>
                <a:ea typeface="Arial"/>
                <a:cs typeface="Arial"/>
              </a:defRPr>
            </a:lvl2pPr>
            <a:lvl3pPr algn="l">
              <a:defRPr sz="1275" b="0">
                <a:solidFill>
                  <a:srgbClr val="595959"/>
                </a:solidFill>
                <a:latin typeface="Arial"/>
                <a:ea typeface="Arial"/>
                <a:cs typeface="Arial"/>
              </a:defRPr>
            </a:lvl3pPr>
            <a:lvl4pPr algn="l">
              <a:defRPr sz="1275" b="0">
                <a:solidFill>
                  <a:srgbClr val="595959"/>
                </a:solidFill>
                <a:latin typeface="Arial"/>
                <a:ea typeface="Arial"/>
                <a:cs typeface="Arial"/>
              </a:defRPr>
            </a:lvl4pPr>
            <a:lvl5pPr algn="l">
              <a:defRPr sz="1275" b="0">
                <a:solidFill>
                  <a:srgbClr val="595959"/>
                </a:solidFill>
                <a:latin typeface="Arial"/>
                <a:ea typeface="Arial"/>
                <a:cs typeface="Arial"/>
              </a:defRPr>
            </a:lvl5pPr>
            <a:lvl6pPr algn="l">
              <a:defRPr sz="1275" b="0">
                <a:solidFill>
                  <a:srgbClr val="595959"/>
                </a:solidFill>
                <a:latin typeface="Arial"/>
                <a:ea typeface="Arial"/>
                <a:cs typeface="Arial"/>
              </a:defRPr>
            </a:lvl6pPr>
            <a:lvl7pPr algn="l">
              <a:defRPr sz="1275" b="0">
                <a:solidFill>
                  <a:srgbClr val="595959"/>
                </a:solidFill>
                <a:latin typeface="Arial"/>
                <a:ea typeface="Arial"/>
                <a:cs typeface="Arial"/>
              </a:defRPr>
            </a:lvl7pPr>
            <a:lvl8pPr algn="l">
              <a:defRPr sz="1275" b="0">
                <a:solidFill>
                  <a:srgbClr val="595959"/>
                </a:solidFill>
                <a:latin typeface="Arial"/>
                <a:ea typeface="Arial"/>
                <a:cs typeface="Arial"/>
              </a:defRPr>
            </a:lvl8pPr>
            <a:lvl9pPr algn="l">
              <a:defRPr sz="1275" b="0">
                <a:solidFill>
                  <a:srgbClr val="595959"/>
                </a:solidFill>
                <a:latin typeface="Arial"/>
                <a:ea typeface="Arial"/>
                <a:cs typeface="Arial"/>
              </a:defRPr>
            </a:lvl9pPr>
          </a:lstStyle>
          <a:p>
            <a:pPr algn="l">
              <a:defRPr sz="1275" b="0">
                <a:solidFill>
                  <a:srgbClr val="595959"/>
                </a:solidFill>
                <a:latin typeface="Arial"/>
                <a:ea typeface="Arial"/>
                <a:cs typeface="Arial"/>
              </a:defRPr>
            </a:pPr>
            <a:r>
              <a:rPr sz="1275" b="0">
                <a:solidFill>
                  <a:srgbClr val="595959"/>
                </a:solidFill>
                <a:latin typeface="Arial"/>
                <a:ea typeface="Arial"/>
                <a:cs typeface="Arial"/>
              </a:rPr>
              <a:t>* At least sometimes. Table 4.1. Baseline results, not Kodigo improvement rates.</a:t>
            </a:r>
          </a:p>
        </p:txBody>
      </p:sp>
      <p:sp>
        <p:nvSpPr>
          <p:cNvPr id="7" name="current-content-88">
            <a:extLst>
              <a:ext uri="{FF2B5EF4-FFF2-40B4-BE49-F238E27FC236}">
                <a16:creationId xmlns:a16="http://schemas.microsoft.com/office/drawing/2014/main" id="{A81D34BB-C7A4-42C5-9099-F31C8DED9BD2}"/>
              </a:ext>
            </a:extLst>
          </p:cNvPr>
          <p:cNvSpPr>
            <a:spLocks noGrp="1"/>
          </p:cNvSpPr>
          <p:nvPr/>
        </p:nvSpPr>
        <p:spPr>
          <a:xfrm>
            <a:off x="533400" y="4371975"/>
            <a:ext cx="8058150" cy="285750"/>
          </a:xfrm>
          <a:prstGeom prst="rect">
            <a:avLst/>
          </a:prstGeom>
          <a:noFill/>
          <a:ln w="0">
            <a:noFill/>
          </a:ln>
        </p:spPr>
        <p:txBody>
          <a:bodyPr wrap="square" lIns="0" tIns="0" rIns="0" bIns="0" anchor="t">
            <a:noAutofit/>
          </a:bodyPr>
          <a:lstStyle>
            <a:defPPr algn="l">
              <a:defRPr sz="1500" b="0">
                <a:solidFill>
                  <a:srgbClr val="202C61"/>
                </a:solidFill>
                <a:latin typeface="Arial"/>
                <a:ea typeface="Arial"/>
                <a:cs typeface="Arial"/>
              </a:defRPr>
            </a:defPPr>
            <a:lvl1pPr algn="l">
              <a:defRPr sz="1500" b="0">
                <a:solidFill>
                  <a:srgbClr val="202C61"/>
                </a:solidFill>
                <a:latin typeface="Arial"/>
                <a:ea typeface="Arial"/>
                <a:cs typeface="Arial"/>
              </a:defRPr>
            </a:lvl1pPr>
            <a:lvl2pPr algn="l">
              <a:defRPr sz="1500" b="0">
                <a:solidFill>
                  <a:srgbClr val="202C61"/>
                </a:solidFill>
                <a:latin typeface="Arial"/>
                <a:ea typeface="Arial"/>
                <a:cs typeface="Arial"/>
              </a:defRPr>
            </a:lvl2pPr>
            <a:lvl3pPr algn="l">
              <a:defRPr sz="1500" b="0">
                <a:solidFill>
                  <a:srgbClr val="202C61"/>
                </a:solidFill>
                <a:latin typeface="Arial"/>
                <a:ea typeface="Arial"/>
                <a:cs typeface="Arial"/>
              </a:defRPr>
            </a:lvl3pPr>
            <a:lvl4pPr algn="l">
              <a:defRPr sz="1500" b="0">
                <a:solidFill>
                  <a:srgbClr val="202C61"/>
                </a:solidFill>
                <a:latin typeface="Arial"/>
                <a:ea typeface="Arial"/>
                <a:cs typeface="Arial"/>
              </a:defRPr>
            </a:lvl4pPr>
            <a:lvl5pPr algn="l">
              <a:defRPr sz="1500" b="0">
                <a:solidFill>
                  <a:srgbClr val="202C61"/>
                </a:solidFill>
                <a:latin typeface="Arial"/>
                <a:ea typeface="Arial"/>
                <a:cs typeface="Arial"/>
              </a:defRPr>
            </a:lvl5pPr>
            <a:lvl6pPr algn="l">
              <a:defRPr sz="1500" b="0">
                <a:solidFill>
                  <a:srgbClr val="202C61"/>
                </a:solidFill>
                <a:latin typeface="Arial"/>
                <a:ea typeface="Arial"/>
                <a:cs typeface="Arial"/>
              </a:defRPr>
            </a:lvl6pPr>
            <a:lvl7pPr algn="l">
              <a:defRPr sz="1500" b="0">
                <a:solidFill>
                  <a:srgbClr val="202C61"/>
                </a:solidFill>
                <a:latin typeface="Arial"/>
                <a:ea typeface="Arial"/>
                <a:cs typeface="Arial"/>
              </a:defRPr>
            </a:lvl7pPr>
            <a:lvl8pPr algn="l">
              <a:defRPr sz="1500" b="0">
                <a:solidFill>
                  <a:srgbClr val="202C61"/>
                </a:solidFill>
                <a:latin typeface="Arial"/>
                <a:ea typeface="Arial"/>
                <a:cs typeface="Arial"/>
              </a:defRPr>
            </a:lvl8pPr>
            <a:lvl9pPr algn="l">
              <a:defRPr sz="1500" b="0">
                <a:solidFill>
                  <a:srgbClr val="202C61"/>
                </a:solidFill>
                <a:latin typeface="Arial"/>
                <a:ea typeface="Arial"/>
                <a:cs typeface="Arial"/>
              </a:defRPr>
            </a:lvl9pPr>
          </a:lstStyle>
          <a:p>
            <a:pPr algn="l">
              <a:defRPr sz="1500" b="0">
                <a:solidFill>
                  <a:srgbClr val="202C61"/>
                </a:solidFill>
                <a:latin typeface="Arial"/>
                <a:ea typeface="Arial"/>
                <a:cs typeface="Arial"/>
              </a:defRPr>
            </a:pPr>
            <a:r>
              <a:rPr sz="1500" b="0">
                <a:solidFill>
                  <a:srgbClr val="202C61"/>
                </a:solidFill>
                <a:latin typeface="Arial"/>
                <a:ea typeface="Arial"/>
                <a:cs typeface="Arial"/>
              </a:rPr>
              <a:t>Interview themes: fragmented records, delayed visibility, repeated correction</a:t>
            </a:r>
          </a:p>
        </p:txBody>
      </p:sp>
    </p:spTree>
    <p:extLst>
      <p:ext uri="{BB962C8B-B14F-4D97-AF65-F5344CB8AC3E}">
        <p14:creationId xmlns:p14="http://schemas.microsoft.com/office/powerpoint/2010/main" val="8982279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A255CDAF-6660-420D-B5BE-22B9598EAA3B}"/>
              </a:ext>
            </a:extLst>
          </p:cNvPr>
          <p:cNvPicPr>
            <a:picLocks noChangeAspect="1"/>
          </p:cNvPicPr>
          <p:nvPr/>
        </p:nvPicPr>
        <p:blipFill>
          <a:blip r:embed="rId3"/>
          <a:stretch/>
        </p:blipFill>
        <p:spPr>
          <a:xfrm>
            <a:off x="6572250" y="260789"/>
            <a:ext cx="2238375" cy="716673"/>
          </a:xfrm>
          <a:prstGeom prst="rect">
            <a:avLst/>
          </a:prstGeom>
        </p:spPr>
      </p:pic>
      <p:sp>
        <p:nvSpPr>
          <p:cNvPr id="2" name="current-content-16">
            <a:extLst>
              <a:ext uri="{FF2B5EF4-FFF2-40B4-BE49-F238E27FC236}">
                <a16:creationId xmlns:a16="http://schemas.microsoft.com/office/drawing/2014/main" id="{10CB2859-D0AD-4A6F-84ED-73E7112F0634}"/>
              </a:ext>
            </a:extLst>
          </p:cNvPr>
          <p:cNvSpPr>
            <a:spLocks noGrp="1"/>
          </p:cNvSpPr>
          <p:nvPr/>
        </p:nvSpPr>
        <p:spPr>
          <a:xfrm>
            <a:off x="533400" y="457200"/>
            <a:ext cx="5762625" cy="552450"/>
          </a:xfrm>
          <a:prstGeom prst="rect">
            <a:avLst/>
          </a:prstGeom>
          <a:noFill/>
          <a:ln w="0">
            <a:noFill/>
          </a:ln>
        </p:spPr>
        <p:txBody>
          <a:bodyPr wrap="square" lIns="0" tIns="0" rIns="0" bIns="0" anchor="t">
            <a:noAutofit/>
          </a:bodyPr>
          <a:lstStyle>
            <a:defPPr algn="l">
              <a:defRPr sz="2520" b="1">
                <a:solidFill>
                  <a:srgbClr val="0070C0"/>
                </a:solidFill>
                <a:latin typeface="Raleway"/>
                <a:ea typeface="Raleway"/>
                <a:cs typeface="Raleway"/>
              </a:defRPr>
            </a:defPPr>
            <a:lvl1pPr algn="l">
              <a:defRPr sz="2520" b="1">
                <a:solidFill>
                  <a:srgbClr val="0070C0"/>
                </a:solidFill>
                <a:latin typeface="Raleway"/>
                <a:ea typeface="Raleway"/>
                <a:cs typeface="Raleway"/>
              </a:defRPr>
            </a:lvl1pPr>
            <a:lvl2pPr algn="l">
              <a:defRPr sz="2520" b="1">
                <a:solidFill>
                  <a:srgbClr val="0070C0"/>
                </a:solidFill>
                <a:latin typeface="Raleway"/>
                <a:ea typeface="Raleway"/>
                <a:cs typeface="Raleway"/>
              </a:defRPr>
            </a:lvl2pPr>
            <a:lvl3pPr algn="l">
              <a:defRPr sz="2520" b="1">
                <a:solidFill>
                  <a:srgbClr val="0070C0"/>
                </a:solidFill>
                <a:latin typeface="Raleway"/>
                <a:ea typeface="Raleway"/>
                <a:cs typeface="Raleway"/>
              </a:defRPr>
            </a:lvl3pPr>
            <a:lvl4pPr algn="l">
              <a:defRPr sz="2520" b="1">
                <a:solidFill>
                  <a:srgbClr val="0070C0"/>
                </a:solidFill>
                <a:latin typeface="Raleway"/>
                <a:ea typeface="Raleway"/>
                <a:cs typeface="Raleway"/>
              </a:defRPr>
            </a:lvl4pPr>
            <a:lvl5pPr algn="l">
              <a:defRPr sz="2520" b="1">
                <a:solidFill>
                  <a:srgbClr val="0070C0"/>
                </a:solidFill>
                <a:latin typeface="Raleway"/>
                <a:ea typeface="Raleway"/>
                <a:cs typeface="Raleway"/>
              </a:defRPr>
            </a:lvl5pPr>
            <a:lvl6pPr algn="l">
              <a:defRPr sz="2520" b="1">
                <a:solidFill>
                  <a:srgbClr val="0070C0"/>
                </a:solidFill>
                <a:latin typeface="Raleway"/>
                <a:ea typeface="Raleway"/>
                <a:cs typeface="Raleway"/>
              </a:defRPr>
            </a:lvl6pPr>
            <a:lvl7pPr algn="l">
              <a:defRPr sz="2520" b="1">
                <a:solidFill>
                  <a:srgbClr val="0070C0"/>
                </a:solidFill>
                <a:latin typeface="Raleway"/>
                <a:ea typeface="Raleway"/>
                <a:cs typeface="Raleway"/>
              </a:defRPr>
            </a:lvl7pPr>
            <a:lvl8pPr algn="l">
              <a:defRPr sz="2520" b="1">
                <a:solidFill>
                  <a:srgbClr val="0070C0"/>
                </a:solidFill>
                <a:latin typeface="Raleway"/>
                <a:ea typeface="Raleway"/>
                <a:cs typeface="Raleway"/>
              </a:defRPr>
            </a:lvl8pPr>
            <a:lvl9pPr algn="l">
              <a:defRPr sz="2520" b="1">
                <a:solidFill>
                  <a:srgbClr val="0070C0"/>
                </a:solidFill>
                <a:latin typeface="Raleway"/>
                <a:ea typeface="Raleway"/>
                <a:cs typeface="Raleway"/>
              </a:defRPr>
            </a:lvl9pPr>
          </a:lstStyle>
          <a:p>
            <a:pPr algn="l">
              <a:defRPr sz="2520" b="1">
                <a:solidFill>
                  <a:srgbClr val="0070C0"/>
                </a:solidFill>
                <a:latin typeface="Raleway"/>
                <a:ea typeface="Raleway"/>
                <a:cs typeface="Raleway"/>
              </a:defRPr>
            </a:pPr>
            <a:r>
              <a:rPr sz="2520" b="1">
                <a:solidFill>
                  <a:srgbClr val="0070C0"/>
                </a:solidFill>
                <a:latin typeface="Raleway"/>
                <a:ea typeface="Raleway"/>
                <a:cs typeface="Raleway"/>
              </a:rPr>
              <a:t>Developed IT solution</a:t>
            </a:r>
          </a:p>
        </p:txBody>
      </p:sp>
      <p:pic>
        <p:nvPicPr>
          <p:cNvPr id="4" name="Picture 3">
            <a:extLst>
              <a:ext uri="{FF2B5EF4-FFF2-40B4-BE49-F238E27FC236}">
                <a16:creationId xmlns:a16="http://schemas.microsoft.com/office/drawing/2014/main" id="{81B662C2-0545-4570-A13B-9DBB15A25A04}"/>
              </a:ext>
            </a:extLst>
          </p:cNvPr>
          <p:cNvPicPr>
            <a:picLocks noChangeAspect="1"/>
          </p:cNvPicPr>
          <p:nvPr/>
        </p:nvPicPr>
        <p:blipFill>
          <a:blip r:embed="rId4"/>
          <a:stretch/>
        </p:blipFill>
        <p:spPr>
          <a:xfrm>
            <a:off x="571500" y="1543050"/>
            <a:ext cx="1809750" cy="1809750"/>
          </a:xfrm>
          <a:prstGeom prst="rect">
            <a:avLst/>
          </a:prstGeom>
        </p:spPr>
      </p:pic>
      <p:sp>
        <p:nvSpPr>
          <p:cNvPr id="5" name="current-content-89">
            <a:extLst>
              <a:ext uri="{FF2B5EF4-FFF2-40B4-BE49-F238E27FC236}">
                <a16:creationId xmlns:a16="http://schemas.microsoft.com/office/drawing/2014/main" id="{3115D5F7-304C-48DE-885B-446BBCD33CE6}"/>
              </a:ext>
            </a:extLst>
          </p:cNvPr>
          <p:cNvSpPr>
            <a:spLocks noGrp="1"/>
          </p:cNvSpPr>
          <p:nvPr/>
        </p:nvSpPr>
        <p:spPr>
          <a:xfrm>
            <a:off x="2886075" y="1266825"/>
            <a:ext cx="5715000" cy="495300"/>
          </a:xfrm>
          <a:prstGeom prst="rect">
            <a:avLst/>
          </a:prstGeom>
          <a:noFill/>
          <a:ln w="0">
            <a:noFill/>
          </a:ln>
        </p:spPr>
        <p:txBody>
          <a:bodyPr wrap="square" lIns="0" tIns="0" rIns="0" bIns="0" anchor="t">
            <a:noAutofit/>
          </a:bodyPr>
          <a:lstStyle>
            <a:defPPr algn="l">
              <a:defRPr sz="2025" b="1">
                <a:solidFill>
                  <a:srgbClr val="202C61"/>
                </a:solidFill>
                <a:latin typeface="Raleway"/>
                <a:ea typeface="Raleway"/>
                <a:cs typeface="Raleway"/>
              </a:defRPr>
            </a:defPPr>
            <a:lvl1pPr algn="l">
              <a:defRPr sz="2025" b="1">
                <a:solidFill>
                  <a:srgbClr val="202C61"/>
                </a:solidFill>
                <a:latin typeface="Raleway"/>
                <a:ea typeface="Raleway"/>
                <a:cs typeface="Raleway"/>
              </a:defRPr>
            </a:lvl1pPr>
            <a:lvl2pPr algn="l">
              <a:defRPr sz="2025" b="1">
                <a:solidFill>
                  <a:srgbClr val="202C61"/>
                </a:solidFill>
                <a:latin typeface="Raleway"/>
                <a:ea typeface="Raleway"/>
                <a:cs typeface="Raleway"/>
              </a:defRPr>
            </a:lvl2pPr>
            <a:lvl3pPr algn="l">
              <a:defRPr sz="2025" b="1">
                <a:solidFill>
                  <a:srgbClr val="202C61"/>
                </a:solidFill>
                <a:latin typeface="Raleway"/>
                <a:ea typeface="Raleway"/>
                <a:cs typeface="Raleway"/>
              </a:defRPr>
            </a:lvl3pPr>
            <a:lvl4pPr algn="l">
              <a:defRPr sz="2025" b="1">
                <a:solidFill>
                  <a:srgbClr val="202C61"/>
                </a:solidFill>
                <a:latin typeface="Raleway"/>
                <a:ea typeface="Raleway"/>
                <a:cs typeface="Raleway"/>
              </a:defRPr>
            </a:lvl4pPr>
            <a:lvl5pPr algn="l">
              <a:defRPr sz="2025" b="1">
                <a:solidFill>
                  <a:srgbClr val="202C61"/>
                </a:solidFill>
                <a:latin typeface="Raleway"/>
                <a:ea typeface="Raleway"/>
                <a:cs typeface="Raleway"/>
              </a:defRPr>
            </a:lvl5pPr>
            <a:lvl6pPr algn="l">
              <a:defRPr sz="2025" b="1">
                <a:solidFill>
                  <a:srgbClr val="202C61"/>
                </a:solidFill>
                <a:latin typeface="Raleway"/>
                <a:ea typeface="Raleway"/>
                <a:cs typeface="Raleway"/>
              </a:defRPr>
            </a:lvl6pPr>
            <a:lvl7pPr algn="l">
              <a:defRPr sz="2025" b="1">
                <a:solidFill>
                  <a:srgbClr val="202C61"/>
                </a:solidFill>
                <a:latin typeface="Raleway"/>
                <a:ea typeface="Raleway"/>
                <a:cs typeface="Raleway"/>
              </a:defRPr>
            </a:lvl7pPr>
            <a:lvl8pPr algn="l">
              <a:defRPr sz="2025" b="1">
                <a:solidFill>
                  <a:srgbClr val="202C61"/>
                </a:solidFill>
                <a:latin typeface="Raleway"/>
                <a:ea typeface="Raleway"/>
                <a:cs typeface="Raleway"/>
              </a:defRPr>
            </a:lvl8pPr>
            <a:lvl9pPr algn="l">
              <a:defRPr sz="2025" b="1">
                <a:solidFill>
                  <a:srgbClr val="202C61"/>
                </a:solidFill>
                <a:latin typeface="Raleway"/>
                <a:ea typeface="Raleway"/>
                <a:cs typeface="Raleway"/>
              </a:defRPr>
            </a:lvl9pPr>
          </a:lstStyle>
          <a:p>
            <a:pPr algn="l">
              <a:defRPr sz="2025" b="1">
                <a:solidFill>
                  <a:srgbClr val="202C61"/>
                </a:solidFill>
                <a:latin typeface="Raleway"/>
                <a:ea typeface="Raleway"/>
                <a:cs typeface="Raleway"/>
              </a:defRPr>
            </a:pPr>
            <a:r>
              <a:rPr sz="2025" b="1">
                <a:solidFill>
                  <a:srgbClr val="202C61"/>
                </a:solidFill>
                <a:latin typeface="Raleway"/>
                <a:ea typeface="Raleway"/>
                <a:cs typeface="Raleway"/>
              </a:rPr>
              <a:t>Point-of-sale and inventory management</a:t>
            </a:r>
          </a:p>
        </p:txBody>
      </p:sp>
      <p:sp>
        <p:nvSpPr>
          <p:cNvPr id="6" name="current-content-90">
            <a:extLst>
              <a:ext uri="{FF2B5EF4-FFF2-40B4-BE49-F238E27FC236}">
                <a16:creationId xmlns:a16="http://schemas.microsoft.com/office/drawing/2014/main" id="{074604F5-6BC0-436B-9D28-845D084D7176}"/>
              </a:ext>
            </a:extLst>
          </p:cNvPr>
          <p:cNvSpPr>
            <a:spLocks noGrp="1"/>
          </p:cNvSpPr>
          <p:nvPr/>
        </p:nvSpPr>
        <p:spPr>
          <a:xfrm>
            <a:off x="2886075" y="1952625"/>
            <a:ext cx="1333500" cy="333375"/>
          </a:xfrm>
          <a:prstGeom prst="rect">
            <a:avLst/>
          </a:prstGeom>
          <a:noFill/>
          <a:ln w="0">
            <a:noFill/>
          </a:ln>
        </p:spPr>
        <p:txBody>
          <a:bodyPr wrap="square" lIns="0" tIns="0" rIns="0" bIns="0" anchor="t">
            <a:noAutofit/>
          </a:bodyPr>
          <a:lstStyle>
            <a:defPPr algn="l">
              <a:defRPr sz="1650" b="1">
                <a:solidFill>
                  <a:srgbClr val="0070C0"/>
                </a:solidFill>
                <a:latin typeface="Arial"/>
                <a:ea typeface="Arial"/>
                <a:cs typeface="Arial"/>
              </a:defRPr>
            </a:defPPr>
            <a:lvl1pPr algn="l">
              <a:defRPr sz="1650" b="1">
                <a:solidFill>
                  <a:srgbClr val="0070C0"/>
                </a:solidFill>
                <a:latin typeface="Arial"/>
                <a:ea typeface="Arial"/>
                <a:cs typeface="Arial"/>
              </a:defRPr>
            </a:lvl1pPr>
            <a:lvl2pPr algn="l">
              <a:defRPr sz="1650" b="1">
                <a:solidFill>
                  <a:srgbClr val="0070C0"/>
                </a:solidFill>
                <a:latin typeface="Arial"/>
                <a:ea typeface="Arial"/>
                <a:cs typeface="Arial"/>
              </a:defRPr>
            </a:lvl2pPr>
            <a:lvl3pPr algn="l">
              <a:defRPr sz="1650" b="1">
                <a:solidFill>
                  <a:srgbClr val="0070C0"/>
                </a:solidFill>
                <a:latin typeface="Arial"/>
                <a:ea typeface="Arial"/>
                <a:cs typeface="Arial"/>
              </a:defRPr>
            </a:lvl3pPr>
            <a:lvl4pPr algn="l">
              <a:defRPr sz="1650" b="1">
                <a:solidFill>
                  <a:srgbClr val="0070C0"/>
                </a:solidFill>
                <a:latin typeface="Arial"/>
                <a:ea typeface="Arial"/>
                <a:cs typeface="Arial"/>
              </a:defRPr>
            </a:lvl4pPr>
            <a:lvl5pPr algn="l">
              <a:defRPr sz="1650" b="1">
                <a:solidFill>
                  <a:srgbClr val="0070C0"/>
                </a:solidFill>
                <a:latin typeface="Arial"/>
                <a:ea typeface="Arial"/>
                <a:cs typeface="Arial"/>
              </a:defRPr>
            </a:lvl5pPr>
            <a:lvl6pPr algn="l">
              <a:defRPr sz="1650" b="1">
                <a:solidFill>
                  <a:srgbClr val="0070C0"/>
                </a:solidFill>
                <a:latin typeface="Arial"/>
                <a:ea typeface="Arial"/>
                <a:cs typeface="Arial"/>
              </a:defRPr>
            </a:lvl6pPr>
            <a:lvl7pPr algn="l">
              <a:defRPr sz="1650" b="1">
                <a:solidFill>
                  <a:srgbClr val="0070C0"/>
                </a:solidFill>
                <a:latin typeface="Arial"/>
                <a:ea typeface="Arial"/>
                <a:cs typeface="Arial"/>
              </a:defRPr>
            </a:lvl7pPr>
            <a:lvl8pPr algn="l">
              <a:defRPr sz="1650" b="1">
                <a:solidFill>
                  <a:srgbClr val="0070C0"/>
                </a:solidFill>
                <a:latin typeface="Arial"/>
                <a:ea typeface="Arial"/>
                <a:cs typeface="Arial"/>
              </a:defRPr>
            </a:lvl8pPr>
            <a:lvl9pPr algn="l">
              <a:defRPr sz="1650" b="1">
                <a:solidFill>
                  <a:srgbClr val="0070C0"/>
                </a:solidFill>
                <a:latin typeface="Arial"/>
                <a:ea typeface="Arial"/>
                <a:cs typeface="Arial"/>
              </a:defRPr>
            </a:lvl9pPr>
          </a:lstStyle>
          <a:p>
            <a:pPr algn="l">
              <a:defRPr sz="1650" b="1">
                <a:solidFill>
                  <a:srgbClr val="0070C0"/>
                </a:solidFill>
                <a:latin typeface="Arial"/>
                <a:ea typeface="Arial"/>
                <a:cs typeface="Arial"/>
              </a:defRPr>
            </a:pPr>
            <a:r>
              <a:rPr sz="1650" b="1">
                <a:solidFill>
                  <a:srgbClr val="0070C0"/>
                </a:solidFill>
                <a:latin typeface="Arial"/>
                <a:ea typeface="Arial"/>
                <a:cs typeface="Arial"/>
              </a:rPr>
              <a:t>Sales</a:t>
            </a:r>
          </a:p>
        </p:txBody>
      </p:sp>
      <p:sp>
        <p:nvSpPr>
          <p:cNvPr id="7" name="current-content-91">
            <a:extLst>
              <a:ext uri="{FF2B5EF4-FFF2-40B4-BE49-F238E27FC236}">
                <a16:creationId xmlns:a16="http://schemas.microsoft.com/office/drawing/2014/main" id="{4904F8D9-6575-4957-9CC1-FD29C92B10F2}"/>
              </a:ext>
            </a:extLst>
          </p:cNvPr>
          <p:cNvSpPr>
            <a:spLocks noGrp="1"/>
          </p:cNvSpPr>
          <p:nvPr/>
        </p:nvSpPr>
        <p:spPr>
          <a:xfrm>
            <a:off x="4286250" y="1952625"/>
            <a:ext cx="4314825" cy="447675"/>
          </a:xfrm>
          <a:prstGeom prst="rect">
            <a:avLst/>
          </a:prstGeom>
          <a:noFill/>
          <a:ln w="0">
            <a:noFill/>
          </a:ln>
        </p:spPr>
        <p:txBody>
          <a:bodyPr wrap="square" lIns="0" tIns="0" rIns="0" bIns="0" anchor="t">
            <a:noAutofit/>
          </a:bodyPr>
          <a:lstStyle>
            <a:defPPr algn="l">
              <a:defRPr sz="1650" b="0">
                <a:solidFill>
                  <a:srgbClr val="171717"/>
                </a:solidFill>
                <a:latin typeface="Arial"/>
                <a:ea typeface="Arial"/>
                <a:cs typeface="Arial"/>
              </a:defRPr>
            </a:defPPr>
            <a:lvl1pPr algn="l">
              <a:defRPr sz="1650" b="0">
                <a:solidFill>
                  <a:srgbClr val="171717"/>
                </a:solidFill>
                <a:latin typeface="Arial"/>
                <a:ea typeface="Arial"/>
                <a:cs typeface="Arial"/>
              </a:defRPr>
            </a:lvl1pPr>
            <a:lvl2pPr algn="l">
              <a:defRPr sz="1650" b="0">
                <a:solidFill>
                  <a:srgbClr val="171717"/>
                </a:solidFill>
                <a:latin typeface="Arial"/>
                <a:ea typeface="Arial"/>
                <a:cs typeface="Arial"/>
              </a:defRPr>
            </a:lvl2pPr>
            <a:lvl3pPr algn="l">
              <a:defRPr sz="1650" b="0">
                <a:solidFill>
                  <a:srgbClr val="171717"/>
                </a:solidFill>
                <a:latin typeface="Arial"/>
                <a:ea typeface="Arial"/>
                <a:cs typeface="Arial"/>
              </a:defRPr>
            </a:lvl3pPr>
            <a:lvl4pPr algn="l">
              <a:defRPr sz="1650" b="0">
                <a:solidFill>
                  <a:srgbClr val="171717"/>
                </a:solidFill>
                <a:latin typeface="Arial"/>
                <a:ea typeface="Arial"/>
                <a:cs typeface="Arial"/>
              </a:defRPr>
            </a:lvl4pPr>
            <a:lvl5pPr algn="l">
              <a:defRPr sz="1650" b="0">
                <a:solidFill>
                  <a:srgbClr val="171717"/>
                </a:solidFill>
                <a:latin typeface="Arial"/>
                <a:ea typeface="Arial"/>
                <a:cs typeface="Arial"/>
              </a:defRPr>
            </a:lvl5pPr>
            <a:lvl6pPr algn="l">
              <a:defRPr sz="1650" b="0">
                <a:solidFill>
                  <a:srgbClr val="171717"/>
                </a:solidFill>
                <a:latin typeface="Arial"/>
                <a:ea typeface="Arial"/>
                <a:cs typeface="Arial"/>
              </a:defRPr>
            </a:lvl6pPr>
            <a:lvl7pPr algn="l">
              <a:defRPr sz="1650" b="0">
                <a:solidFill>
                  <a:srgbClr val="171717"/>
                </a:solidFill>
                <a:latin typeface="Arial"/>
                <a:ea typeface="Arial"/>
                <a:cs typeface="Arial"/>
              </a:defRPr>
            </a:lvl7pPr>
            <a:lvl8pPr algn="l">
              <a:defRPr sz="1650" b="0">
                <a:solidFill>
                  <a:srgbClr val="171717"/>
                </a:solidFill>
                <a:latin typeface="Arial"/>
                <a:ea typeface="Arial"/>
                <a:cs typeface="Arial"/>
              </a:defRPr>
            </a:lvl8pPr>
            <a:lvl9pPr algn="l">
              <a:defRPr sz="1650" b="0">
                <a:solidFill>
                  <a:srgbClr val="171717"/>
                </a:solidFill>
                <a:latin typeface="Arial"/>
                <a:ea typeface="Arial"/>
                <a:cs typeface="Arial"/>
              </a:defRPr>
            </a:lvl9pPr>
          </a:lstStyle>
          <a:p>
            <a:pPr algn="l">
              <a:defRPr sz="1650" b="0">
                <a:solidFill>
                  <a:srgbClr val="171717"/>
                </a:solidFill>
                <a:latin typeface="Arial"/>
                <a:ea typeface="Arial"/>
                <a:cs typeface="Arial"/>
              </a:defRPr>
            </a:pPr>
            <a:r>
              <a:rPr sz="1650" b="0">
                <a:solidFill>
                  <a:srgbClr val="171717"/>
                </a:solidFill>
                <a:latin typeface="Arial"/>
                <a:ea typeface="Arial"/>
                <a:cs typeface="Arial"/>
              </a:rPr>
              <a:t>Checkout, receipts and transaction history</a:t>
            </a:r>
          </a:p>
        </p:txBody>
      </p:sp>
      <p:sp>
        <p:nvSpPr>
          <p:cNvPr id="8" name="current-content-92">
            <a:extLst>
              <a:ext uri="{FF2B5EF4-FFF2-40B4-BE49-F238E27FC236}">
                <a16:creationId xmlns:a16="http://schemas.microsoft.com/office/drawing/2014/main" id="{248B0B2F-A47E-40B1-8662-93F44167ADD3}"/>
              </a:ext>
            </a:extLst>
          </p:cNvPr>
          <p:cNvSpPr>
            <a:spLocks noGrp="1"/>
          </p:cNvSpPr>
          <p:nvPr/>
        </p:nvSpPr>
        <p:spPr>
          <a:xfrm>
            <a:off x="2886075" y="2438400"/>
            <a:ext cx="1333500" cy="333375"/>
          </a:xfrm>
          <a:prstGeom prst="rect">
            <a:avLst/>
          </a:prstGeom>
          <a:noFill/>
          <a:ln w="0">
            <a:noFill/>
          </a:ln>
        </p:spPr>
        <p:txBody>
          <a:bodyPr wrap="square" lIns="0" tIns="0" rIns="0" bIns="0" anchor="t">
            <a:noAutofit/>
          </a:bodyPr>
          <a:lstStyle>
            <a:defPPr algn="l">
              <a:defRPr sz="1650" b="1">
                <a:solidFill>
                  <a:srgbClr val="0070C0"/>
                </a:solidFill>
                <a:latin typeface="Arial"/>
                <a:ea typeface="Arial"/>
                <a:cs typeface="Arial"/>
              </a:defRPr>
            </a:defPPr>
            <a:lvl1pPr algn="l">
              <a:defRPr sz="1650" b="1">
                <a:solidFill>
                  <a:srgbClr val="0070C0"/>
                </a:solidFill>
                <a:latin typeface="Arial"/>
                <a:ea typeface="Arial"/>
                <a:cs typeface="Arial"/>
              </a:defRPr>
            </a:lvl1pPr>
            <a:lvl2pPr algn="l">
              <a:defRPr sz="1650" b="1">
                <a:solidFill>
                  <a:srgbClr val="0070C0"/>
                </a:solidFill>
                <a:latin typeface="Arial"/>
                <a:ea typeface="Arial"/>
                <a:cs typeface="Arial"/>
              </a:defRPr>
            </a:lvl2pPr>
            <a:lvl3pPr algn="l">
              <a:defRPr sz="1650" b="1">
                <a:solidFill>
                  <a:srgbClr val="0070C0"/>
                </a:solidFill>
                <a:latin typeface="Arial"/>
                <a:ea typeface="Arial"/>
                <a:cs typeface="Arial"/>
              </a:defRPr>
            </a:lvl3pPr>
            <a:lvl4pPr algn="l">
              <a:defRPr sz="1650" b="1">
                <a:solidFill>
                  <a:srgbClr val="0070C0"/>
                </a:solidFill>
                <a:latin typeface="Arial"/>
                <a:ea typeface="Arial"/>
                <a:cs typeface="Arial"/>
              </a:defRPr>
            </a:lvl4pPr>
            <a:lvl5pPr algn="l">
              <a:defRPr sz="1650" b="1">
                <a:solidFill>
                  <a:srgbClr val="0070C0"/>
                </a:solidFill>
                <a:latin typeface="Arial"/>
                <a:ea typeface="Arial"/>
                <a:cs typeface="Arial"/>
              </a:defRPr>
            </a:lvl5pPr>
            <a:lvl6pPr algn="l">
              <a:defRPr sz="1650" b="1">
                <a:solidFill>
                  <a:srgbClr val="0070C0"/>
                </a:solidFill>
                <a:latin typeface="Arial"/>
                <a:ea typeface="Arial"/>
                <a:cs typeface="Arial"/>
              </a:defRPr>
            </a:lvl6pPr>
            <a:lvl7pPr algn="l">
              <a:defRPr sz="1650" b="1">
                <a:solidFill>
                  <a:srgbClr val="0070C0"/>
                </a:solidFill>
                <a:latin typeface="Arial"/>
                <a:ea typeface="Arial"/>
                <a:cs typeface="Arial"/>
              </a:defRPr>
            </a:lvl7pPr>
            <a:lvl8pPr algn="l">
              <a:defRPr sz="1650" b="1">
                <a:solidFill>
                  <a:srgbClr val="0070C0"/>
                </a:solidFill>
                <a:latin typeface="Arial"/>
                <a:ea typeface="Arial"/>
                <a:cs typeface="Arial"/>
              </a:defRPr>
            </a:lvl8pPr>
            <a:lvl9pPr algn="l">
              <a:defRPr sz="1650" b="1">
                <a:solidFill>
                  <a:srgbClr val="0070C0"/>
                </a:solidFill>
                <a:latin typeface="Arial"/>
                <a:ea typeface="Arial"/>
                <a:cs typeface="Arial"/>
              </a:defRPr>
            </a:lvl9pPr>
          </a:lstStyle>
          <a:p>
            <a:pPr algn="l">
              <a:defRPr sz="1650" b="1">
                <a:solidFill>
                  <a:srgbClr val="0070C0"/>
                </a:solidFill>
                <a:latin typeface="Arial"/>
                <a:ea typeface="Arial"/>
                <a:cs typeface="Arial"/>
              </a:defRPr>
            </a:pPr>
            <a:r>
              <a:rPr sz="1650" b="1">
                <a:solidFill>
                  <a:srgbClr val="0070C0"/>
                </a:solidFill>
                <a:latin typeface="Arial"/>
                <a:ea typeface="Arial"/>
                <a:cs typeface="Arial"/>
              </a:rPr>
              <a:t>Inventory</a:t>
            </a:r>
          </a:p>
        </p:txBody>
      </p:sp>
      <p:sp>
        <p:nvSpPr>
          <p:cNvPr id="9" name="current-content-93">
            <a:extLst>
              <a:ext uri="{FF2B5EF4-FFF2-40B4-BE49-F238E27FC236}">
                <a16:creationId xmlns:a16="http://schemas.microsoft.com/office/drawing/2014/main" id="{7A511D1E-E514-4B23-BF9B-8F5F1AD1AB92}"/>
              </a:ext>
            </a:extLst>
          </p:cNvPr>
          <p:cNvSpPr>
            <a:spLocks noGrp="1"/>
          </p:cNvSpPr>
          <p:nvPr/>
        </p:nvSpPr>
        <p:spPr>
          <a:xfrm>
            <a:off x="4286250" y="2438400"/>
            <a:ext cx="4314825" cy="447675"/>
          </a:xfrm>
          <a:prstGeom prst="rect">
            <a:avLst/>
          </a:prstGeom>
          <a:noFill/>
          <a:ln w="0">
            <a:noFill/>
          </a:ln>
        </p:spPr>
        <p:txBody>
          <a:bodyPr wrap="square" lIns="0" tIns="0" rIns="0" bIns="0" anchor="t">
            <a:noAutofit/>
          </a:bodyPr>
          <a:lstStyle>
            <a:defPPr algn="l">
              <a:defRPr sz="1650" b="0">
                <a:solidFill>
                  <a:srgbClr val="171717"/>
                </a:solidFill>
                <a:latin typeface="Arial"/>
                <a:ea typeface="Arial"/>
                <a:cs typeface="Arial"/>
              </a:defRPr>
            </a:defPPr>
            <a:lvl1pPr algn="l">
              <a:defRPr sz="1650" b="0">
                <a:solidFill>
                  <a:srgbClr val="171717"/>
                </a:solidFill>
                <a:latin typeface="Arial"/>
                <a:ea typeface="Arial"/>
                <a:cs typeface="Arial"/>
              </a:defRPr>
            </a:lvl1pPr>
            <a:lvl2pPr algn="l">
              <a:defRPr sz="1650" b="0">
                <a:solidFill>
                  <a:srgbClr val="171717"/>
                </a:solidFill>
                <a:latin typeface="Arial"/>
                <a:ea typeface="Arial"/>
                <a:cs typeface="Arial"/>
              </a:defRPr>
            </a:lvl2pPr>
            <a:lvl3pPr algn="l">
              <a:defRPr sz="1650" b="0">
                <a:solidFill>
                  <a:srgbClr val="171717"/>
                </a:solidFill>
                <a:latin typeface="Arial"/>
                <a:ea typeface="Arial"/>
                <a:cs typeface="Arial"/>
              </a:defRPr>
            </a:lvl3pPr>
            <a:lvl4pPr algn="l">
              <a:defRPr sz="1650" b="0">
                <a:solidFill>
                  <a:srgbClr val="171717"/>
                </a:solidFill>
                <a:latin typeface="Arial"/>
                <a:ea typeface="Arial"/>
                <a:cs typeface="Arial"/>
              </a:defRPr>
            </a:lvl4pPr>
            <a:lvl5pPr algn="l">
              <a:defRPr sz="1650" b="0">
                <a:solidFill>
                  <a:srgbClr val="171717"/>
                </a:solidFill>
                <a:latin typeface="Arial"/>
                <a:ea typeface="Arial"/>
                <a:cs typeface="Arial"/>
              </a:defRPr>
            </a:lvl5pPr>
            <a:lvl6pPr algn="l">
              <a:defRPr sz="1650" b="0">
                <a:solidFill>
                  <a:srgbClr val="171717"/>
                </a:solidFill>
                <a:latin typeface="Arial"/>
                <a:ea typeface="Arial"/>
                <a:cs typeface="Arial"/>
              </a:defRPr>
            </a:lvl6pPr>
            <a:lvl7pPr algn="l">
              <a:defRPr sz="1650" b="0">
                <a:solidFill>
                  <a:srgbClr val="171717"/>
                </a:solidFill>
                <a:latin typeface="Arial"/>
                <a:ea typeface="Arial"/>
                <a:cs typeface="Arial"/>
              </a:defRPr>
            </a:lvl7pPr>
            <a:lvl8pPr algn="l">
              <a:defRPr sz="1650" b="0">
                <a:solidFill>
                  <a:srgbClr val="171717"/>
                </a:solidFill>
                <a:latin typeface="Arial"/>
                <a:ea typeface="Arial"/>
                <a:cs typeface="Arial"/>
              </a:defRPr>
            </a:lvl8pPr>
            <a:lvl9pPr algn="l">
              <a:defRPr sz="1650" b="0">
                <a:solidFill>
                  <a:srgbClr val="171717"/>
                </a:solidFill>
                <a:latin typeface="Arial"/>
                <a:ea typeface="Arial"/>
                <a:cs typeface="Arial"/>
              </a:defRPr>
            </a:lvl9pPr>
          </a:lstStyle>
          <a:p>
            <a:pPr algn="l">
              <a:defRPr sz="1650" b="0">
                <a:solidFill>
                  <a:srgbClr val="171717"/>
                </a:solidFill>
                <a:latin typeface="Arial"/>
                <a:ea typeface="Arial"/>
                <a:cs typeface="Arial"/>
              </a:defRPr>
            </a:pPr>
            <a:r>
              <a:rPr sz="1650" b="0">
                <a:solidFill>
                  <a:srgbClr val="171717"/>
                </a:solidFill>
                <a:latin typeface="Arial"/>
                <a:ea typeface="Arial"/>
                <a:cs typeface="Arial"/>
              </a:rPr>
              <a:t>Base stock, options, adjustments and import</a:t>
            </a:r>
          </a:p>
        </p:txBody>
      </p:sp>
      <p:sp>
        <p:nvSpPr>
          <p:cNvPr id="10" name="current-content-94">
            <a:extLst>
              <a:ext uri="{FF2B5EF4-FFF2-40B4-BE49-F238E27FC236}">
                <a16:creationId xmlns:a16="http://schemas.microsoft.com/office/drawing/2014/main" id="{D78A74F9-CE67-44FF-B9A9-E535F33AEA50}"/>
              </a:ext>
            </a:extLst>
          </p:cNvPr>
          <p:cNvSpPr>
            <a:spLocks noGrp="1"/>
          </p:cNvSpPr>
          <p:nvPr/>
        </p:nvSpPr>
        <p:spPr>
          <a:xfrm>
            <a:off x="2886075" y="2924175"/>
            <a:ext cx="1333500" cy="333375"/>
          </a:xfrm>
          <a:prstGeom prst="rect">
            <a:avLst/>
          </a:prstGeom>
          <a:noFill/>
          <a:ln w="0">
            <a:noFill/>
          </a:ln>
        </p:spPr>
        <p:txBody>
          <a:bodyPr wrap="square" lIns="0" tIns="0" rIns="0" bIns="0" anchor="t">
            <a:noAutofit/>
          </a:bodyPr>
          <a:lstStyle>
            <a:defPPr algn="l">
              <a:defRPr sz="1650" b="1">
                <a:solidFill>
                  <a:srgbClr val="0070C0"/>
                </a:solidFill>
                <a:latin typeface="Arial"/>
                <a:ea typeface="Arial"/>
                <a:cs typeface="Arial"/>
              </a:defRPr>
            </a:defPPr>
            <a:lvl1pPr algn="l">
              <a:defRPr sz="1650" b="1">
                <a:solidFill>
                  <a:srgbClr val="0070C0"/>
                </a:solidFill>
                <a:latin typeface="Arial"/>
                <a:ea typeface="Arial"/>
                <a:cs typeface="Arial"/>
              </a:defRPr>
            </a:lvl1pPr>
            <a:lvl2pPr algn="l">
              <a:defRPr sz="1650" b="1">
                <a:solidFill>
                  <a:srgbClr val="0070C0"/>
                </a:solidFill>
                <a:latin typeface="Arial"/>
                <a:ea typeface="Arial"/>
                <a:cs typeface="Arial"/>
              </a:defRPr>
            </a:lvl2pPr>
            <a:lvl3pPr algn="l">
              <a:defRPr sz="1650" b="1">
                <a:solidFill>
                  <a:srgbClr val="0070C0"/>
                </a:solidFill>
                <a:latin typeface="Arial"/>
                <a:ea typeface="Arial"/>
                <a:cs typeface="Arial"/>
              </a:defRPr>
            </a:lvl3pPr>
            <a:lvl4pPr algn="l">
              <a:defRPr sz="1650" b="1">
                <a:solidFill>
                  <a:srgbClr val="0070C0"/>
                </a:solidFill>
                <a:latin typeface="Arial"/>
                <a:ea typeface="Arial"/>
                <a:cs typeface="Arial"/>
              </a:defRPr>
            </a:lvl4pPr>
            <a:lvl5pPr algn="l">
              <a:defRPr sz="1650" b="1">
                <a:solidFill>
                  <a:srgbClr val="0070C0"/>
                </a:solidFill>
                <a:latin typeface="Arial"/>
                <a:ea typeface="Arial"/>
                <a:cs typeface="Arial"/>
              </a:defRPr>
            </a:lvl5pPr>
            <a:lvl6pPr algn="l">
              <a:defRPr sz="1650" b="1">
                <a:solidFill>
                  <a:srgbClr val="0070C0"/>
                </a:solidFill>
                <a:latin typeface="Arial"/>
                <a:ea typeface="Arial"/>
                <a:cs typeface="Arial"/>
              </a:defRPr>
            </a:lvl6pPr>
            <a:lvl7pPr algn="l">
              <a:defRPr sz="1650" b="1">
                <a:solidFill>
                  <a:srgbClr val="0070C0"/>
                </a:solidFill>
                <a:latin typeface="Arial"/>
                <a:ea typeface="Arial"/>
                <a:cs typeface="Arial"/>
              </a:defRPr>
            </a:lvl7pPr>
            <a:lvl8pPr algn="l">
              <a:defRPr sz="1650" b="1">
                <a:solidFill>
                  <a:srgbClr val="0070C0"/>
                </a:solidFill>
                <a:latin typeface="Arial"/>
                <a:ea typeface="Arial"/>
                <a:cs typeface="Arial"/>
              </a:defRPr>
            </a:lvl8pPr>
            <a:lvl9pPr algn="l">
              <a:defRPr sz="1650" b="1">
                <a:solidFill>
                  <a:srgbClr val="0070C0"/>
                </a:solidFill>
                <a:latin typeface="Arial"/>
                <a:ea typeface="Arial"/>
                <a:cs typeface="Arial"/>
              </a:defRPr>
            </a:lvl9pPr>
          </a:lstStyle>
          <a:p>
            <a:pPr algn="l">
              <a:defRPr sz="1650" b="1">
                <a:solidFill>
                  <a:srgbClr val="0070C0"/>
                </a:solidFill>
                <a:latin typeface="Arial"/>
                <a:ea typeface="Arial"/>
                <a:cs typeface="Arial"/>
              </a:defRPr>
            </a:pPr>
            <a:r>
              <a:rPr sz="1650" b="1">
                <a:solidFill>
                  <a:srgbClr val="0070C0"/>
                </a:solidFill>
                <a:latin typeface="Arial"/>
                <a:ea typeface="Arial"/>
                <a:cs typeface="Arial"/>
              </a:rPr>
              <a:t>Purchasing</a:t>
            </a:r>
          </a:p>
        </p:txBody>
      </p:sp>
      <p:sp>
        <p:nvSpPr>
          <p:cNvPr id="11" name="current-content-95">
            <a:extLst>
              <a:ext uri="{FF2B5EF4-FFF2-40B4-BE49-F238E27FC236}">
                <a16:creationId xmlns:a16="http://schemas.microsoft.com/office/drawing/2014/main" id="{9E40A93E-45C7-4C81-92F8-D79744B57A2C}"/>
              </a:ext>
            </a:extLst>
          </p:cNvPr>
          <p:cNvSpPr>
            <a:spLocks noGrp="1"/>
          </p:cNvSpPr>
          <p:nvPr/>
        </p:nvSpPr>
        <p:spPr>
          <a:xfrm>
            <a:off x="4286250" y="2924175"/>
            <a:ext cx="4314825" cy="447675"/>
          </a:xfrm>
          <a:prstGeom prst="rect">
            <a:avLst/>
          </a:prstGeom>
          <a:noFill/>
          <a:ln w="0">
            <a:noFill/>
          </a:ln>
        </p:spPr>
        <p:txBody>
          <a:bodyPr wrap="square" lIns="0" tIns="0" rIns="0" bIns="0" anchor="t">
            <a:noAutofit/>
          </a:bodyPr>
          <a:lstStyle>
            <a:defPPr algn="l">
              <a:defRPr sz="1650" b="0">
                <a:solidFill>
                  <a:srgbClr val="171717"/>
                </a:solidFill>
                <a:latin typeface="Arial"/>
                <a:ea typeface="Arial"/>
                <a:cs typeface="Arial"/>
              </a:defRPr>
            </a:defPPr>
            <a:lvl1pPr algn="l">
              <a:defRPr sz="1650" b="0">
                <a:solidFill>
                  <a:srgbClr val="171717"/>
                </a:solidFill>
                <a:latin typeface="Arial"/>
                <a:ea typeface="Arial"/>
                <a:cs typeface="Arial"/>
              </a:defRPr>
            </a:lvl1pPr>
            <a:lvl2pPr algn="l">
              <a:defRPr sz="1650" b="0">
                <a:solidFill>
                  <a:srgbClr val="171717"/>
                </a:solidFill>
                <a:latin typeface="Arial"/>
                <a:ea typeface="Arial"/>
                <a:cs typeface="Arial"/>
              </a:defRPr>
            </a:lvl2pPr>
            <a:lvl3pPr algn="l">
              <a:defRPr sz="1650" b="0">
                <a:solidFill>
                  <a:srgbClr val="171717"/>
                </a:solidFill>
                <a:latin typeface="Arial"/>
                <a:ea typeface="Arial"/>
                <a:cs typeface="Arial"/>
              </a:defRPr>
            </a:lvl3pPr>
            <a:lvl4pPr algn="l">
              <a:defRPr sz="1650" b="0">
                <a:solidFill>
                  <a:srgbClr val="171717"/>
                </a:solidFill>
                <a:latin typeface="Arial"/>
                <a:ea typeface="Arial"/>
                <a:cs typeface="Arial"/>
              </a:defRPr>
            </a:lvl4pPr>
            <a:lvl5pPr algn="l">
              <a:defRPr sz="1650" b="0">
                <a:solidFill>
                  <a:srgbClr val="171717"/>
                </a:solidFill>
                <a:latin typeface="Arial"/>
                <a:ea typeface="Arial"/>
                <a:cs typeface="Arial"/>
              </a:defRPr>
            </a:lvl5pPr>
            <a:lvl6pPr algn="l">
              <a:defRPr sz="1650" b="0">
                <a:solidFill>
                  <a:srgbClr val="171717"/>
                </a:solidFill>
                <a:latin typeface="Arial"/>
                <a:ea typeface="Arial"/>
                <a:cs typeface="Arial"/>
              </a:defRPr>
            </a:lvl6pPr>
            <a:lvl7pPr algn="l">
              <a:defRPr sz="1650" b="0">
                <a:solidFill>
                  <a:srgbClr val="171717"/>
                </a:solidFill>
                <a:latin typeface="Arial"/>
                <a:ea typeface="Arial"/>
                <a:cs typeface="Arial"/>
              </a:defRPr>
            </a:lvl7pPr>
            <a:lvl8pPr algn="l">
              <a:defRPr sz="1650" b="0">
                <a:solidFill>
                  <a:srgbClr val="171717"/>
                </a:solidFill>
                <a:latin typeface="Arial"/>
                <a:ea typeface="Arial"/>
                <a:cs typeface="Arial"/>
              </a:defRPr>
            </a:lvl8pPr>
            <a:lvl9pPr algn="l">
              <a:defRPr sz="1650" b="0">
                <a:solidFill>
                  <a:srgbClr val="171717"/>
                </a:solidFill>
                <a:latin typeface="Arial"/>
                <a:ea typeface="Arial"/>
                <a:cs typeface="Arial"/>
              </a:defRPr>
            </a:lvl9pPr>
          </a:lstStyle>
          <a:p>
            <a:pPr algn="l">
              <a:defRPr sz="1650" b="0">
                <a:solidFill>
                  <a:srgbClr val="171717"/>
                </a:solidFill>
                <a:latin typeface="Arial"/>
                <a:ea typeface="Arial"/>
                <a:cs typeface="Arial"/>
              </a:defRPr>
            </a:pPr>
            <a:r>
              <a:rPr sz="1650" b="0">
                <a:solidFill>
                  <a:srgbClr val="171717"/>
                </a:solidFill>
                <a:latin typeface="Arial"/>
                <a:ea typeface="Arial"/>
                <a:cs typeface="Arial"/>
              </a:rPr>
              <a:t>Suppliers, receiving and consignment balances</a:t>
            </a:r>
          </a:p>
        </p:txBody>
      </p:sp>
      <p:sp>
        <p:nvSpPr>
          <p:cNvPr id="12" name="current-content-96">
            <a:extLst>
              <a:ext uri="{FF2B5EF4-FFF2-40B4-BE49-F238E27FC236}">
                <a16:creationId xmlns:a16="http://schemas.microsoft.com/office/drawing/2014/main" id="{1D5ED9C8-3EA6-4636-A6B8-39EE100F7B22}"/>
              </a:ext>
            </a:extLst>
          </p:cNvPr>
          <p:cNvSpPr>
            <a:spLocks noGrp="1"/>
          </p:cNvSpPr>
          <p:nvPr/>
        </p:nvSpPr>
        <p:spPr>
          <a:xfrm>
            <a:off x="2886075" y="3409950"/>
            <a:ext cx="1333500" cy="333375"/>
          </a:xfrm>
          <a:prstGeom prst="rect">
            <a:avLst/>
          </a:prstGeom>
          <a:noFill/>
          <a:ln w="0">
            <a:noFill/>
          </a:ln>
        </p:spPr>
        <p:txBody>
          <a:bodyPr wrap="square" lIns="0" tIns="0" rIns="0" bIns="0" anchor="t">
            <a:noAutofit/>
          </a:bodyPr>
          <a:lstStyle>
            <a:defPPr algn="l">
              <a:defRPr sz="1650" b="1">
                <a:solidFill>
                  <a:srgbClr val="0070C0"/>
                </a:solidFill>
                <a:latin typeface="Arial"/>
                <a:ea typeface="Arial"/>
                <a:cs typeface="Arial"/>
              </a:defRPr>
            </a:defPPr>
            <a:lvl1pPr algn="l">
              <a:defRPr sz="1650" b="1">
                <a:solidFill>
                  <a:srgbClr val="0070C0"/>
                </a:solidFill>
                <a:latin typeface="Arial"/>
                <a:ea typeface="Arial"/>
                <a:cs typeface="Arial"/>
              </a:defRPr>
            </a:lvl1pPr>
            <a:lvl2pPr algn="l">
              <a:defRPr sz="1650" b="1">
                <a:solidFill>
                  <a:srgbClr val="0070C0"/>
                </a:solidFill>
                <a:latin typeface="Arial"/>
                <a:ea typeface="Arial"/>
                <a:cs typeface="Arial"/>
              </a:defRPr>
            </a:lvl2pPr>
            <a:lvl3pPr algn="l">
              <a:defRPr sz="1650" b="1">
                <a:solidFill>
                  <a:srgbClr val="0070C0"/>
                </a:solidFill>
                <a:latin typeface="Arial"/>
                <a:ea typeface="Arial"/>
                <a:cs typeface="Arial"/>
              </a:defRPr>
            </a:lvl3pPr>
            <a:lvl4pPr algn="l">
              <a:defRPr sz="1650" b="1">
                <a:solidFill>
                  <a:srgbClr val="0070C0"/>
                </a:solidFill>
                <a:latin typeface="Arial"/>
                <a:ea typeface="Arial"/>
                <a:cs typeface="Arial"/>
              </a:defRPr>
            </a:lvl4pPr>
            <a:lvl5pPr algn="l">
              <a:defRPr sz="1650" b="1">
                <a:solidFill>
                  <a:srgbClr val="0070C0"/>
                </a:solidFill>
                <a:latin typeface="Arial"/>
                <a:ea typeface="Arial"/>
                <a:cs typeface="Arial"/>
              </a:defRPr>
            </a:lvl5pPr>
            <a:lvl6pPr algn="l">
              <a:defRPr sz="1650" b="1">
                <a:solidFill>
                  <a:srgbClr val="0070C0"/>
                </a:solidFill>
                <a:latin typeface="Arial"/>
                <a:ea typeface="Arial"/>
                <a:cs typeface="Arial"/>
              </a:defRPr>
            </a:lvl6pPr>
            <a:lvl7pPr algn="l">
              <a:defRPr sz="1650" b="1">
                <a:solidFill>
                  <a:srgbClr val="0070C0"/>
                </a:solidFill>
                <a:latin typeface="Arial"/>
                <a:ea typeface="Arial"/>
                <a:cs typeface="Arial"/>
              </a:defRPr>
            </a:lvl7pPr>
            <a:lvl8pPr algn="l">
              <a:defRPr sz="1650" b="1">
                <a:solidFill>
                  <a:srgbClr val="0070C0"/>
                </a:solidFill>
                <a:latin typeface="Arial"/>
                <a:ea typeface="Arial"/>
                <a:cs typeface="Arial"/>
              </a:defRPr>
            </a:lvl8pPr>
            <a:lvl9pPr algn="l">
              <a:defRPr sz="1650" b="1">
                <a:solidFill>
                  <a:srgbClr val="0070C0"/>
                </a:solidFill>
                <a:latin typeface="Arial"/>
                <a:ea typeface="Arial"/>
                <a:cs typeface="Arial"/>
              </a:defRPr>
            </a:lvl9pPr>
          </a:lstStyle>
          <a:p>
            <a:pPr algn="l">
              <a:defRPr sz="1650" b="1">
                <a:solidFill>
                  <a:srgbClr val="0070C0"/>
                </a:solidFill>
                <a:latin typeface="Arial"/>
                <a:ea typeface="Arial"/>
                <a:cs typeface="Arial"/>
              </a:defRPr>
            </a:pPr>
            <a:r>
              <a:rPr sz="1650" b="1">
                <a:solidFill>
                  <a:srgbClr val="0070C0"/>
                </a:solidFill>
                <a:latin typeface="Arial"/>
                <a:ea typeface="Arial"/>
                <a:cs typeface="Arial"/>
              </a:rPr>
              <a:t>Monitoring</a:t>
            </a:r>
          </a:p>
        </p:txBody>
      </p:sp>
      <p:sp>
        <p:nvSpPr>
          <p:cNvPr id="13" name="current-content-97">
            <a:extLst>
              <a:ext uri="{FF2B5EF4-FFF2-40B4-BE49-F238E27FC236}">
                <a16:creationId xmlns:a16="http://schemas.microsoft.com/office/drawing/2014/main" id="{3F881C0A-DA37-4AD3-B412-B6E95E25C062}"/>
              </a:ext>
            </a:extLst>
          </p:cNvPr>
          <p:cNvSpPr>
            <a:spLocks noGrp="1"/>
          </p:cNvSpPr>
          <p:nvPr/>
        </p:nvSpPr>
        <p:spPr>
          <a:xfrm>
            <a:off x="4286250" y="3409950"/>
            <a:ext cx="4314825" cy="447675"/>
          </a:xfrm>
          <a:prstGeom prst="rect">
            <a:avLst/>
          </a:prstGeom>
          <a:noFill/>
          <a:ln w="0">
            <a:noFill/>
          </a:ln>
        </p:spPr>
        <p:txBody>
          <a:bodyPr wrap="square" lIns="0" tIns="0" rIns="0" bIns="0" anchor="t">
            <a:noAutofit/>
          </a:bodyPr>
          <a:lstStyle>
            <a:defPPr algn="l">
              <a:defRPr sz="1650" b="0">
                <a:solidFill>
                  <a:srgbClr val="171717"/>
                </a:solidFill>
                <a:latin typeface="Arial"/>
                <a:ea typeface="Arial"/>
                <a:cs typeface="Arial"/>
              </a:defRPr>
            </a:defPPr>
            <a:lvl1pPr algn="l">
              <a:defRPr sz="1650" b="0">
                <a:solidFill>
                  <a:srgbClr val="171717"/>
                </a:solidFill>
                <a:latin typeface="Arial"/>
                <a:ea typeface="Arial"/>
                <a:cs typeface="Arial"/>
              </a:defRPr>
            </a:lvl1pPr>
            <a:lvl2pPr algn="l">
              <a:defRPr sz="1650" b="0">
                <a:solidFill>
                  <a:srgbClr val="171717"/>
                </a:solidFill>
                <a:latin typeface="Arial"/>
                <a:ea typeface="Arial"/>
                <a:cs typeface="Arial"/>
              </a:defRPr>
            </a:lvl2pPr>
            <a:lvl3pPr algn="l">
              <a:defRPr sz="1650" b="0">
                <a:solidFill>
                  <a:srgbClr val="171717"/>
                </a:solidFill>
                <a:latin typeface="Arial"/>
                <a:ea typeface="Arial"/>
                <a:cs typeface="Arial"/>
              </a:defRPr>
            </a:lvl3pPr>
            <a:lvl4pPr algn="l">
              <a:defRPr sz="1650" b="0">
                <a:solidFill>
                  <a:srgbClr val="171717"/>
                </a:solidFill>
                <a:latin typeface="Arial"/>
                <a:ea typeface="Arial"/>
                <a:cs typeface="Arial"/>
              </a:defRPr>
            </a:lvl4pPr>
            <a:lvl5pPr algn="l">
              <a:defRPr sz="1650" b="0">
                <a:solidFill>
                  <a:srgbClr val="171717"/>
                </a:solidFill>
                <a:latin typeface="Arial"/>
                <a:ea typeface="Arial"/>
                <a:cs typeface="Arial"/>
              </a:defRPr>
            </a:lvl5pPr>
            <a:lvl6pPr algn="l">
              <a:defRPr sz="1650" b="0">
                <a:solidFill>
                  <a:srgbClr val="171717"/>
                </a:solidFill>
                <a:latin typeface="Arial"/>
                <a:ea typeface="Arial"/>
                <a:cs typeface="Arial"/>
              </a:defRPr>
            </a:lvl6pPr>
            <a:lvl7pPr algn="l">
              <a:defRPr sz="1650" b="0">
                <a:solidFill>
                  <a:srgbClr val="171717"/>
                </a:solidFill>
                <a:latin typeface="Arial"/>
                <a:ea typeface="Arial"/>
                <a:cs typeface="Arial"/>
              </a:defRPr>
            </a:lvl7pPr>
            <a:lvl8pPr algn="l">
              <a:defRPr sz="1650" b="0">
                <a:solidFill>
                  <a:srgbClr val="171717"/>
                </a:solidFill>
                <a:latin typeface="Arial"/>
                <a:ea typeface="Arial"/>
                <a:cs typeface="Arial"/>
              </a:defRPr>
            </a:lvl8pPr>
            <a:lvl9pPr algn="l">
              <a:defRPr sz="1650" b="0">
                <a:solidFill>
                  <a:srgbClr val="171717"/>
                </a:solidFill>
                <a:latin typeface="Arial"/>
                <a:ea typeface="Arial"/>
                <a:cs typeface="Arial"/>
              </a:defRPr>
            </a:lvl9pPr>
          </a:lstStyle>
          <a:p>
            <a:pPr algn="l">
              <a:defRPr sz="1650" b="0">
                <a:solidFill>
                  <a:srgbClr val="171717"/>
                </a:solidFill>
                <a:latin typeface="Arial"/>
                <a:ea typeface="Arial"/>
                <a:cs typeface="Arial"/>
              </a:defRPr>
            </a:pPr>
            <a:r>
              <a:rPr sz="1650" b="0">
                <a:solidFill>
                  <a:srgbClr val="171717"/>
                </a:solidFill>
                <a:latin typeface="Arial"/>
                <a:ea typeface="Arial"/>
                <a:cs typeface="Arial"/>
              </a:rPr>
              <a:t>Alerts, descriptive analytics and reports</a:t>
            </a:r>
          </a:p>
        </p:txBody>
      </p:sp>
      <p:sp>
        <p:nvSpPr>
          <p:cNvPr id="14" name="current-content-98">
            <a:extLst>
              <a:ext uri="{FF2B5EF4-FFF2-40B4-BE49-F238E27FC236}">
                <a16:creationId xmlns:a16="http://schemas.microsoft.com/office/drawing/2014/main" id="{C6AE54B3-2363-4B38-99A1-64F496372514}"/>
              </a:ext>
            </a:extLst>
          </p:cNvPr>
          <p:cNvSpPr>
            <a:spLocks noGrp="1"/>
          </p:cNvSpPr>
          <p:nvPr/>
        </p:nvSpPr>
        <p:spPr>
          <a:xfrm>
            <a:off x="2886075" y="3895725"/>
            <a:ext cx="1333500" cy="333375"/>
          </a:xfrm>
          <a:prstGeom prst="rect">
            <a:avLst/>
          </a:prstGeom>
          <a:noFill/>
          <a:ln w="0">
            <a:noFill/>
          </a:ln>
        </p:spPr>
        <p:txBody>
          <a:bodyPr wrap="square" lIns="0" tIns="0" rIns="0" bIns="0" anchor="t">
            <a:noAutofit/>
          </a:bodyPr>
          <a:lstStyle>
            <a:defPPr algn="l">
              <a:defRPr sz="1650" b="1">
                <a:solidFill>
                  <a:srgbClr val="0070C0"/>
                </a:solidFill>
                <a:latin typeface="Arial"/>
                <a:ea typeface="Arial"/>
                <a:cs typeface="Arial"/>
              </a:defRPr>
            </a:defPPr>
            <a:lvl1pPr algn="l">
              <a:defRPr sz="1650" b="1">
                <a:solidFill>
                  <a:srgbClr val="0070C0"/>
                </a:solidFill>
                <a:latin typeface="Arial"/>
                <a:ea typeface="Arial"/>
                <a:cs typeface="Arial"/>
              </a:defRPr>
            </a:lvl1pPr>
            <a:lvl2pPr algn="l">
              <a:defRPr sz="1650" b="1">
                <a:solidFill>
                  <a:srgbClr val="0070C0"/>
                </a:solidFill>
                <a:latin typeface="Arial"/>
                <a:ea typeface="Arial"/>
                <a:cs typeface="Arial"/>
              </a:defRPr>
            </a:lvl2pPr>
            <a:lvl3pPr algn="l">
              <a:defRPr sz="1650" b="1">
                <a:solidFill>
                  <a:srgbClr val="0070C0"/>
                </a:solidFill>
                <a:latin typeface="Arial"/>
                <a:ea typeface="Arial"/>
                <a:cs typeface="Arial"/>
              </a:defRPr>
            </a:lvl3pPr>
            <a:lvl4pPr algn="l">
              <a:defRPr sz="1650" b="1">
                <a:solidFill>
                  <a:srgbClr val="0070C0"/>
                </a:solidFill>
                <a:latin typeface="Arial"/>
                <a:ea typeface="Arial"/>
                <a:cs typeface="Arial"/>
              </a:defRPr>
            </a:lvl4pPr>
            <a:lvl5pPr algn="l">
              <a:defRPr sz="1650" b="1">
                <a:solidFill>
                  <a:srgbClr val="0070C0"/>
                </a:solidFill>
                <a:latin typeface="Arial"/>
                <a:ea typeface="Arial"/>
                <a:cs typeface="Arial"/>
              </a:defRPr>
            </a:lvl5pPr>
            <a:lvl6pPr algn="l">
              <a:defRPr sz="1650" b="1">
                <a:solidFill>
                  <a:srgbClr val="0070C0"/>
                </a:solidFill>
                <a:latin typeface="Arial"/>
                <a:ea typeface="Arial"/>
                <a:cs typeface="Arial"/>
              </a:defRPr>
            </a:lvl6pPr>
            <a:lvl7pPr algn="l">
              <a:defRPr sz="1650" b="1">
                <a:solidFill>
                  <a:srgbClr val="0070C0"/>
                </a:solidFill>
                <a:latin typeface="Arial"/>
                <a:ea typeface="Arial"/>
                <a:cs typeface="Arial"/>
              </a:defRPr>
            </a:lvl7pPr>
            <a:lvl8pPr algn="l">
              <a:defRPr sz="1650" b="1">
                <a:solidFill>
                  <a:srgbClr val="0070C0"/>
                </a:solidFill>
                <a:latin typeface="Arial"/>
                <a:ea typeface="Arial"/>
                <a:cs typeface="Arial"/>
              </a:defRPr>
            </a:lvl8pPr>
            <a:lvl9pPr algn="l">
              <a:defRPr sz="1650" b="1">
                <a:solidFill>
                  <a:srgbClr val="0070C0"/>
                </a:solidFill>
                <a:latin typeface="Arial"/>
                <a:ea typeface="Arial"/>
                <a:cs typeface="Arial"/>
              </a:defRPr>
            </a:lvl9pPr>
          </a:lstStyle>
          <a:p>
            <a:pPr algn="l">
              <a:defRPr sz="1650" b="1">
                <a:solidFill>
                  <a:srgbClr val="0070C0"/>
                </a:solidFill>
                <a:latin typeface="Arial"/>
                <a:ea typeface="Arial"/>
                <a:cs typeface="Arial"/>
              </a:defRPr>
            </a:pPr>
            <a:r>
              <a:rPr sz="1650" b="1">
                <a:solidFill>
                  <a:srgbClr val="0070C0"/>
                </a:solidFill>
                <a:latin typeface="Arial"/>
                <a:ea typeface="Arial"/>
                <a:cs typeface="Arial"/>
              </a:rPr>
              <a:t>Access</a:t>
            </a:r>
          </a:p>
        </p:txBody>
      </p:sp>
      <p:sp>
        <p:nvSpPr>
          <p:cNvPr id="15" name="current-content-99">
            <a:extLst>
              <a:ext uri="{FF2B5EF4-FFF2-40B4-BE49-F238E27FC236}">
                <a16:creationId xmlns:a16="http://schemas.microsoft.com/office/drawing/2014/main" id="{E9C78588-3A1E-4310-8B4D-650B4788E747}"/>
              </a:ext>
            </a:extLst>
          </p:cNvPr>
          <p:cNvSpPr>
            <a:spLocks noGrp="1"/>
          </p:cNvSpPr>
          <p:nvPr/>
        </p:nvSpPr>
        <p:spPr>
          <a:xfrm>
            <a:off x="4286250" y="3895725"/>
            <a:ext cx="4314825" cy="447675"/>
          </a:xfrm>
          <a:prstGeom prst="rect">
            <a:avLst/>
          </a:prstGeom>
          <a:noFill/>
          <a:ln w="0">
            <a:noFill/>
          </a:ln>
        </p:spPr>
        <p:txBody>
          <a:bodyPr wrap="square" lIns="0" tIns="0" rIns="0" bIns="0" anchor="t">
            <a:noAutofit/>
          </a:bodyPr>
          <a:lstStyle>
            <a:defPPr algn="l">
              <a:defRPr sz="1650" b="0">
                <a:solidFill>
                  <a:srgbClr val="171717"/>
                </a:solidFill>
                <a:latin typeface="Arial"/>
                <a:ea typeface="Arial"/>
                <a:cs typeface="Arial"/>
              </a:defRPr>
            </a:defPPr>
            <a:lvl1pPr algn="l">
              <a:defRPr sz="1650" b="0">
                <a:solidFill>
                  <a:srgbClr val="171717"/>
                </a:solidFill>
                <a:latin typeface="Arial"/>
                <a:ea typeface="Arial"/>
                <a:cs typeface="Arial"/>
              </a:defRPr>
            </a:lvl1pPr>
            <a:lvl2pPr algn="l">
              <a:defRPr sz="1650" b="0">
                <a:solidFill>
                  <a:srgbClr val="171717"/>
                </a:solidFill>
                <a:latin typeface="Arial"/>
                <a:ea typeface="Arial"/>
                <a:cs typeface="Arial"/>
              </a:defRPr>
            </a:lvl2pPr>
            <a:lvl3pPr algn="l">
              <a:defRPr sz="1650" b="0">
                <a:solidFill>
                  <a:srgbClr val="171717"/>
                </a:solidFill>
                <a:latin typeface="Arial"/>
                <a:ea typeface="Arial"/>
                <a:cs typeface="Arial"/>
              </a:defRPr>
            </a:lvl3pPr>
            <a:lvl4pPr algn="l">
              <a:defRPr sz="1650" b="0">
                <a:solidFill>
                  <a:srgbClr val="171717"/>
                </a:solidFill>
                <a:latin typeface="Arial"/>
                <a:ea typeface="Arial"/>
                <a:cs typeface="Arial"/>
              </a:defRPr>
            </a:lvl4pPr>
            <a:lvl5pPr algn="l">
              <a:defRPr sz="1650" b="0">
                <a:solidFill>
                  <a:srgbClr val="171717"/>
                </a:solidFill>
                <a:latin typeface="Arial"/>
                <a:ea typeface="Arial"/>
                <a:cs typeface="Arial"/>
              </a:defRPr>
            </a:lvl5pPr>
            <a:lvl6pPr algn="l">
              <a:defRPr sz="1650" b="0">
                <a:solidFill>
                  <a:srgbClr val="171717"/>
                </a:solidFill>
                <a:latin typeface="Arial"/>
                <a:ea typeface="Arial"/>
                <a:cs typeface="Arial"/>
              </a:defRPr>
            </a:lvl6pPr>
            <a:lvl7pPr algn="l">
              <a:defRPr sz="1650" b="0">
                <a:solidFill>
                  <a:srgbClr val="171717"/>
                </a:solidFill>
                <a:latin typeface="Arial"/>
                <a:ea typeface="Arial"/>
                <a:cs typeface="Arial"/>
              </a:defRPr>
            </a:lvl7pPr>
            <a:lvl8pPr algn="l">
              <a:defRPr sz="1650" b="0">
                <a:solidFill>
                  <a:srgbClr val="171717"/>
                </a:solidFill>
                <a:latin typeface="Arial"/>
                <a:ea typeface="Arial"/>
                <a:cs typeface="Arial"/>
              </a:defRPr>
            </a:lvl8pPr>
            <a:lvl9pPr algn="l">
              <a:defRPr sz="1650" b="0">
                <a:solidFill>
                  <a:srgbClr val="171717"/>
                </a:solidFill>
                <a:latin typeface="Arial"/>
                <a:ea typeface="Arial"/>
                <a:cs typeface="Arial"/>
              </a:defRPr>
            </a:lvl9pPr>
          </a:lstStyle>
          <a:p>
            <a:pPr algn="l">
              <a:defRPr sz="1650" b="0">
                <a:solidFill>
                  <a:srgbClr val="171717"/>
                </a:solidFill>
                <a:latin typeface="Arial"/>
                <a:ea typeface="Arial"/>
                <a:cs typeface="Arial"/>
              </a:defRPr>
            </a:pPr>
            <a:r>
              <a:rPr sz="1650" b="0">
                <a:solidFill>
                  <a:srgbClr val="171717"/>
                </a:solidFill>
                <a:latin typeface="Arial"/>
                <a:ea typeface="Arial"/>
                <a:cs typeface="Arial"/>
              </a:rPr>
              <a:t>Assigned-store accounts and TOTP MFA</a:t>
            </a:r>
          </a:p>
        </p:txBody>
      </p:sp>
    </p:spTree>
    <p:extLst>
      <p:ext uri="{BB962C8B-B14F-4D97-AF65-F5344CB8AC3E}">
        <p14:creationId xmlns:p14="http://schemas.microsoft.com/office/powerpoint/2010/main" val="6989783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C9A5E246-AA2E-44AD-B168-82070C7BFF31}"/>
              </a:ext>
            </a:extLst>
          </p:cNvPr>
          <p:cNvPicPr>
            <a:picLocks noChangeAspect="1"/>
          </p:cNvPicPr>
          <p:nvPr/>
        </p:nvPicPr>
        <p:blipFill>
          <a:blip r:embed="rId3"/>
          <a:stretch/>
        </p:blipFill>
        <p:spPr>
          <a:xfrm>
            <a:off x="6572250" y="260789"/>
            <a:ext cx="2238375" cy="716673"/>
          </a:xfrm>
          <a:prstGeom prst="rect">
            <a:avLst/>
          </a:prstGeom>
        </p:spPr>
      </p:pic>
      <p:sp>
        <p:nvSpPr>
          <p:cNvPr id="2" name="current-content-18">
            <a:extLst>
              <a:ext uri="{FF2B5EF4-FFF2-40B4-BE49-F238E27FC236}">
                <a16:creationId xmlns:a16="http://schemas.microsoft.com/office/drawing/2014/main" id="{6BFBB52B-2E60-44FE-975B-051D323D6873}"/>
              </a:ext>
            </a:extLst>
          </p:cNvPr>
          <p:cNvSpPr>
            <a:spLocks noGrp="1"/>
          </p:cNvSpPr>
          <p:nvPr/>
        </p:nvSpPr>
        <p:spPr>
          <a:xfrm>
            <a:off x="533400" y="457200"/>
            <a:ext cx="5762625" cy="552450"/>
          </a:xfrm>
          <a:prstGeom prst="rect">
            <a:avLst/>
          </a:prstGeom>
          <a:noFill/>
          <a:ln w="0">
            <a:noFill/>
          </a:ln>
        </p:spPr>
        <p:txBody>
          <a:bodyPr wrap="square" lIns="0" tIns="0" rIns="0" bIns="0" anchor="t">
            <a:noAutofit/>
          </a:bodyPr>
          <a:lstStyle>
            <a:defPPr algn="l">
              <a:defRPr sz="2520" b="1">
                <a:solidFill>
                  <a:srgbClr val="0070C0"/>
                </a:solidFill>
                <a:latin typeface="Raleway"/>
                <a:ea typeface="Raleway"/>
                <a:cs typeface="Raleway"/>
              </a:defRPr>
            </a:defPPr>
            <a:lvl1pPr algn="l">
              <a:defRPr sz="2520" b="1">
                <a:solidFill>
                  <a:srgbClr val="0070C0"/>
                </a:solidFill>
                <a:latin typeface="Raleway"/>
                <a:ea typeface="Raleway"/>
                <a:cs typeface="Raleway"/>
              </a:defRPr>
            </a:lvl1pPr>
            <a:lvl2pPr algn="l">
              <a:defRPr sz="2520" b="1">
                <a:solidFill>
                  <a:srgbClr val="0070C0"/>
                </a:solidFill>
                <a:latin typeface="Raleway"/>
                <a:ea typeface="Raleway"/>
                <a:cs typeface="Raleway"/>
              </a:defRPr>
            </a:lvl2pPr>
            <a:lvl3pPr algn="l">
              <a:defRPr sz="2520" b="1">
                <a:solidFill>
                  <a:srgbClr val="0070C0"/>
                </a:solidFill>
                <a:latin typeface="Raleway"/>
                <a:ea typeface="Raleway"/>
                <a:cs typeface="Raleway"/>
              </a:defRPr>
            </a:lvl3pPr>
            <a:lvl4pPr algn="l">
              <a:defRPr sz="2520" b="1">
                <a:solidFill>
                  <a:srgbClr val="0070C0"/>
                </a:solidFill>
                <a:latin typeface="Raleway"/>
                <a:ea typeface="Raleway"/>
                <a:cs typeface="Raleway"/>
              </a:defRPr>
            </a:lvl4pPr>
            <a:lvl5pPr algn="l">
              <a:defRPr sz="2520" b="1">
                <a:solidFill>
                  <a:srgbClr val="0070C0"/>
                </a:solidFill>
                <a:latin typeface="Raleway"/>
                <a:ea typeface="Raleway"/>
                <a:cs typeface="Raleway"/>
              </a:defRPr>
            </a:lvl5pPr>
            <a:lvl6pPr algn="l">
              <a:defRPr sz="2520" b="1">
                <a:solidFill>
                  <a:srgbClr val="0070C0"/>
                </a:solidFill>
                <a:latin typeface="Raleway"/>
                <a:ea typeface="Raleway"/>
                <a:cs typeface="Raleway"/>
              </a:defRPr>
            </a:lvl6pPr>
            <a:lvl7pPr algn="l">
              <a:defRPr sz="2520" b="1">
                <a:solidFill>
                  <a:srgbClr val="0070C0"/>
                </a:solidFill>
                <a:latin typeface="Raleway"/>
                <a:ea typeface="Raleway"/>
                <a:cs typeface="Raleway"/>
              </a:defRPr>
            </a:lvl7pPr>
            <a:lvl8pPr algn="l">
              <a:defRPr sz="2520" b="1">
                <a:solidFill>
                  <a:srgbClr val="0070C0"/>
                </a:solidFill>
                <a:latin typeface="Raleway"/>
                <a:ea typeface="Raleway"/>
                <a:cs typeface="Raleway"/>
              </a:defRPr>
            </a:lvl8pPr>
            <a:lvl9pPr algn="l">
              <a:defRPr sz="2520" b="1">
                <a:solidFill>
                  <a:srgbClr val="0070C0"/>
                </a:solidFill>
                <a:latin typeface="Raleway"/>
                <a:ea typeface="Raleway"/>
                <a:cs typeface="Raleway"/>
              </a:defRPr>
            </a:lvl9pPr>
          </a:lstStyle>
          <a:p>
            <a:pPr algn="l">
              <a:defRPr sz="2520" b="1">
                <a:solidFill>
                  <a:srgbClr val="0070C0"/>
                </a:solidFill>
                <a:latin typeface="Raleway"/>
                <a:ea typeface="Raleway"/>
                <a:cs typeface="Raleway"/>
              </a:defRPr>
            </a:pPr>
            <a:r>
              <a:rPr sz="2520" b="1">
                <a:solidFill>
                  <a:srgbClr val="0070C0"/>
                </a:solidFill>
                <a:latin typeface="Raleway"/>
                <a:ea typeface="Raleway"/>
                <a:cs typeface="Raleway"/>
              </a:rPr>
              <a:t>Conceptual framework</a:t>
            </a:r>
          </a:p>
        </p:txBody>
      </p:sp>
      <p:sp>
        <p:nvSpPr>
          <p:cNvPr id="4" name="Rectangle 3">
            <a:extLst>
              <a:ext uri="{FF2B5EF4-FFF2-40B4-BE49-F238E27FC236}">
                <a16:creationId xmlns:a16="http://schemas.microsoft.com/office/drawing/2014/main" id="{FCC63D4C-21E5-484B-A9ED-30A45A613440}"/>
              </a:ext>
            </a:extLst>
          </p:cNvPr>
          <p:cNvSpPr>
            <a:spLocks noGrp="1"/>
          </p:cNvSpPr>
          <p:nvPr/>
        </p:nvSpPr>
        <p:spPr>
          <a:xfrm>
            <a:off x="533400" y="1476375"/>
            <a:ext cx="2714625" cy="857250"/>
          </a:xfrm>
          <a:prstGeom prst="rect">
            <a:avLst/>
          </a:prstGeom>
          <a:solidFill>
            <a:srgbClr val="FFFFFF"/>
          </a:solidFill>
          <a:ln w="14288">
            <a:solidFill>
              <a:srgbClr val="202C61"/>
            </a:solidFill>
          </a:ln>
        </p:spPr>
        <p:txBody>
          <a:bodyPr wrap="square" lIns="95250" tIns="95250" rIns="95250" bIns="95250" anchor="ctr"/>
          <a:lstStyle>
            <a:defPPr algn="ctr">
              <a:defRPr sz="1650">
                <a:solidFill>
                  <a:srgbClr val="171717"/>
                </a:solidFill>
                <a:latin typeface="Arial"/>
                <a:ea typeface="Arial"/>
                <a:cs typeface="Arial"/>
              </a:defRPr>
            </a:defPPr>
            <a:lvl1pPr algn="ctr">
              <a:defRPr sz="1650">
                <a:solidFill>
                  <a:srgbClr val="171717"/>
                </a:solidFill>
                <a:latin typeface="Arial"/>
                <a:ea typeface="Arial"/>
                <a:cs typeface="Arial"/>
              </a:defRPr>
            </a:lvl1pPr>
            <a:lvl2pPr algn="ctr">
              <a:defRPr sz="1650">
                <a:solidFill>
                  <a:srgbClr val="171717"/>
                </a:solidFill>
                <a:latin typeface="Arial"/>
                <a:ea typeface="Arial"/>
                <a:cs typeface="Arial"/>
              </a:defRPr>
            </a:lvl2pPr>
            <a:lvl3pPr algn="ctr">
              <a:defRPr sz="1650">
                <a:solidFill>
                  <a:srgbClr val="171717"/>
                </a:solidFill>
                <a:latin typeface="Arial"/>
                <a:ea typeface="Arial"/>
                <a:cs typeface="Arial"/>
              </a:defRPr>
            </a:lvl3pPr>
            <a:lvl4pPr algn="ctr">
              <a:defRPr sz="1650">
                <a:solidFill>
                  <a:srgbClr val="171717"/>
                </a:solidFill>
                <a:latin typeface="Arial"/>
                <a:ea typeface="Arial"/>
                <a:cs typeface="Arial"/>
              </a:defRPr>
            </a:lvl4pPr>
            <a:lvl5pPr algn="ctr">
              <a:defRPr sz="1650">
                <a:solidFill>
                  <a:srgbClr val="171717"/>
                </a:solidFill>
                <a:latin typeface="Arial"/>
                <a:ea typeface="Arial"/>
                <a:cs typeface="Arial"/>
              </a:defRPr>
            </a:lvl5pPr>
            <a:lvl6pPr algn="ctr">
              <a:defRPr sz="1650">
                <a:solidFill>
                  <a:srgbClr val="171717"/>
                </a:solidFill>
                <a:latin typeface="Arial"/>
                <a:ea typeface="Arial"/>
                <a:cs typeface="Arial"/>
              </a:defRPr>
            </a:lvl6pPr>
            <a:lvl7pPr algn="ctr">
              <a:defRPr sz="1650">
                <a:solidFill>
                  <a:srgbClr val="171717"/>
                </a:solidFill>
                <a:latin typeface="Arial"/>
                <a:ea typeface="Arial"/>
                <a:cs typeface="Arial"/>
              </a:defRPr>
            </a:lvl7pPr>
            <a:lvl8pPr algn="ctr">
              <a:defRPr sz="1650">
                <a:solidFill>
                  <a:srgbClr val="171717"/>
                </a:solidFill>
                <a:latin typeface="Arial"/>
                <a:ea typeface="Arial"/>
                <a:cs typeface="Arial"/>
              </a:defRPr>
            </a:lvl8pPr>
            <a:lvl9pPr algn="ctr">
              <a:defRPr sz="1650">
                <a:solidFill>
                  <a:srgbClr val="171717"/>
                </a:solidFill>
                <a:latin typeface="Arial"/>
                <a:ea typeface="Arial"/>
                <a:cs typeface="Arial"/>
              </a:defRPr>
            </a:lvl9pPr>
          </a:lstStyle>
          <a:p>
            <a:pPr algn="ctr">
              <a:defRPr sz="1650">
                <a:solidFill>
                  <a:srgbClr val="171717"/>
                </a:solidFill>
                <a:latin typeface="Arial"/>
                <a:ea typeface="Arial"/>
                <a:cs typeface="Arial"/>
              </a:defRPr>
            </a:pPr>
            <a:r>
              <a:rPr sz="1650">
                <a:solidFill>
                  <a:srgbClr val="171717"/>
                </a:solidFill>
                <a:latin typeface="Arial"/>
                <a:ea typeface="Arial"/>
                <a:cs typeface="Arial"/>
              </a:rPr>
              <a:t>Authorized users</a:t>
            </a:r>
          </a:p>
          <a:p>
            <a:pPr algn="ctr">
              <a:defRPr sz="1650">
                <a:solidFill>
                  <a:srgbClr val="171717"/>
                </a:solidFill>
                <a:latin typeface="Arial"/>
                <a:ea typeface="Arial"/>
                <a:cs typeface="Arial"/>
              </a:defRPr>
            </a:pPr>
            <a:r>
              <a:rPr sz="1650">
                <a:solidFill>
                  <a:srgbClr val="171717"/>
                </a:solidFill>
                <a:latin typeface="Arial"/>
                <a:ea typeface="Arial"/>
                <a:cs typeface="Arial"/>
              </a:rPr>
              <a:t>Admin / Cashier / Inventory</a:t>
            </a:r>
          </a:p>
        </p:txBody>
      </p:sp>
      <p:sp>
        <p:nvSpPr>
          <p:cNvPr id="5" name="Rectangle 4">
            <a:extLst>
              <a:ext uri="{FF2B5EF4-FFF2-40B4-BE49-F238E27FC236}">
                <a16:creationId xmlns:a16="http://schemas.microsoft.com/office/drawing/2014/main" id="{17298BFD-65A1-484A-A9B8-82136FE39274}"/>
              </a:ext>
            </a:extLst>
          </p:cNvPr>
          <p:cNvSpPr>
            <a:spLocks noGrp="1"/>
          </p:cNvSpPr>
          <p:nvPr/>
        </p:nvSpPr>
        <p:spPr>
          <a:xfrm>
            <a:off x="3810000" y="1476375"/>
            <a:ext cx="2333625" cy="857250"/>
          </a:xfrm>
          <a:prstGeom prst="rect">
            <a:avLst/>
          </a:prstGeom>
          <a:solidFill>
            <a:srgbClr val="FFFFFF"/>
          </a:solidFill>
          <a:ln w="14288">
            <a:solidFill>
              <a:srgbClr val="202C61"/>
            </a:solidFill>
          </a:ln>
        </p:spPr>
        <p:txBody>
          <a:bodyPr wrap="square" lIns="95250" tIns="95250" rIns="95250" bIns="95250" anchor="ctr"/>
          <a:lstStyle>
            <a:defPPr algn="ctr">
              <a:defRPr sz="1725">
                <a:solidFill>
                  <a:srgbClr val="171717"/>
                </a:solidFill>
                <a:latin typeface="Arial"/>
                <a:ea typeface="Arial"/>
                <a:cs typeface="Arial"/>
              </a:defRPr>
            </a:defPPr>
            <a:lvl1pPr algn="ctr">
              <a:defRPr sz="1725">
                <a:solidFill>
                  <a:srgbClr val="171717"/>
                </a:solidFill>
                <a:latin typeface="Arial"/>
                <a:ea typeface="Arial"/>
                <a:cs typeface="Arial"/>
              </a:defRPr>
            </a:lvl1pPr>
            <a:lvl2pPr algn="ctr">
              <a:defRPr sz="1725">
                <a:solidFill>
                  <a:srgbClr val="171717"/>
                </a:solidFill>
                <a:latin typeface="Arial"/>
                <a:ea typeface="Arial"/>
                <a:cs typeface="Arial"/>
              </a:defRPr>
            </a:lvl2pPr>
            <a:lvl3pPr algn="ctr">
              <a:defRPr sz="1725">
                <a:solidFill>
                  <a:srgbClr val="171717"/>
                </a:solidFill>
                <a:latin typeface="Arial"/>
                <a:ea typeface="Arial"/>
                <a:cs typeface="Arial"/>
              </a:defRPr>
            </a:lvl3pPr>
            <a:lvl4pPr algn="ctr">
              <a:defRPr sz="1725">
                <a:solidFill>
                  <a:srgbClr val="171717"/>
                </a:solidFill>
                <a:latin typeface="Arial"/>
                <a:ea typeface="Arial"/>
                <a:cs typeface="Arial"/>
              </a:defRPr>
            </a:lvl4pPr>
            <a:lvl5pPr algn="ctr">
              <a:defRPr sz="1725">
                <a:solidFill>
                  <a:srgbClr val="171717"/>
                </a:solidFill>
                <a:latin typeface="Arial"/>
                <a:ea typeface="Arial"/>
                <a:cs typeface="Arial"/>
              </a:defRPr>
            </a:lvl5pPr>
            <a:lvl6pPr algn="ctr">
              <a:defRPr sz="1725">
                <a:solidFill>
                  <a:srgbClr val="171717"/>
                </a:solidFill>
                <a:latin typeface="Arial"/>
                <a:ea typeface="Arial"/>
                <a:cs typeface="Arial"/>
              </a:defRPr>
            </a:lvl6pPr>
            <a:lvl7pPr algn="ctr">
              <a:defRPr sz="1725">
                <a:solidFill>
                  <a:srgbClr val="171717"/>
                </a:solidFill>
                <a:latin typeface="Arial"/>
                <a:ea typeface="Arial"/>
                <a:cs typeface="Arial"/>
              </a:defRPr>
            </a:lvl7pPr>
            <a:lvl8pPr algn="ctr">
              <a:defRPr sz="1725">
                <a:solidFill>
                  <a:srgbClr val="171717"/>
                </a:solidFill>
                <a:latin typeface="Arial"/>
                <a:ea typeface="Arial"/>
                <a:cs typeface="Arial"/>
              </a:defRPr>
            </a:lvl8pPr>
            <a:lvl9pPr algn="ctr">
              <a:defRPr sz="1725">
                <a:solidFill>
                  <a:srgbClr val="171717"/>
                </a:solidFill>
                <a:latin typeface="Arial"/>
                <a:ea typeface="Arial"/>
                <a:cs typeface="Arial"/>
              </a:defRPr>
            </a:lvl9pPr>
          </a:lstStyle>
          <a:p>
            <a:pPr algn="ctr">
              <a:defRPr sz="1725">
                <a:solidFill>
                  <a:srgbClr val="171717"/>
                </a:solidFill>
                <a:latin typeface="Arial"/>
                <a:ea typeface="Arial"/>
                <a:cs typeface="Arial"/>
              </a:defRPr>
            </a:pPr>
            <a:r>
              <a:rPr sz="1725">
                <a:solidFill>
                  <a:srgbClr val="171717"/>
                </a:solidFill>
                <a:latin typeface="Arial"/>
                <a:ea typeface="Arial"/>
                <a:cs typeface="Arial"/>
              </a:rPr>
              <a:t>Kodigo</a:t>
            </a:r>
          </a:p>
          <a:p>
            <a:pPr algn="ctr">
              <a:defRPr sz="1725">
                <a:solidFill>
                  <a:srgbClr val="171717"/>
                </a:solidFill>
                <a:latin typeface="Arial"/>
                <a:ea typeface="Arial"/>
                <a:cs typeface="Arial"/>
              </a:defRPr>
            </a:pPr>
            <a:r>
              <a:rPr sz="1725">
                <a:solidFill>
                  <a:srgbClr val="171717"/>
                </a:solidFill>
                <a:latin typeface="Arial"/>
                <a:ea typeface="Arial"/>
                <a:cs typeface="Arial"/>
              </a:rPr>
              <a:t>Role and store scope</a:t>
            </a:r>
          </a:p>
        </p:txBody>
      </p:sp>
      <p:sp>
        <p:nvSpPr>
          <p:cNvPr id="6" name="Rectangle 5">
            <a:extLst>
              <a:ext uri="{FF2B5EF4-FFF2-40B4-BE49-F238E27FC236}">
                <a16:creationId xmlns:a16="http://schemas.microsoft.com/office/drawing/2014/main" id="{00BAA17C-E042-4BD4-B209-A3FFE2A354F8}"/>
              </a:ext>
            </a:extLst>
          </p:cNvPr>
          <p:cNvSpPr>
            <a:spLocks noGrp="1"/>
          </p:cNvSpPr>
          <p:nvPr/>
        </p:nvSpPr>
        <p:spPr>
          <a:xfrm>
            <a:off x="6705600" y="1476375"/>
            <a:ext cx="1905000" cy="857250"/>
          </a:xfrm>
          <a:prstGeom prst="rect">
            <a:avLst/>
          </a:prstGeom>
          <a:solidFill>
            <a:srgbClr val="FFFFFF"/>
          </a:solidFill>
          <a:ln w="14288">
            <a:solidFill>
              <a:srgbClr val="202C61"/>
            </a:solidFill>
          </a:ln>
        </p:spPr>
        <p:txBody>
          <a:bodyPr wrap="square" lIns="95250" tIns="95250" rIns="95250" bIns="95250" anchor="ctr"/>
          <a:lstStyle>
            <a:defPPr algn="ctr">
              <a:defRPr sz="1575">
                <a:solidFill>
                  <a:srgbClr val="171717"/>
                </a:solidFill>
                <a:latin typeface="Arial"/>
                <a:ea typeface="Arial"/>
                <a:cs typeface="Arial"/>
              </a:defRPr>
            </a:defPPr>
            <a:lvl1pPr algn="ctr">
              <a:defRPr sz="1575">
                <a:solidFill>
                  <a:srgbClr val="171717"/>
                </a:solidFill>
                <a:latin typeface="Arial"/>
                <a:ea typeface="Arial"/>
                <a:cs typeface="Arial"/>
              </a:defRPr>
            </a:lvl1pPr>
            <a:lvl2pPr algn="ctr">
              <a:defRPr sz="1575">
                <a:solidFill>
                  <a:srgbClr val="171717"/>
                </a:solidFill>
                <a:latin typeface="Arial"/>
                <a:ea typeface="Arial"/>
                <a:cs typeface="Arial"/>
              </a:defRPr>
            </a:lvl2pPr>
            <a:lvl3pPr algn="ctr">
              <a:defRPr sz="1575">
                <a:solidFill>
                  <a:srgbClr val="171717"/>
                </a:solidFill>
                <a:latin typeface="Arial"/>
                <a:ea typeface="Arial"/>
                <a:cs typeface="Arial"/>
              </a:defRPr>
            </a:lvl3pPr>
            <a:lvl4pPr algn="ctr">
              <a:defRPr sz="1575">
                <a:solidFill>
                  <a:srgbClr val="171717"/>
                </a:solidFill>
                <a:latin typeface="Arial"/>
                <a:ea typeface="Arial"/>
                <a:cs typeface="Arial"/>
              </a:defRPr>
            </a:lvl4pPr>
            <a:lvl5pPr algn="ctr">
              <a:defRPr sz="1575">
                <a:solidFill>
                  <a:srgbClr val="171717"/>
                </a:solidFill>
                <a:latin typeface="Arial"/>
                <a:ea typeface="Arial"/>
                <a:cs typeface="Arial"/>
              </a:defRPr>
            </a:lvl5pPr>
            <a:lvl6pPr algn="ctr">
              <a:defRPr sz="1575">
                <a:solidFill>
                  <a:srgbClr val="171717"/>
                </a:solidFill>
                <a:latin typeface="Arial"/>
                <a:ea typeface="Arial"/>
                <a:cs typeface="Arial"/>
              </a:defRPr>
            </a:lvl6pPr>
            <a:lvl7pPr algn="ctr">
              <a:defRPr sz="1575">
                <a:solidFill>
                  <a:srgbClr val="171717"/>
                </a:solidFill>
                <a:latin typeface="Arial"/>
                <a:ea typeface="Arial"/>
                <a:cs typeface="Arial"/>
              </a:defRPr>
            </a:lvl7pPr>
            <a:lvl8pPr algn="ctr">
              <a:defRPr sz="1575">
                <a:solidFill>
                  <a:srgbClr val="171717"/>
                </a:solidFill>
                <a:latin typeface="Arial"/>
                <a:ea typeface="Arial"/>
                <a:cs typeface="Arial"/>
              </a:defRPr>
            </a:lvl8pPr>
            <a:lvl9pPr algn="ctr">
              <a:defRPr sz="1575">
                <a:solidFill>
                  <a:srgbClr val="171717"/>
                </a:solidFill>
                <a:latin typeface="Arial"/>
                <a:ea typeface="Arial"/>
                <a:cs typeface="Arial"/>
              </a:defRPr>
            </a:lvl9pPr>
          </a:lstStyle>
          <a:p>
            <a:pPr algn="ctr">
              <a:defRPr sz="1575">
                <a:solidFill>
                  <a:srgbClr val="171717"/>
                </a:solidFill>
                <a:latin typeface="Arial"/>
                <a:ea typeface="Arial"/>
                <a:cs typeface="Arial"/>
              </a:defRPr>
            </a:pPr>
            <a:r>
              <a:rPr sz="1575">
                <a:solidFill>
                  <a:srgbClr val="171717"/>
                </a:solidFill>
                <a:latin typeface="Arial"/>
                <a:ea typeface="Arial"/>
                <a:cs typeface="Arial"/>
              </a:rPr>
              <a:t>Stored records</a:t>
            </a:r>
          </a:p>
          <a:p>
            <a:pPr algn="ctr">
              <a:defRPr sz="1575">
                <a:solidFill>
                  <a:srgbClr val="171717"/>
                </a:solidFill>
                <a:latin typeface="Arial"/>
                <a:ea typeface="Arial"/>
                <a:cs typeface="Arial"/>
              </a:defRPr>
            </a:pPr>
            <a:r>
              <a:rPr sz="1575">
                <a:solidFill>
                  <a:srgbClr val="171717"/>
                </a:solidFill>
                <a:latin typeface="Arial"/>
                <a:ea typeface="Arial"/>
                <a:cs typeface="Arial"/>
              </a:rPr>
              <a:t>Sales and stock history</a:t>
            </a:r>
          </a:p>
        </p:txBody>
      </p:sp>
      <p:sp>
        <p:nvSpPr>
          <p:cNvPr id="9" name="Rectangle 8">
            <a:extLst>
              <a:ext uri="{FF2B5EF4-FFF2-40B4-BE49-F238E27FC236}">
                <a16:creationId xmlns:a16="http://schemas.microsoft.com/office/drawing/2014/main" id="{3B4A9FD1-09E0-4FB6-BA89-EF03110A4526}"/>
              </a:ext>
            </a:extLst>
          </p:cNvPr>
          <p:cNvSpPr>
            <a:spLocks noGrp="1"/>
          </p:cNvSpPr>
          <p:nvPr/>
        </p:nvSpPr>
        <p:spPr>
          <a:xfrm>
            <a:off x="533400" y="3114675"/>
            <a:ext cx="2714625" cy="809625"/>
          </a:xfrm>
          <a:prstGeom prst="rect">
            <a:avLst/>
          </a:prstGeom>
          <a:solidFill>
            <a:srgbClr val="FFFFFF"/>
          </a:solidFill>
          <a:ln w="14288">
            <a:solidFill>
              <a:srgbClr val="202C61"/>
            </a:solidFill>
          </a:ln>
        </p:spPr>
        <p:txBody>
          <a:bodyPr wrap="square" lIns="95250" tIns="95250" rIns="95250" bIns="95250" anchor="ctr"/>
          <a:lstStyle>
            <a:defPPr algn="ctr">
              <a:defRPr sz="1650">
                <a:solidFill>
                  <a:srgbClr val="171717"/>
                </a:solidFill>
                <a:latin typeface="Arial"/>
                <a:ea typeface="Arial"/>
                <a:cs typeface="Arial"/>
              </a:defRPr>
            </a:defPPr>
            <a:lvl1pPr algn="ctr">
              <a:defRPr sz="1650">
                <a:solidFill>
                  <a:srgbClr val="171717"/>
                </a:solidFill>
                <a:latin typeface="Arial"/>
                <a:ea typeface="Arial"/>
                <a:cs typeface="Arial"/>
              </a:defRPr>
            </a:lvl1pPr>
            <a:lvl2pPr algn="ctr">
              <a:defRPr sz="1650">
                <a:solidFill>
                  <a:srgbClr val="171717"/>
                </a:solidFill>
                <a:latin typeface="Arial"/>
                <a:ea typeface="Arial"/>
                <a:cs typeface="Arial"/>
              </a:defRPr>
            </a:lvl2pPr>
            <a:lvl3pPr algn="ctr">
              <a:defRPr sz="1650">
                <a:solidFill>
                  <a:srgbClr val="171717"/>
                </a:solidFill>
                <a:latin typeface="Arial"/>
                <a:ea typeface="Arial"/>
                <a:cs typeface="Arial"/>
              </a:defRPr>
            </a:lvl3pPr>
            <a:lvl4pPr algn="ctr">
              <a:defRPr sz="1650">
                <a:solidFill>
                  <a:srgbClr val="171717"/>
                </a:solidFill>
                <a:latin typeface="Arial"/>
                <a:ea typeface="Arial"/>
                <a:cs typeface="Arial"/>
              </a:defRPr>
            </a:lvl4pPr>
            <a:lvl5pPr algn="ctr">
              <a:defRPr sz="1650">
                <a:solidFill>
                  <a:srgbClr val="171717"/>
                </a:solidFill>
                <a:latin typeface="Arial"/>
                <a:ea typeface="Arial"/>
                <a:cs typeface="Arial"/>
              </a:defRPr>
            </a:lvl5pPr>
            <a:lvl6pPr algn="ctr">
              <a:defRPr sz="1650">
                <a:solidFill>
                  <a:srgbClr val="171717"/>
                </a:solidFill>
                <a:latin typeface="Arial"/>
                <a:ea typeface="Arial"/>
                <a:cs typeface="Arial"/>
              </a:defRPr>
            </a:lvl6pPr>
            <a:lvl7pPr algn="ctr">
              <a:defRPr sz="1650">
                <a:solidFill>
                  <a:srgbClr val="171717"/>
                </a:solidFill>
                <a:latin typeface="Arial"/>
                <a:ea typeface="Arial"/>
                <a:cs typeface="Arial"/>
              </a:defRPr>
            </a:lvl7pPr>
            <a:lvl8pPr algn="ctr">
              <a:defRPr sz="1650">
                <a:solidFill>
                  <a:srgbClr val="171717"/>
                </a:solidFill>
                <a:latin typeface="Arial"/>
                <a:ea typeface="Arial"/>
                <a:cs typeface="Arial"/>
              </a:defRPr>
            </a:lvl8pPr>
            <a:lvl9pPr algn="ctr">
              <a:defRPr sz="1650">
                <a:solidFill>
                  <a:srgbClr val="171717"/>
                </a:solidFill>
                <a:latin typeface="Arial"/>
                <a:ea typeface="Arial"/>
                <a:cs typeface="Arial"/>
              </a:defRPr>
            </a:lvl9pPr>
          </a:lstStyle>
          <a:p>
            <a:pPr algn="ctr">
              <a:defRPr sz="1650">
                <a:solidFill>
                  <a:srgbClr val="171717"/>
                </a:solidFill>
                <a:latin typeface="Arial"/>
                <a:ea typeface="Arial"/>
                <a:cs typeface="Arial"/>
              </a:defRPr>
            </a:pPr>
            <a:r>
              <a:rPr sz="1650">
                <a:solidFill>
                  <a:srgbClr val="171717"/>
                </a:solidFill>
                <a:latin typeface="Arial"/>
                <a:ea typeface="Arial"/>
                <a:cs typeface="Arial"/>
              </a:rPr>
              <a:t>Products, units,</a:t>
            </a:r>
          </a:p>
          <a:p>
            <a:pPr algn="ctr">
              <a:defRPr sz="1650">
                <a:solidFill>
                  <a:srgbClr val="171717"/>
                </a:solidFill>
                <a:latin typeface="Arial"/>
                <a:ea typeface="Arial"/>
                <a:cs typeface="Arial"/>
              </a:defRPr>
            </a:pPr>
            <a:r>
              <a:rPr sz="1650">
                <a:solidFill>
                  <a:srgbClr val="171717"/>
                </a:solidFill>
                <a:latin typeface="Arial"/>
                <a:ea typeface="Arial"/>
                <a:cs typeface="Arial"/>
              </a:rPr>
              <a:t>stock and supplier data</a:t>
            </a:r>
          </a:p>
        </p:txBody>
      </p:sp>
      <p:sp>
        <p:nvSpPr>
          <p:cNvPr id="10" name="Rectangle 9">
            <a:extLst>
              <a:ext uri="{FF2B5EF4-FFF2-40B4-BE49-F238E27FC236}">
                <a16:creationId xmlns:a16="http://schemas.microsoft.com/office/drawing/2014/main" id="{55DFC7EC-4ECF-4778-BC8B-7E2D6B4A5883}"/>
              </a:ext>
            </a:extLst>
          </p:cNvPr>
          <p:cNvSpPr>
            <a:spLocks noGrp="1"/>
          </p:cNvSpPr>
          <p:nvPr/>
        </p:nvSpPr>
        <p:spPr>
          <a:xfrm>
            <a:off x="3810000" y="3114675"/>
            <a:ext cx="2333625" cy="809625"/>
          </a:xfrm>
          <a:prstGeom prst="rect">
            <a:avLst/>
          </a:prstGeom>
          <a:solidFill>
            <a:srgbClr val="FFFFFF"/>
          </a:solidFill>
          <a:ln w="14288">
            <a:solidFill>
              <a:srgbClr val="202C61"/>
            </a:solidFill>
          </a:ln>
        </p:spPr>
        <p:txBody>
          <a:bodyPr wrap="square" lIns="95250" tIns="95250" rIns="95250" bIns="95250" anchor="ctr"/>
          <a:lstStyle>
            <a:defPPr algn="ctr">
              <a:defRPr sz="1575">
                <a:solidFill>
                  <a:srgbClr val="171717"/>
                </a:solidFill>
                <a:latin typeface="Arial"/>
                <a:ea typeface="Arial"/>
                <a:cs typeface="Arial"/>
              </a:defRPr>
            </a:defPPr>
            <a:lvl1pPr algn="ctr">
              <a:defRPr sz="1575">
                <a:solidFill>
                  <a:srgbClr val="171717"/>
                </a:solidFill>
                <a:latin typeface="Arial"/>
                <a:ea typeface="Arial"/>
                <a:cs typeface="Arial"/>
              </a:defRPr>
            </a:lvl1pPr>
            <a:lvl2pPr algn="ctr">
              <a:defRPr sz="1575">
                <a:solidFill>
                  <a:srgbClr val="171717"/>
                </a:solidFill>
                <a:latin typeface="Arial"/>
                <a:ea typeface="Arial"/>
                <a:cs typeface="Arial"/>
              </a:defRPr>
            </a:lvl2pPr>
            <a:lvl3pPr algn="ctr">
              <a:defRPr sz="1575">
                <a:solidFill>
                  <a:srgbClr val="171717"/>
                </a:solidFill>
                <a:latin typeface="Arial"/>
                <a:ea typeface="Arial"/>
                <a:cs typeface="Arial"/>
              </a:defRPr>
            </a:lvl3pPr>
            <a:lvl4pPr algn="ctr">
              <a:defRPr sz="1575">
                <a:solidFill>
                  <a:srgbClr val="171717"/>
                </a:solidFill>
                <a:latin typeface="Arial"/>
                <a:ea typeface="Arial"/>
                <a:cs typeface="Arial"/>
              </a:defRPr>
            </a:lvl4pPr>
            <a:lvl5pPr algn="ctr">
              <a:defRPr sz="1575">
                <a:solidFill>
                  <a:srgbClr val="171717"/>
                </a:solidFill>
                <a:latin typeface="Arial"/>
                <a:ea typeface="Arial"/>
                <a:cs typeface="Arial"/>
              </a:defRPr>
            </a:lvl5pPr>
            <a:lvl6pPr algn="ctr">
              <a:defRPr sz="1575">
                <a:solidFill>
                  <a:srgbClr val="171717"/>
                </a:solidFill>
                <a:latin typeface="Arial"/>
                <a:ea typeface="Arial"/>
                <a:cs typeface="Arial"/>
              </a:defRPr>
            </a:lvl6pPr>
            <a:lvl7pPr algn="ctr">
              <a:defRPr sz="1575">
                <a:solidFill>
                  <a:srgbClr val="171717"/>
                </a:solidFill>
                <a:latin typeface="Arial"/>
                <a:ea typeface="Arial"/>
                <a:cs typeface="Arial"/>
              </a:defRPr>
            </a:lvl7pPr>
            <a:lvl8pPr algn="ctr">
              <a:defRPr sz="1575">
                <a:solidFill>
                  <a:srgbClr val="171717"/>
                </a:solidFill>
                <a:latin typeface="Arial"/>
                <a:ea typeface="Arial"/>
                <a:cs typeface="Arial"/>
              </a:defRPr>
            </a:lvl8pPr>
            <a:lvl9pPr algn="ctr">
              <a:defRPr sz="1575">
                <a:solidFill>
                  <a:srgbClr val="171717"/>
                </a:solidFill>
                <a:latin typeface="Arial"/>
                <a:ea typeface="Arial"/>
                <a:cs typeface="Arial"/>
              </a:defRPr>
            </a:lvl9pPr>
          </a:lstStyle>
          <a:p>
            <a:pPr algn="ctr">
              <a:defRPr sz="1575">
                <a:solidFill>
                  <a:srgbClr val="171717"/>
                </a:solidFill>
                <a:latin typeface="Arial"/>
                <a:ea typeface="Arial"/>
                <a:cs typeface="Arial"/>
              </a:defRPr>
            </a:pPr>
            <a:r>
              <a:rPr sz="1575">
                <a:solidFill>
                  <a:srgbClr val="171717"/>
                </a:solidFill>
                <a:latin typeface="Arial"/>
                <a:ea typeface="Arial"/>
                <a:cs typeface="Arial"/>
              </a:rPr>
              <a:t>Validated transactions</a:t>
            </a:r>
          </a:p>
          <a:p>
            <a:pPr algn="ctr">
              <a:defRPr sz="1575">
                <a:solidFill>
                  <a:srgbClr val="171717"/>
                </a:solidFill>
                <a:latin typeface="Arial"/>
                <a:ea typeface="Arial"/>
                <a:cs typeface="Arial"/>
              </a:defRPr>
            </a:pPr>
            <a:r>
              <a:rPr sz="1575">
                <a:solidFill>
                  <a:srgbClr val="171717"/>
                </a:solidFill>
                <a:latin typeface="Arial"/>
                <a:ea typeface="Arial"/>
                <a:cs typeface="Arial"/>
              </a:rPr>
              <a:t>and stock operations</a:t>
            </a:r>
          </a:p>
        </p:txBody>
      </p:sp>
      <p:sp>
        <p:nvSpPr>
          <p:cNvPr id="11" name="Rectangle 10">
            <a:extLst>
              <a:ext uri="{FF2B5EF4-FFF2-40B4-BE49-F238E27FC236}">
                <a16:creationId xmlns:a16="http://schemas.microsoft.com/office/drawing/2014/main" id="{D1F8325A-7E22-457D-8F22-3DD9453D7B6A}"/>
              </a:ext>
            </a:extLst>
          </p:cNvPr>
          <p:cNvSpPr>
            <a:spLocks noGrp="1"/>
          </p:cNvSpPr>
          <p:nvPr/>
        </p:nvSpPr>
        <p:spPr>
          <a:xfrm>
            <a:off x="6705600" y="3114675"/>
            <a:ext cx="1905000" cy="809625"/>
          </a:xfrm>
          <a:prstGeom prst="rect">
            <a:avLst/>
          </a:prstGeom>
          <a:solidFill>
            <a:srgbClr val="FFFFFF"/>
          </a:solidFill>
          <a:ln w="14288">
            <a:solidFill>
              <a:srgbClr val="202C61"/>
            </a:solidFill>
          </a:ln>
        </p:spPr>
        <p:txBody>
          <a:bodyPr wrap="square" lIns="95250" tIns="95250" rIns="95250" bIns="95250" anchor="ctr"/>
          <a:lstStyle>
            <a:defPPr algn="ctr">
              <a:defRPr sz="1575">
                <a:solidFill>
                  <a:srgbClr val="171717"/>
                </a:solidFill>
                <a:latin typeface="Arial"/>
                <a:ea typeface="Arial"/>
                <a:cs typeface="Arial"/>
              </a:defRPr>
            </a:defPPr>
            <a:lvl1pPr algn="ctr">
              <a:defRPr sz="1575">
                <a:solidFill>
                  <a:srgbClr val="171717"/>
                </a:solidFill>
                <a:latin typeface="Arial"/>
                <a:ea typeface="Arial"/>
                <a:cs typeface="Arial"/>
              </a:defRPr>
            </a:lvl1pPr>
            <a:lvl2pPr algn="ctr">
              <a:defRPr sz="1575">
                <a:solidFill>
                  <a:srgbClr val="171717"/>
                </a:solidFill>
                <a:latin typeface="Arial"/>
                <a:ea typeface="Arial"/>
                <a:cs typeface="Arial"/>
              </a:defRPr>
            </a:lvl2pPr>
            <a:lvl3pPr algn="ctr">
              <a:defRPr sz="1575">
                <a:solidFill>
                  <a:srgbClr val="171717"/>
                </a:solidFill>
                <a:latin typeface="Arial"/>
                <a:ea typeface="Arial"/>
                <a:cs typeface="Arial"/>
              </a:defRPr>
            </a:lvl3pPr>
            <a:lvl4pPr algn="ctr">
              <a:defRPr sz="1575">
                <a:solidFill>
                  <a:srgbClr val="171717"/>
                </a:solidFill>
                <a:latin typeface="Arial"/>
                <a:ea typeface="Arial"/>
                <a:cs typeface="Arial"/>
              </a:defRPr>
            </a:lvl4pPr>
            <a:lvl5pPr algn="ctr">
              <a:defRPr sz="1575">
                <a:solidFill>
                  <a:srgbClr val="171717"/>
                </a:solidFill>
                <a:latin typeface="Arial"/>
                <a:ea typeface="Arial"/>
                <a:cs typeface="Arial"/>
              </a:defRPr>
            </a:lvl5pPr>
            <a:lvl6pPr algn="ctr">
              <a:defRPr sz="1575">
                <a:solidFill>
                  <a:srgbClr val="171717"/>
                </a:solidFill>
                <a:latin typeface="Arial"/>
                <a:ea typeface="Arial"/>
                <a:cs typeface="Arial"/>
              </a:defRPr>
            </a:lvl6pPr>
            <a:lvl7pPr algn="ctr">
              <a:defRPr sz="1575">
                <a:solidFill>
                  <a:srgbClr val="171717"/>
                </a:solidFill>
                <a:latin typeface="Arial"/>
                <a:ea typeface="Arial"/>
                <a:cs typeface="Arial"/>
              </a:defRPr>
            </a:lvl7pPr>
            <a:lvl8pPr algn="ctr">
              <a:defRPr sz="1575">
                <a:solidFill>
                  <a:srgbClr val="171717"/>
                </a:solidFill>
                <a:latin typeface="Arial"/>
                <a:ea typeface="Arial"/>
                <a:cs typeface="Arial"/>
              </a:defRPr>
            </a:lvl8pPr>
            <a:lvl9pPr algn="ctr">
              <a:defRPr sz="1575">
                <a:solidFill>
                  <a:srgbClr val="171717"/>
                </a:solidFill>
                <a:latin typeface="Arial"/>
                <a:ea typeface="Arial"/>
                <a:cs typeface="Arial"/>
              </a:defRPr>
            </a:lvl9pPr>
          </a:lstStyle>
          <a:p>
            <a:pPr algn="ctr">
              <a:defRPr sz="1575">
                <a:solidFill>
                  <a:srgbClr val="171717"/>
                </a:solidFill>
                <a:latin typeface="Arial"/>
                <a:ea typeface="Arial"/>
                <a:cs typeface="Arial"/>
              </a:defRPr>
            </a:pPr>
            <a:r>
              <a:rPr sz="1575">
                <a:solidFill>
                  <a:srgbClr val="171717"/>
                </a:solidFill>
                <a:latin typeface="Arial"/>
                <a:ea typeface="Arial"/>
                <a:cs typeface="Arial"/>
              </a:rPr>
              <a:t>Reports and</a:t>
            </a:r>
          </a:p>
          <a:p>
            <a:pPr algn="ctr">
              <a:defRPr sz="1575">
                <a:solidFill>
                  <a:srgbClr val="171717"/>
                </a:solidFill>
                <a:latin typeface="Arial"/>
                <a:ea typeface="Arial"/>
                <a:cs typeface="Arial"/>
              </a:defRPr>
            </a:pPr>
            <a:r>
              <a:rPr sz="1575">
                <a:solidFill>
                  <a:srgbClr val="171717"/>
                </a:solidFill>
                <a:latin typeface="Arial"/>
                <a:ea typeface="Arial"/>
                <a:cs typeface="Arial"/>
              </a:rPr>
              <a:t>operational views</a:t>
            </a:r>
          </a:p>
        </p:txBody>
      </p:sp>
      <p:sp>
        <p:nvSpPr>
          <p:cNvPr id="15" name="current-content-100">
            <a:extLst>
              <a:ext uri="{FF2B5EF4-FFF2-40B4-BE49-F238E27FC236}">
                <a16:creationId xmlns:a16="http://schemas.microsoft.com/office/drawing/2014/main" id="{F377C6BA-592D-468F-B0DB-C943827BA01F}"/>
              </a:ext>
            </a:extLst>
          </p:cNvPr>
          <p:cNvSpPr>
            <a:spLocks noGrp="1"/>
          </p:cNvSpPr>
          <p:nvPr/>
        </p:nvSpPr>
        <p:spPr>
          <a:xfrm>
            <a:off x="533400" y="4352925"/>
            <a:ext cx="8058150" cy="285750"/>
          </a:xfrm>
          <a:prstGeom prst="rect">
            <a:avLst/>
          </a:prstGeom>
          <a:noFill/>
          <a:ln w="0">
            <a:noFill/>
          </a:ln>
        </p:spPr>
        <p:txBody>
          <a:bodyPr wrap="square" lIns="0" tIns="0" rIns="0" bIns="0" anchor="t">
            <a:noAutofit/>
          </a:bodyPr>
          <a:lstStyle>
            <a:defPPr algn="l">
              <a:defRPr sz="1500" b="0">
                <a:solidFill>
                  <a:srgbClr val="595959"/>
                </a:solidFill>
                <a:latin typeface="Arial"/>
                <a:ea typeface="Arial"/>
                <a:cs typeface="Arial"/>
              </a:defRPr>
            </a:defPPr>
            <a:lvl1pPr algn="l">
              <a:defRPr sz="1500" b="0">
                <a:solidFill>
                  <a:srgbClr val="595959"/>
                </a:solidFill>
                <a:latin typeface="Arial"/>
                <a:ea typeface="Arial"/>
                <a:cs typeface="Arial"/>
              </a:defRPr>
            </a:lvl1pPr>
            <a:lvl2pPr algn="l">
              <a:defRPr sz="1500" b="0">
                <a:solidFill>
                  <a:srgbClr val="595959"/>
                </a:solidFill>
                <a:latin typeface="Arial"/>
                <a:ea typeface="Arial"/>
                <a:cs typeface="Arial"/>
              </a:defRPr>
            </a:lvl2pPr>
            <a:lvl3pPr algn="l">
              <a:defRPr sz="1500" b="0">
                <a:solidFill>
                  <a:srgbClr val="595959"/>
                </a:solidFill>
                <a:latin typeface="Arial"/>
                <a:ea typeface="Arial"/>
                <a:cs typeface="Arial"/>
              </a:defRPr>
            </a:lvl3pPr>
            <a:lvl4pPr algn="l">
              <a:defRPr sz="1500" b="0">
                <a:solidFill>
                  <a:srgbClr val="595959"/>
                </a:solidFill>
                <a:latin typeface="Arial"/>
                <a:ea typeface="Arial"/>
                <a:cs typeface="Arial"/>
              </a:defRPr>
            </a:lvl4pPr>
            <a:lvl5pPr algn="l">
              <a:defRPr sz="1500" b="0">
                <a:solidFill>
                  <a:srgbClr val="595959"/>
                </a:solidFill>
                <a:latin typeface="Arial"/>
                <a:ea typeface="Arial"/>
                <a:cs typeface="Arial"/>
              </a:defRPr>
            </a:lvl5pPr>
            <a:lvl6pPr algn="l">
              <a:defRPr sz="1500" b="0">
                <a:solidFill>
                  <a:srgbClr val="595959"/>
                </a:solidFill>
                <a:latin typeface="Arial"/>
                <a:ea typeface="Arial"/>
                <a:cs typeface="Arial"/>
              </a:defRPr>
            </a:lvl6pPr>
            <a:lvl7pPr algn="l">
              <a:defRPr sz="1500" b="0">
                <a:solidFill>
                  <a:srgbClr val="595959"/>
                </a:solidFill>
                <a:latin typeface="Arial"/>
                <a:ea typeface="Arial"/>
                <a:cs typeface="Arial"/>
              </a:defRPr>
            </a:lvl7pPr>
            <a:lvl8pPr algn="l">
              <a:defRPr sz="1500" b="0">
                <a:solidFill>
                  <a:srgbClr val="595959"/>
                </a:solidFill>
                <a:latin typeface="Arial"/>
                <a:ea typeface="Arial"/>
                <a:cs typeface="Arial"/>
              </a:defRPr>
            </a:lvl8pPr>
            <a:lvl9pPr algn="l">
              <a:defRPr sz="1500" b="0">
                <a:solidFill>
                  <a:srgbClr val="595959"/>
                </a:solidFill>
                <a:latin typeface="Arial"/>
                <a:ea typeface="Arial"/>
                <a:cs typeface="Arial"/>
              </a:defRPr>
            </a:lvl9pPr>
          </a:lstStyle>
          <a:p>
            <a:pPr algn="l">
              <a:defRPr sz="1500" b="0">
                <a:solidFill>
                  <a:srgbClr val="595959"/>
                </a:solidFill>
                <a:latin typeface="Arial"/>
                <a:ea typeface="Arial"/>
                <a:cs typeface="Arial"/>
              </a:defRPr>
            </a:pPr>
            <a:r>
              <a:rPr sz="1500" b="0">
                <a:solidFill>
                  <a:srgbClr val="595959"/>
                </a:solidFill>
                <a:latin typeface="Arial"/>
                <a:ea typeface="Arial"/>
                <a:cs typeface="Arial"/>
              </a:rPr>
              <a:t>Super Admin governs owner invite codes separately. Supplier records are internal.</a:t>
            </a:r>
          </a:p>
        </p:txBody>
      </p:sp>
      <p:cxnSp>
        <p:nvCxnSpPr>
          <p:cNvPr id="7" name="Straight Arrow Connector 6">
            <a:extLst>
              <a:ext uri="{FF2B5EF4-FFF2-40B4-BE49-F238E27FC236}">
                <a16:creationId xmlns:a16="http://schemas.microsoft.com/office/drawing/2014/main" id="{B0494C8E-65D9-47D2-A227-A7BFACF790F6}"/>
              </a:ext>
            </a:extLst>
          </p:cNvPr>
          <p:cNvCxnSpPr>
            <a:stCxn id="4" idx="3"/>
            <a:endCxn id="5" idx="1"/>
          </p:cNvCxnSpPr>
          <p:nvPr/>
        </p:nvCxnSpPr>
        <p:spPr>
          <a:xfrm>
            <a:off x="3248025" y="1905000"/>
            <a:ext cx="561975" cy="0"/>
          </a:xfrm>
          <a:prstGeom prst="straightConnector1">
            <a:avLst/>
          </a:prstGeom>
          <a:ln w="19050">
            <a:solidFill>
              <a:srgbClr val="0070C0"/>
            </a:solidFill>
            <a:tailEnd type="triangle" w="med" len="med"/>
          </a:ln>
        </p:spPr>
      </p:cxnSp>
      <p:cxnSp>
        <p:nvCxnSpPr>
          <p:cNvPr id="8" name="Straight Arrow Connector 7">
            <a:extLst>
              <a:ext uri="{FF2B5EF4-FFF2-40B4-BE49-F238E27FC236}">
                <a16:creationId xmlns:a16="http://schemas.microsoft.com/office/drawing/2014/main" id="{8A0A9C24-56EA-47C6-9639-E2B386626C75}"/>
              </a:ext>
            </a:extLst>
          </p:cNvPr>
          <p:cNvCxnSpPr>
            <a:stCxn id="5" idx="3"/>
            <a:endCxn id="6" idx="1"/>
          </p:cNvCxnSpPr>
          <p:nvPr/>
        </p:nvCxnSpPr>
        <p:spPr>
          <a:xfrm>
            <a:off x="6143625" y="1905000"/>
            <a:ext cx="561975" cy="0"/>
          </a:xfrm>
          <a:prstGeom prst="straightConnector1">
            <a:avLst/>
          </a:prstGeom>
          <a:ln w="19050">
            <a:solidFill>
              <a:srgbClr val="0070C0"/>
            </a:solidFill>
            <a:tailEnd type="triangle" w="med" len="med"/>
          </a:ln>
        </p:spPr>
      </p:cxnSp>
      <p:cxnSp>
        <p:nvCxnSpPr>
          <p:cNvPr id="12" name="Straight Arrow Connector 11">
            <a:extLst>
              <a:ext uri="{FF2B5EF4-FFF2-40B4-BE49-F238E27FC236}">
                <a16:creationId xmlns:a16="http://schemas.microsoft.com/office/drawing/2014/main" id="{E653821B-5DBF-4A8B-AC2C-D8E1D708ED75}"/>
              </a:ext>
            </a:extLst>
          </p:cNvPr>
          <p:cNvCxnSpPr>
            <a:stCxn id="9" idx="3"/>
            <a:endCxn id="10" idx="1"/>
          </p:cNvCxnSpPr>
          <p:nvPr/>
        </p:nvCxnSpPr>
        <p:spPr>
          <a:xfrm>
            <a:off x="3248025" y="3519488"/>
            <a:ext cx="561975" cy="0"/>
          </a:xfrm>
          <a:prstGeom prst="straightConnector1">
            <a:avLst/>
          </a:prstGeom>
          <a:ln w="19050">
            <a:solidFill>
              <a:srgbClr val="0070C0"/>
            </a:solidFill>
            <a:tailEnd type="triangle" w="med" len="med"/>
          </a:ln>
        </p:spPr>
      </p:cxnSp>
      <p:cxnSp>
        <p:nvCxnSpPr>
          <p:cNvPr id="13" name="Straight Arrow Connector 12">
            <a:extLst>
              <a:ext uri="{FF2B5EF4-FFF2-40B4-BE49-F238E27FC236}">
                <a16:creationId xmlns:a16="http://schemas.microsoft.com/office/drawing/2014/main" id="{BAA9CDF9-9A73-4E1C-B2E8-D24ED6C807A8}"/>
              </a:ext>
            </a:extLst>
          </p:cNvPr>
          <p:cNvCxnSpPr>
            <a:stCxn id="10" idx="3"/>
            <a:endCxn id="11" idx="1"/>
          </p:cNvCxnSpPr>
          <p:nvPr/>
        </p:nvCxnSpPr>
        <p:spPr>
          <a:xfrm>
            <a:off x="6143625" y="3519488"/>
            <a:ext cx="561975" cy="0"/>
          </a:xfrm>
          <a:prstGeom prst="straightConnector1">
            <a:avLst/>
          </a:prstGeom>
          <a:ln w="19050">
            <a:solidFill>
              <a:srgbClr val="0070C0"/>
            </a:solidFill>
            <a:tailEnd type="triangle" w="med" len="med"/>
          </a:ln>
        </p:spPr>
      </p:cxnSp>
      <p:cxnSp>
        <p:nvCxnSpPr>
          <p:cNvPr id="14" name="Straight Arrow Connector 13">
            <a:extLst>
              <a:ext uri="{FF2B5EF4-FFF2-40B4-BE49-F238E27FC236}">
                <a16:creationId xmlns:a16="http://schemas.microsoft.com/office/drawing/2014/main" id="{FD2AA868-F41D-482A-960F-934EF575FB4C}"/>
              </a:ext>
            </a:extLst>
          </p:cNvPr>
          <p:cNvCxnSpPr>
            <a:stCxn id="5" idx="2"/>
            <a:endCxn id="10" idx="0"/>
          </p:cNvCxnSpPr>
          <p:nvPr/>
        </p:nvCxnSpPr>
        <p:spPr>
          <a:xfrm>
            <a:off x="4976813" y="2333625"/>
            <a:ext cx="0" cy="781050"/>
          </a:xfrm>
          <a:prstGeom prst="straightConnector1">
            <a:avLst/>
          </a:prstGeom>
          <a:ln w="19050">
            <a:solidFill>
              <a:srgbClr val="0070C0"/>
            </a:solidFill>
            <a:tailEnd type="triangle" w="med" len="med"/>
          </a:ln>
        </p:spPr>
      </p:cxnSp>
    </p:spTree>
    <p:extLst>
      <p:ext uri="{BB962C8B-B14F-4D97-AF65-F5344CB8AC3E}">
        <p14:creationId xmlns:p14="http://schemas.microsoft.com/office/powerpoint/2010/main" val="18626799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10F1929-5465-44D2-B59C-628C06ED1B90}"/>
              </a:ext>
            </a:extLst>
          </p:cNvPr>
          <p:cNvPicPr>
            <a:picLocks noChangeAspect="1"/>
          </p:cNvPicPr>
          <p:nvPr/>
        </p:nvPicPr>
        <p:blipFill>
          <a:blip r:embed="rId3"/>
          <a:stretch/>
        </p:blipFill>
        <p:spPr>
          <a:xfrm>
            <a:off x="6572250" y="260789"/>
            <a:ext cx="2238375" cy="716673"/>
          </a:xfrm>
          <a:prstGeom prst="rect">
            <a:avLst/>
          </a:prstGeom>
        </p:spPr>
      </p:pic>
      <p:sp>
        <p:nvSpPr>
          <p:cNvPr id="2" name="current-content-20">
            <a:extLst>
              <a:ext uri="{FF2B5EF4-FFF2-40B4-BE49-F238E27FC236}">
                <a16:creationId xmlns:a16="http://schemas.microsoft.com/office/drawing/2014/main" id="{E59B1D5B-39ED-4692-B1EB-9C871011E501}"/>
              </a:ext>
            </a:extLst>
          </p:cNvPr>
          <p:cNvSpPr>
            <a:spLocks noGrp="1"/>
          </p:cNvSpPr>
          <p:nvPr/>
        </p:nvSpPr>
        <p:spPr>
          <a:xfrm>
            <a:off x="533400" y="457200"/>
            <a:ext cx="5762625" cy="552450"/>
          </a:xfrm>
          <a:prstGeom prst="rect">
            <a:avLst/>
          </a:prstGeom>
          <a:noFill/>
          <a:ln w="0">
            <a:noFill/>
          </a:ln>
        </p:spPr>
        <p:txBody>
          <a:bodyPr wrap="square" lIns="0" tIns="0" rIns="0" bIns="0" anchor="t">
            <a:noAutofit/>
          </a:bodyPr>
          <a:lstStyle>
            <a:defPPr algn="l">
              <a:defRPr sz="2520" b="1">
                <a:solidFill>
                  <a:srgbClr val="0070C0"/>
                </a:solidFill>
                <a:latin typeface="Raleway"/>
                <a:ea typeface="Raleway"/>
                <a:cs typeface="Raleway"/>
              </a:defRPr>
            </a:defPPr>
            <a:lvl1pPr algn="l">
              <a:defRPr sz="2520" b="1">
                <a:solidFill>
                  <a:srgbClr val="0070C0"/>
                </a:solidFill>
                <a:latin typeface="Raleway"/>
                <a:ea typeface="Raleway"/>
                <a:cs typeface="Raleway"/>
              </a:defRPr>
            </a:lvl1pPr>
            <a:lvl2pPr algn="l">
              <a:defRPr sz="2520" b="1">
                <a:solidFill>
                  <a:srgbClr val="0070C0"/>
                </a:solidFill>
                <a:latin typeface="Raleway"/>
                <a:ea typeface="Raleway"/>
                <a:cs typeface="Raleway"/>
              </a:defRPr>
            </a:lvl2pPr>
            <a:lvl3pPr algn="l">
              <a:defRPr sz="2520" b="1">
                <a:solidFill>
                  <a:srgbClr val="0070C0"/>
                </a:solidFill>
                <a:latin typeface="Raleway"/>
                <a:ea typeface="Raleway"/>
                <a:cs typeface="Raleway"/>
              </a:defRPr>
            </a:lvl3pPr>
            <a:lvl4pPr algn="l">
              <a:defRPr sz="2520" b="1">
                <a:solidFill>
                  <a:srgbClr val="0070C0"/>
                </a:solidFill>
                <a:latin typeface="Raleway"/>
                <a:ea typeface="Raleway"/>
                <a:cs typeface="Raleway"/>
              </a:defRPr>
            </a:lvl4pPr>
            <a:lvl5pPr algn="l">
              <a:defRPr sz="2520" b="1">
                <a:solidFill>
                  <a:srgbClr val="0070C0"/>
                </a:solidFill>
                <a:latin typeface="Raleway"/>
                <a:ea typeface="Raleway"/>
                <a:cs typeface="Raleway"/>
              </a:defRPr>
            </a:lvl5pPr>
            <a:lvl6pPr algn="l">
              <a:defRPr sz="2520" b="1">
                <a:solidFill>
                  <a:srgbClr val="0070C0"/>
                </a:solidFill>
                <a:latin typeface="Raleway"/>
                <a:ea typeface="Raleway"/>
                <a:cs typeface="Raleway"/>
              </a:defRPr>
            </a:lvl6pPr>
            <a:lvl7pPr algn="l">
              <a:defRPr sz="2520" b="1">
                <a:solidFill>
                  <a:srgbClr val="0070C0"/>
                </a:solidFill>
                <a:latin typeface="Raleway"/>
                <a:ea typeface="Raleway"/>
                <a:cs typeface="Raleway"/>
              </a:defRPr>
            </a:lvl7pPr>
            <a:lvl8pPr algn="l">
              <a:defRPr sz="2520" b="1">
                <a:solidFill>
                  <a:srgbClr val="0070C0"/>
                </a:solidFill>
                <a:latin typeface="Raleway"/>
                <a:ea typeface="Raleway"/>
                <a:cs typeface="Raleway"/>
              </a:defRPr>
            </a:lvl8pPr>
            <a:lvl9pPr algn="l">
              <a:defRPr sz="2520" b="1">
                <a:solidFill>
                  <a:srgbClr val="0070C0"/>
                </a:solidFill>
                <a:latin typeface="Raleway"/>
                <a:ea typeface="Raleway"/>
                <a:cs typeface="Raleway"/>
              </a:defRPr>
            </a:lvl9pPr>
          </a:lstStyle>
          <a:p>
            <a:pPr algn="l">
              <a:defRPr sz="2520" b="1">
                <a:solidFill>
                  <a:srgbClr val="0070C0"/>
                </a:solidFill>
                <a:latin typeface="Raleway"/>
                <a:ea typeface="Raleway"/>
                <a:cs typeface="Raleway"/>
              </a:defRPr>
            </a:pPr>
            <a:r>
              <a:rPr sz="2520" b="1">
                <a:solidFill>
                  <a:srgbClr val="0070C0"/>
                </a:solidFill>
                <a:latin typeface="Raleway"/>
                <a:ea typeface="Raleway"/>
                <a:cs typeface="Raleway"/>
              </a:rPr>
              <a:t>Use cases and user access</a:t>
            </a:r>
          </a:p>
        </p:txBody>
      </p:sp>
      <p:graphicFrame>
        <p:nvGraphicFramePr>
          <p:cNvPr id="4" name="Table 3">
            <a:extLst>
              <a:ext uri="{FF2B5EF4-FFF2-40B4-BE49-F238E27FC236}">
                <a16:creationId xmlns:a16="http://schemas.microsoft.com/office/drawing/2014/main" id="{B0FCCAA8-F35E-4196-8676-EFB1CF869226}"/>
              </a:ext>
            </a:extLst>
          </p:cNvPr>
          <p:cNvGraphicFramePr/>
          <p:nvPr/>
        </p:nvGraphicFramePr>
        <p:xfrm>
          <a:off x="533400" y="1381125"/>
          <a:ext cx="8058150" cy="2381250"/>
        </p:xfrm>
        <a:graphic>
          <a:graphicData uri="http://schemas.openxmlformats.org/drawingml/2006/table">
            <a:tbl>
              <a:tblPr/>
              <a:tblGrid>
                <a:gridCol w="1524000">
                  <a:extLst>
                    <a:ext uri="{9D8B030D-6E8A-4147-A177-3AD203B41FA5}">
                      <a16:colId xmlns:a16="http://schemas.microsoft.com/office/drawing/2014/main" val="20000"/>
                    </a:ext>
                  </a:extLst>
                </a:gridCol>
                <a:gridCol w="4438650">
                  <a:extLst>
                    <a:ext uri="{9D8B030D-6E8A-4147-A177-3AD203B41FA5}">
                      <a16:colId xmlns:a16="http://schemas.microsoft.com/office/drawing/2014/main" val="20001"/>
                    </a:ext>
                  </a:extLst>
                </a:gridCol>
                <a:gridCol w="2095500">
                  <a:extLst>
                    <a:ext uri="{9D8B030D-6E8A-4147-A177-3AD203B41FA5}">
                      <a16:colId xmlns:a16="http://schemas.microsoft.com/office/drawing/2014/main" val="20002"/>
                    </a:ext>
                  </a:extLst>
                </a:gridCol>
              </a:tblGrid>
              <a:tr h="476250">
                <a:tc>
                  <a:txBody>
                    <a:bodyPr/>
                    <a:lstStyle/>
                    <a:p>
                      <a:r>
                        <a:rPr sz="1500" b="1">
                          <a:solidFill>
                            <a:srgbClr val="171717"/>
                          </a:solidFill>
                          <a:latin typeface="Arial"/>
                          <a:ea typeface="Arial"/>
                          <a:cs typeface="Arial"/>
                        </a:rPr>
                        <a:t>Role</a:t>
                      </a:r>
                    </a:p>
                  </a:txBody>
                  <a:tcPr anchor="ctr">
                    <a:solidFill>
                      <a:srgbClr val="D9E2F3"/>
                    </a:solidFill>
                  </a:tcPr>
                </a:tc>
                <a:tc>
                  <a:txBody>
                    <a:bodyPr/>
                    <a:lstStyle/>
                    <a:p>
                      <a:r>
                        <a:rPr sz="1500" b="1">
                          <a:solidFill>
                            <a:srgbClr val="171717"/>
                          </a:solidFill>
                          <a:latin typeface="Arial"/>
                          <a:ea typeface="Arial"/>
                          <a:cs typeface="Arial"/>
                        </a:rPr>
                        <a:t>Main use cases</a:t>
                      </a:r>
                    </a:p>
                  </a:txBody>
                  <a:tcPr anchor="ctr">
                    <a:solidFill>
                      <a:srgbClr val="D9E2F3"/>
                    </a:solidFill>
                  </a:tcPr>
                </a:tc>
                <a:tc>
                  <a:txBody>
                    <a:bodyPr/>
                    <a:lstStyle/>
                    <a:p>
                      <a:r>
                        <a:rPr sz="1500" b="1">
                          <a:solidFill>
                            <a:srgbClr val="171717"/>
                          </a:solidFill>
                          <a:latin typeface="Arial"/>
                          <a:ea typeface="Arial"/>
                          <a:cs typeface="Arial"/>
                        </a:rPr>
                        <a:t>Store scope</a:t>
                      </a:r>
                    </a:p>
                  </a:txBody>
                  <a:tcPr anchor="ctr">
                    <a:solidFill>
                      <a:srgbClr val="D9E2F3"/>
                    </a:solidFill>
                  </a:tcPr>
                </a:tc>
                <a:extLst>
                  <a:ext uri="{0D108BD9-81ED-4DB2-BD59-A6C34878D82A}">
                    <a16:rowId xmlns:a16="http://schemas.microsoft.com/office/drawing/2014/main" val="10000"/>
                  </a:ext>
                </a:extLst>
              </a:tr>
              <a:tr h="476250">
                <a:tc>
                  <a:txBody>
                    <a:bodyPr/>
                    <a:lstStyle/>
                    <a:p>
                      <a:r>
                        <a:rPr sz="1500" b="1">
                          <a:solidFill>
                            <a:srgbClr val="171717"/>
                          </a:solidFill>
                          <a:latin typeface="Arial"/>
                          <a:ea typeface="Arial"/>
                          <a:cs typeface="Arial"/>
                        </a:rPr>
                        <a:t>Admin</a:t>
                      </a:r>
                    </a:p>
                  </a:txBody>
                  <a:tcPr anchor="ctr">
                    <a:solidFill>
                      <a:srgbClr val="FFFFFF"/>
                    </a:solidFill>
                  </a:tcPr>
                </a:tc>
                <a:tc>
                  <a:txBody>
                    <a:bodyPr/>
                    <a:lstStyle/>
                    <a:p>
                      <a:r>
                        <a:rPr sz="1500" b="0">
                          <a:solidFill>
                            <a:srgbClr val="171717"/>
                          </a:solidFill>
                          <a:latin typeface="Arial"/>
                          <a:ea typeface="Arial"/>
                          <a:cs typeface="Arial"/>
                        </a:rPr>
                        <a:t>Manage operations and users</a:t>
                      </a:r>
                    </a:p>
                  </a:txBody>
                  <a:tcPr anchor="ctr">
                    <a:solidFill>
                      <a:srgbClr val="FFFFFF"/>
                    </a:solidFill>
                  </a:tcPr>
                </a:tc>
                <a:tc>
                  <a:txBody>
                    <a:bodyPr/>
                    <a:lstStyle/>
                    <a:p>
                      <a:r>
                        <a:rPr sz="1500" b="0">
                          <a:solidFill>
                            <a:srgbClr val="171717"/>
                          </a:solidFill>
                          <a:latin typeface="Arial"/>
                          <a:ea typeface="Arial"/>
                          <a:cs typeface="Arial"/>
                        </a:rPr>
                        <a:t>Assigned stores</a:t>
                      </a:r>
                    </a:p>
                  </a:txBody>
                  <a:tcPr anchor="ctr">
                    <a:solidFill>
                      <a:srgbClr val="FFFFFF"/>
                    </a:solidFill>
                  </a:tcPr>
                </a:tc>
                <a:extLst>
                  <a:ext uri="{0D108BD9-81ED-4DB2-BD59-A6C34878D82A}">
                    <a16:rowId xmlns:a16="http://schemas.microsoft.com/office/drawing/2014/main" val="10001"/>
                  </a:ext>
                </a:extLst>
              </a:tr>
              <a:tr h="476250">
                <a:tc>
                  <a:txBody>
                    <a:bodyPr/>
                    <a:lstStyle/>
                    <a:p>
                      <a:r>
                        <a:rPr sz="1500" b="1">
                          <a:solidFill>
                            <a:srgbClr val="171717"/>
                          </a:solidFill>
                          <a:latin typeface="Arial"/>
                          <a:ea typeface="Arial"/>
                          <a:cs typeface="Arial"/>
                        </a:rPr>
                        <a:t>Cashier</a:t>
                      </a:r>
                    </a:p>
                  </a:txBody>
                  <a:tcPr anchor="ctr">
                    <a:solidFill>
                      <a:srgbClr val="FFFFFF"/>
                    </a:solidFill>
                  </a:tcPr>
                </a:tc>
                <a:tc>
                  <a:txBody>
                    <a:bodyPr/>
                    <a:lstStyle/>
                    <a:p>
                      <a:r>
                        <a:rPr sz="1500" b="0">
                          <a:solidFill>
                            <a:srgbClr val="171717"/>
                          </a:solidFill>
                          <a:latin typeface="Arial"/>
                          <a:ea typeface="Arial"/>
                          <a:cs typeface="Arial"/>
                        </a:rPr>
                        <a:t>Process sales and review POS history</a:t>
                      </a:r>
                    </a:p>
                  </a:txBody>
                  <a:tcPr anchor="ctr">
                    <a:solidFill>
                      <a:srgbClr val="FFFFFF"/>
                    </a:solidFill>
                  </a:tcPr>
                </a:tc>
                <a:tc>
                  <a:txBody>
                    <a:bodyPr/>
                    <a:lstStyle/>
                    <a:p>
                      <a:r>
                        <a:rPr sz="1500" b="0">
                          <a:solidFill>
                            <a:srgbClr val="171717"/>
                          </a:solidFill>
                          <a:latin typeface="Arial"/>
                          <a:ea typeface="Arial"/>
                          <a:cs typeface="Arial"/>
                        </a:rPr>
                        <a:t>Assigned store</a:t>
                      </a:r>
                    </a:p>
                  </a:txBody>
                  <a:tcPr anchor="ctr">
                    <a:solidFill>
                      <a:srgbClr val="FFFFFF"/>
                    </a:solidFill>
                  </a:tcPr>
                </a:tc>
                <a:extLst>
                  <a:ext uri="{0D108BD9-81ED-4DB2-BD59-A6C34878D82A}">
                    <a16:rowId xmlns:a16="http://schemas.microsoft.com/office/drawing/2014/main" val="10002"/>
                  </a:ext>
                </a:extLst>
              </a:tr>
              <a:tr h="476250">
                <a:tc>
                  <a:txBody>
                    <a:bodyPr/>
                    <a:lstStyle/>
                    <a:p>
                      <a:r>
                        <a:rPr sz="1500" b="1">
                          <a:solidFill>
                            <a:srgbClr val="171717"/>
                          </a:solidFill>
                          <a:latin typeface="Arial"/>
                          <a:ea typeface="Arial"/>
                          <a:cs typeface="Arial"/>
                        </a:rPr>
                        <a:t>Inventory</a:t>
                      </a:r>
                    </a:p>
                  </a:txBody>
                  <a:tcPr anchor="ctr">
                    <a:solidFill>
                      <a:srgbClr val="FFFFFF"/>
                    </a:solidFill>
                  </a:tcPr>
                </a:tc>
                <a:tc>
                  <a:txBody>
                    <a:bodyPr/>
                    <a:lstStyle/>
                    <a:p>
                      <a:r>
                        <a:rPr sz="1500" b="0">
                          <a:solidFill>
                            <a:srgbClr val="171717"/>
                          </a:solidFill>
                          <a:latin typeface="Arial"/>
                          <a:ea typeface="Arial"/>
                          <a:cs typeface="Arial"/>
                        </a:rPr>
                        <a:t>Maintain products, stock and inventory reports</a:t>
                      </a:r>
                    </a:p>
                  </a:txBody>
                  <a:tcPr anchor="ctr">
                    <a:solidFill>
                      <a:srgbClr val="FFFFFF"/>
                    </a:solidFill>
                  </a:tcPr>
                </a:tc>
                <a:tc>
                  <a:txBody>
                    <a:bodyPr/>
                    <a:lstStyle/>
                    <a:p>
                      <a:r>
                        <a:rPr sz="1500" b="0">
                          <a:solidFill>
                            <a:srgbClr val="171717"/>
                          </a:solidFill>
                          <a:latin typeface="Arial"/>
                          <a:ea typeface="Arial"/>
                          <a:cs typeface="Arial"/>
                        </a:rPr>
                        <a:t>Permitted stores</a:t>
                      </a:r>
                    </a:p>
                  </a:txBody>
                  <a:tcPr anchor="ctr">
                    <a:solidFill>
                      <a:srgbClr val="FFFFFF"/>
                    </a:solidFill>
                  </a:tcPr>
                </a:tc>
                <a:extLst>
                  <a:ext uri="{0D108BD9-81ED-4DB2-BD59-A6C34878D82A}">
                    <a16:rowId xmlns:a16="http://schemas.microsoft.com/office/drawing/2014/main" val="10003"/>
                  </a:ext>
                </a:extLst>
              </a:tr>
              <a:tr h="476250">
                <a:tc>
                  <a:txBody>
                    <a:bodyPr/>
                    <a:lstStyle/>
                    <a:p>
                      <a:r>
                        <a:rPr sz="1500" b="1">
                          <a:solidFill>
                            <a:srgbClr val="171717"/>
                          </a:solidFill>
                          <a:latin typeface="Arial"/>
                          <a:ea typeface="Arial"/>
                          <a:cs typeface="Arial"/>
                        </a:rPr>
                        <a:t>Super Admin</a:t>
                      </a:r>
                    </a:p>
                  </a:txBody>
                  <a:tcPr anchor="ctr">
                    <a:solidFill>
                      <a:srgbClr val="FFFFFF"/>
                    </a:solidFill>
                  </a:tcPr>
                </a:tc>
                <a:tc>
                  <a:txBody>
                    <a:bodyPr/>
                    <a:lstStyle/>
                    <a:p>
                      <a:r>
                        <a:rPr sz="1500" b="0" dirty="0">
                          <a:solidFill>
                            <a:srgbClr val="171717"/>
                          </a:solidFill>
                          <a:latin typeface="Arial"/>
                          <a:ea typeface="Arial"/>
                          <a:cs typeface="Arial"/>
                        </a:rPr>
                        <a:t>Generate owner invite codes</a:t>
                      </a:r>
                    </a:p>
                  </a:txBody>
                  <a:tcPr anchor="ctr">
                    <a:solidFill>
                      <a:srgbClr val="FFFFFF"/>
                    </a:solidFill>
                  </a:tcPr>
                </a:tc>
                <a:tc>
                  <a:txBody>
                    <a:bodyPr/>
                    <a:lstStyle/>
                    <a:p>
                      <a:r>
                        <a:rPr sz="1500" b="0" dirty="0">
                          <a:solidFill>
                            <a:srgbClr val="171717"/>
                          </a:solidFill>
                          <a:latin typeface="Arial"/>
                          <a:ea typeface="Arial"/>
                          <a:cs typeface="Arial"/>
                        </a:rPr>
                        <a:t>Separate invite portal</a:t>
                      </a:r>
                    </a:p>
                  </a:txBody>
                  <a:tcPr anchor="ctr">
                    <a:solidFill>
                      <a:srgbClr val="FFFFFF"/>
                    </a:solidFill>
                  </a:tcPr>
                </a:tc>
                <a:extLst>
                  <a:ext uri="{0D108BD9-81ED-4DB2-BD59-A6C34878D82A}">
                    <a16:rowId xmlns:a16="http://schemas.microsoft.com/office/drawing/2014/main" val="10004"/>
                  </a:ext>
                </a:extLst>
              </a:tr>
            </a:tbl>
          </a:graphicData>
        </a:graphic>
      </p:graphicFrame>
      <p:sp>
        <p:nvSpPr>
          <p:cNvPr id="5" name="current-content-101">
            <a:extLst>
              <a:ext uri="{FF2B5EF4-FFF2-40B4-BE49-F238E27FC236}">
                <a16:creationId xmlns:a16="http://schemas.microsoft.com/office/drawing/2014/main" id="{6BA59A0E-3F8E-4BEB-AF62-E6BE42A52258}"/>
              </a:ext>
            </a:extLst>
          </p:cNvPr>
          <p:cNvSpPr>
            <a:spLocks noGrp="1"/>
          </p:cNvSpPr>
          <p:nvPr/>
        </p:nvSpPr>
        <p:spPr>
          <a:xfrm>
            <a:off x="533400" y="4057650"/>
            <a:ext cx="8058150" cy="561975"/>
          </a:xfrm>
          <a:prstGeom prst="rect">
            <a:avLst/>
          </a:prstGeom>
          <a:noFill/>
          <a:ln w="0">
            <a:noFill/>
          </a:ln>
        </p:spPr>
        <p:txBody>
          <a:bodyPr wrap="square" lIns="0" tIns="0" rIns="0" bIns="0" anchor="t">
            <a:noAutofit/>
          </a:bodyPr>
          <a:lstStyle>
            <a:defPPr algn="l">
              <a:defRPr sz="1575" b="0">
                <a:solidFill>
                  <a:srgbClr val="202C61"/>
                </a:solidFill>
                <a:latin typeface="Arial"/>
                <a:ea typeface="Arial"/>
                <a:cs typeface="Arial"/>
              </a:defRPr>
            </a:defPPr>
            <a:lvl1pPr algn="l">
              <a:defRPr sz="1575" b="0">
                <a:solidFill>
                  <a:srgbClr val="202C61"/>
                </a:solidFill>
                <a:latin typeface="Arial"/>
                <a:ea typeface="Arial"/>
                <a:cs typeface="Arial"/>
              </a:defRPr>
            </a:lvl1pPr>
            <a:lvl2pPr algn="l">
              <a:defRPr sz="1575" b="0">
                <a:solidFill>
                  <a:srgbClr val="202C61"/>
                </a:solidFill>
                <a:latin typeface="Arial"/>
                <a:ea typeface="Arial"/>
                <a:cs typeface="Arial"/>
              </a:defRPr>
            </a:lvl2pPr>
            <a:lvl3pPr algn="l">
              <a:defRPr sz="1575" b="0">
                <a:solidFill>
                  <a:srgbClr val="202C61"/>
                </a:solidFill>
                <a:latin typeface="Arial"/>
                <a:ea typeface="Arial"/>
                <a:cs typeface="Arial"/>
              </a:defRPr>
            </a:lvl3pPr>
            <a:lvl4pPr algn="l">
              <a:defRPr sz="1575" b="0">
                <a:solidFill>
                  <a:srgbClr val="202C61"/>
                </a:solidFill>
                <a:latin typeface="Arial"/>
                <a:ea typeface="Arial"/>
                <a:cs typeface="Arial"/>
              </a:defRPr>
            </a:lvl4pPr>
            <a:lvl5pPr algn="l">
              <a:defRPr sz="1575" b="0">
                <a:solidFill>
                  <a:srgbClr val="202C61"/>
                </a:solidFill>
                <a:latin typeface="Arial"/>
                <a:ea typeface="Arial"/>
                <a:cs typeface="Arial"/>
              </a:defRPr>
            </a:lvl5pPr>
            <a:lvl6pPr algn="l">
              <a:defRPr sz="1575" b="0">
                <a:solidFill>
                  <a:srgbClr val="202C61"/>
                </a:solidFill>
                <a:latin typeface="Arial"/>
                <a:ea typeface="Arial"/>
                <a:cs typeface="Arial"/>
              </a:defRPr>
            </a:lvl6pPr>
            <a:lvl7pPr algn="l">
              <a:defRPr sz="1575" b="0">
                <a:solidFill>
                  <a:srgbClr val="202C61"/>
                </a:solidFill>
                <a:latin typeface="Arial"/>
                <a:ea typeface="Arial"/>
                <a:cs typeface="Arial"/>
              </a:defRPr>
            </a:lvl7pPr>
            <a:lvl8pPr algn="l">
              <a:defRPr sz="1575" b="0">
                <a:solidFill>
                  <a:srgbClr val="202C61"/>
                </a:solidFill>
                <a:latin typeface="Arial"/>
                <a:ea typeface="Arial"/>
                <a:cs typeface="Arial"/>
              </a:defRPr>
            </a:lvl8pPr>
            <a:lvl9pPr algn="l">
              <a:defRPr sz="1575" b="0">
                <a:solidFill>
                  <a:srgbClr val="202C61"/>
                </a:solidFill>
                <a:latin typeface="Arial"/>
                <a:ea typeface="Arial"/>
                <a:cs typeface="Arial"/>
              </a:defRPr>
            </a:lvl9pPr>
          </a:lstStyle>
          <a:p>
            <a:pPr algn="l">
              <a:defRPr sz="1575" b="0">
                <a:solidFill>
                  <a:srgbClr val="202C61"/>
                </a:solidFill>
                <a:latin typeface="Arial"/>
                <a:ea typeface="Arial"/>
                <a:cs typeface="Arial"/>
              </a:defRPr>
            </a:pPr>
            <a:r>
              <a:rPr sz="1575" b="0" dirty="0">
                <a:solidFill>
                  <a:srgbClr val="202C61"/>
                </a:solidFill>
                <a:latin typeface="Arial"/>
                <a:ea typeface="Arial"/>
                <a:cs typeface="Arial"/>
              </a:rPr>
              <a:t>Frontend route gates + database RLS and role/store checks</a:t>
            </a:r>
          </a:p>
          <a:p>
            <a:pPr algn="l">
              <a:defRPr sz="1575" b="0">
                <a:solidFill>
                  <a:srgbClr val="202C61"/>
                </a:solidFill>
                <a:latin typeface="Arial"/>
                <a:ea typeface="Arial"/>
                <a:cs typeface="Arial"/>
              </a:defRPr>
            </a:pPr>
            <a:r>
              <a:rPr sz="1575" b="0" dirty="0">
                <a:solidFill>
                  <a:srgbClr val="202C61"/>
                </a:solidFill>
                <a:latin typeface="Arial"/>
                <a:ea typeface="Arial"/>
                <a:cs typeface="Arial"/>
              </a:rPr>
              <a:t>TOTP supported. AAL2 applies when a verified factor requires it.</a:t>
            </a:r>
          </a:p>
        </p:txBody>
      </p:sp>
    </p:spTree>
    <p:extLst>
      <p:ext uri="{BB962C8B-B14F-4D97-AF65-F5344CB8AC3E}">
        <p14:creationId xmlns:p14="http://schemas.microsoft.com/office/powerpoint/2010/main" val="19824753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Picture 20">
            <a:extLst>
              <a:ext uri="{FF2B5EF4-FFF2-40B4-BE49-F238E27FC236}">
                <a16:creationId xmlns:a16="http://schemas.microsoft.com/office/drawing/2014/main" id="{181BAE53-4AB0-45B3-A3C1-4B36576D4983}"/>
              </a:ext>
            </a:extLst>
          </p:cNvPr>
          <p:cNvPicPr>
            <a:picLocks noChangeAspect="1"/>
          </p:cNvPicPr>
          <p:nvPr/>
        </p:nvPicPr>
        <p:blipFill>
          <a:blip r:embed="rId3"/>
          <a:stretch/>
        </p:blipFill>
        <p:spPr>
          <a:xfrm>
            <a:off x="6572250" y="260789"/>
            <a:ext cx="2238375" cy="716673"/>
          </a:xfrm>
          <a:prstGeom prst="rect">
            <a:avLst/>
          </a:prstGeom>
        </p:spPr>
      </p:pic>
      <p:sp>
        <p:nvSpPr>
          <p:cNvPr id="2" name="current-content-22">
            <a:extLst>
              <a:ext uri="{FF2B5EF4-FFF2-40B4-BE49-F238E27FC236}">
                <a16:creationId xmlns:a16="http://schemas.microsoft.com/office/drawing/2014/main" id="{18D92FD7-46E9-4588-9D7F-F8DC895EE600}"/>
              </a:ext>
            </a:extLst>
          </p:cNvPr>
          <p:cNvSpPr>
            <a:spLocks noGrp="1"/>
          </p:cNvSpPr>
          <p:nvPr/>
        </p:nvSpPr>
        <p:spPr>
          <a:xfrm>
            <a:off x="533400" y="457200"/>
            <a:ext cx="5762625" cy="552450"/>
          </a:xfrm>
          <a:prstGeom prst="rect">
            <a:avLst/>
          </a:prstGeom>
          <a:noFill/>
          <a:ln w="0">
            <a:noFill/>
          </a:ln>
        </p:spPr>
        <p:txBody>
          <a:bodyPr wrap="square" lIns="0" tIns="0" rIns="0" bIns="0" anchor="t">
            <a:noAutofit/>
          </a:bodyPr>
          <a:lstStyle>
            <a:defPPr algn="l">
              <a:defRPr sz="2520" b="1">
                <a:solidFill>
                  <a:srgbClr val="0070C0"/>
                </a:solidFill>
                <a:latin typeface="Raleway"/>
                <a:ea typeface="Raleway"/>
                <a:cs typeface="Raleway"/>
              </a:defRPr>
            </a:defPPr>
            <a:lvl1pPr algn="l">
              <a:defRPr sz="2520" b="1">
                <a:solidFill>
                  <a:srgbClr val="0070C0"/>
                </a:solidFill>
                <a:latin typeface="Raleway"/>
                <a:ea typeface="Raleway"/>
                <a:cs typeface="Raleway"/>
              </a:defRPr>
            </a:lvl1pPr>
            <a:lvl2pPr algn="l">
              <a:defRPr sz="2520" b="1">
                <a:solidFill>
                  <a:srgbClr val="0070C0"/>
                </a:solidFill>
                <a:latin typeface="Raleway"/>
                <a:ea typeface="Raleway"/>
                <a:cs typeface="Raleway"/>
              </a:defRPr>
            </a:lvl2pPr>
            <a:lvl3pPr algn="l">
              <a:defRPr sz="2520" b="1">
                <a:solidFill>
                  <a:srgbClr val="0070C0"/>
                </a:solidFill>
                <a:latin typeface="Raleway"/>
                <a:ea typeface="Raleway"/>
                <a:cs typeface="Raleway"/>
              </a:defRPr>
            </a:lvl3pPr>
            <a:lvl4pPr algn="l">
              <a:defRPr sz="2520" b="1">
                <a:solidFill>
                  <a:srgbClr val="0070C0"/>
                </a:solidFill>
                <a:latin typeface="Raleway"/>
                <a:ea typeface="Raleway"/>
                <a:cs typeface="Raleway"/>
              </a:defRPr>
            </a:lvl4pPr>
            <a:lvl5pPr algn="l">
              <a:defRPr sz="2520" b="1">
                <a:solidFill>
                  <a:srgbClr val="0070C0"/>
                </a:solidFill>
                <a:latin typeface="Raleway"/>
                <a:ea typeface="Raleway"/>
                <a:cs typeface="Raleway"/>
              </a:defRPr>
            </a:lvl5pPr>
            <a:lvl6pPr algn="l">
              <a:defRPr sz="2520" b="1">
                <a:solidFill>
                  <a:srgbClr val="0070C0"/>
                </a:solidFill>
                <a:latin typeface="Raleway"/>
                <a:ea typeface="Raleway"/>
                <a:cs typeface="Raleway"/>
              </a:defRPr>
            </a:lvl6pPr>
            <a:lvl7pPr algn="l">
              <a:defRPr sz="2520" b="1">
                <a:solidFill>
                  <a:srgbClr val="0070C0"/>
                </a:solidFill>
                <a:latin typeface="Raleway"/>
                <a:ea typeface="Raleway"/>
                <a:cs typeface="Raleway"/>
              </a:defRPr>
            </a:lvl7pPr>
            <a:lvl8pPr algn="l">
              <a:defRPr sz="2520" b="1">
                <a:solidFill>
                  <a:srgbClr val="0070C0"/>
                </a:solidFill>
                <a:latin typeface="Raleway"/>
                <a:ea typeface="Raleway"/>
                <a:cs typeface="Raleway"/>
              </a:defRPr>
            </a:lvl8pPr>
            <a:lvl9pPr algn="l">
              <a:defRPr sz="2520" b="1">
                <a:solidFill>
                  <a:srgbClr val="0070C0"/>
                </a:solidFill>
                <a:latin typeface="Raleway"/>
                <a:ea typeface="Raleway"/>
                <a:cs typeface="Raleway"/>
              </a:defRPr>
            </a:lvl9pPr>
          </a:lstStyle>
          <a:p>
            <a:pPr algn="l">
              <a:defRPr sz="2520" b="1">
                <a:solidFill>
                  <a:srgbClr val="0070C0"/>
                </a:solidFill>
                <a:latin typeface="Raleway"/>
                <a:ea typeface="Raleway"/>
                <a:cs typeface="Raleway"/>
              </a:defRPr>
            </a:pPr>
            <a:r>
              <a:rPr sz="2520" b="1">
                <a:solidFill>
                  <a:srgbClr val="0070C0"/>
                </a:solidFill>
                <a:latin typeface="Raleway"/>
                <a:ea typeface="Raleway"/>
                <a:cs typeface="Raleway"/>
              </a:rPr>
              <a:t>System architecture</a:t>
            </a:r>
          </a:p>
        </p:txBody>
      </p:sp>
      <p:sp>
        <p:nvSpPr>
          <p:cNvPr id="4" name="Rectangle 3">
            <a:extLst>
              <a:ext uri="{FF2B5EF4-FFF2-40B4-BE49-F238E27FC236}">
                <a16:creationId xmlns:a16="http://schemas.microsoft.com/office/drawing/2014/main" id="{87ACF121-7C51-4CE0-AEC1-E063836DF1AF}"/>
              </a:ext>
            </a:extLst>
          </p:cNvPr>
          <p:cNvSpPr>
            <a:spLocks noGrp="1"/>
          </p:cNvSpPr>
          <p:nvPr/>
        </p:nvSpPr>
        <p:spPr>
          <a:xfrm>
            <a:off x="533400" y="1381125"/>
            <a:ext cx="2952750" cy="1095375"/>
          </a:xfrm>
          <a:prstGeom prst="rect">
            <a:avLst/>
          </a:prstGeom>
          <a:solidFill>
            <a:srgbClr val="FFFFFF"/>
          </a:solidFill>
          <a:ln w="14288">
            <a:solidFill>
              <a:srgbClr val="202C61"/>
            </a:solidFill>
          </a:ln>
        </p:spPr>
        <p:txBody>
          <a:bodyPr wrap="square" lIns="95250" tIns="95250" rIns="95250" bIns="95250" anchor="ctr"/>
          <a:lstStyle>
            <a:defPPr algn="ctr">
              <a:defRPr sz="1575">
                <a:solidFill>
                  <a:srgbClr val="171717"/>
                </a:solidFill>
                <a:latin typeface="Arial"/>
                <a:ea typeface="Arial"/>
                <a:cs typeface="Arial"/>
              </a:defRPr>
            </a:defPPr>
            <a:lvl1pPr algn="ctr">
              <a:defRPr sz="1575">
                <a:solidFill>
                  <a:srgbClr val="171717"/>
                </a:solidFill>
                <a:latin typeface="Arial"/>
                <a:ea typeface="Arial"/>
                <a:cs typeface="Arial"/>
              </a:defRPr>
            </a:lvl1pPr>
            <a:lvl2pPr algn="ctr">
              <a:defRPr sz="1575">
                <a:solidFill>
                  <a:srgbClr val="171717"/>
                </a:solidFill>
                <a:latin typeface="Arial"/>
                <a:ea typeface="Arial"/>
                <a:cs typeface="Arial"/>
              </a:defRPr>
            </a:lvl2pPr>
            <a:lvl3pPr algn="ctr">
              <a:defRPr sz="1575">
                <a:solidFill>
                  <a:srgbClr val="171717"/>
                </a:solidFill>
                <a:latin typeface="Arial"/>
                <a:ea typeface="Arial"/>
                <a:cs typeface="Arial"/>
              </a:defRPr>
            </a:lvl3pPr>
            <a:lvl4pPr algn="ctr">
              <a:defRPr sz="1575">
                <a:solidFill>
                  <a:srgbClr val="171717"/>
                </a:solidFill>
                <a:latin typeface="Arial"/>
                <a:ea typeface="Arial"/>
                <a:cs typeface="Arial"/>
              </a:defRPr>
            </a:lvl4pPr>
            <a:lvl5pPr algn="ctr">
              <a:defRPr sz="1575">
                <a:solidFill>
                  <a:srgbClr val="171717"/>
                </a:solidFill>
                <a:latin typeface="Arial"/>
                <a:ea typeface="Arial"/>
                <a:cs typeface="Arial"/>
              </a:defRPr>
            </a:lvl5pPr>
            <a:lvl6pPr algn="ctr">
              <a:defRPr sz="1575">
                <a:solidFill>
                  <a:srgbClr val="171717"/>
                </a:solidFill>
                <a:latin typeface="Arial"/>
                <a:ea typeface="Arial"/>
                <a:cs typeface="Arial"/>
              </a:defRPr>
            </a:lvl6pPr>
            <a:lvl7pPr algn="ctr">
              <a:defRPr sz="1575">
                <a:solidFill>
                  <a:srgbClr val="171717"/>
                </a:solidFill>
                <a:latin typeface="Arial"/>
                <a:ea typeface="Arial"/>
                <a:cs typeface="Arial"/>
              </a:defRPr>
            </a:lvl7pPr>
            <a:lvl8pPr algn="ctr">
              <a:defRPr sz="1575">
                <a:solidFill>
                  <a:srgbClr val="171717"/>
                </a:solidFill>
                <a:latin typeface="Arial"/>
                <a:ea typeface="Arial"/>
                <a:cs typeface="Arial"/>
              </a:defRPr>
            </a:lvl8pPr>
            <a:lvl9pPr algn="ctr">
              <a:defRPr sz="1575">
                <a:solidFill>
                  <a:srgbClr val="171717"/>
                </a:solidFill>
                <a:latin typeface="Arial"/>
                <a:ea typeface="Arial"/>
                <a:cs typeface="Arial"/>
              </a:defRPr>
            </a:lvl9pPr>
          </a:lstStyle>
          <a:p>
            <a:pPr algn="ctr">
              <a:defRPr sz="1575">
                <a:solidFill>
                  <a:srgbClr val="171717"/>
                </a:solidFill>
                <a:latin typeface="Arial"/>
                <a:ea typeface="Arial"/>
                <a:cs typeface="Arial"/>
              </a:defRPr>
            </a:pPr>
            <a:r>
              <a:rPr sz="1575">
                <a:solidFill>
                  <a:srgbClr val="171717"/>
                </a:solidFill>
                <a:latin typeface="Arial"/>
                <a:ea typeface="Arial"/>
                <a:cs typeface="Arial"/>
              </a:rPr>
              <a:t>Browser application</a:t>
            </a:r>
          </a:p>
          <a:p>
            <a:pPr algn="ctr">
              <a:defRPr sz="1575">
                <a:solidFill>
                  <a:srgbClr val="171717"/>
                </a:solidFill>
                <a:latin typeface="Arial"/>
                <a:ea typeface="Arial"/>
                <a:cs typeface="Arial"/>
              </a:defRPr>
            </a:pPr>
            <a:r>
              <a:rPr sz="1575">
                <a:solidFill>
                  <a:srgbClr val="171717"/>
                </a:solidFill>
                <a:latin typeface="Arial"/>
                <a:ea typeface="Arial"/>
                <a:cs typeface="Arial"/>
              </a:rPr>
              <a:t>React + TypeScript</a:t>
            </a:r>
          </a:p>
          <a:p>
            <a:pPr algn="ctr">
              <a:defRPr sz="1575">
                <a:solidFill>
                  <a:srgbClr val="171717"/>
                </a:solidFill>
                <a:latin typeface="Arial"/>
                <a:ea typeface="Arial"/>
                <a:cs typeface="Arial"/>
              </a:defRPr>
            </a:pPr>
            <a:r>
              <a:rPr sz="1575">
                <a:solidFill>
                  <a:srgbClr val="171717"/>
                </a:solidFill>
                <a:latin typeface="Arial"/>
                <a:ea typeface="Arial"/>
                <a:cs typeface="Arial"/>
              </a:rPr>
              <a:t>Zustand + TanStack Query</a:t>
            </a:r>
          </a:p>
        </p:txBody>
      </p:sp>
      <p:sp>
        <p:nvSpPr>
          <p:cNvPr id="5" name="Rectangle 4">
            <a:extLst>
              <a:ext uri="{FF2B5EF4-FFF2-40B4-BE49-F238E27FC236}">
                <a16:creationId xmlns:a16="http://schemas.microsoft.com/office/drawing/2014/main" id="{D64A8BF0-45ED-4DD2-8D79-2691034E0722}"/>
              </a:ext>
            </a:extLst>
          </p:cNvPr>
          <p:cNvSpPr>
            <a:spLocks noGrp="1"/>
          </p:cNvSpPr>
          <p:nvPr/>
        </p:nvSpPr>
        <p:spPr>
          <a:xfrm>
            <a:off x="533400" y="3381375"/>
            <a:ext cx="2952750" cy="742950"/>
          </a:xfrm>
          <a:prstGeom prst="rect">
            <a:avLst/>
          </a:prstGeom>
          <a:solidFill>
            <a:srgbClr val="FFFFFF"/>
          </a:solidFill>
          <a:ln w="14288">
            <a:solidFill>
              <a:srgbClr val="202C61"/>
            </a:solidFill>
          </a:ln>
        </p:spPr>
        <p:txBody>
          <a:bodyPr wrap="square" lIns="95250" tIns="95250" rIns="95250" bIns="95250" anchor="ctr"/>
          <a:lstStyle>
            <a:defPPr algn="ctr">
              <a:defRPr sz="1575">
                <a:solidFill>
                  <a:srgbClr val="171717"/>
                </a:solidFill>
                <a:latin typeface="Arial"/>
                <a:ea typeface="Arial"/>
                <a:cs typeface="Arial"/>
              </a:defRPr>
            </a:defPPr>
            <a:lvl1pPr algn="ctr">
              <a:defRPr sz="1575">
                <a:solidFill>
                  <a:srgbClr val="171717"/>
                </a:solidFill>
                <a:latin typeface="Arial"/>
                <a:ea typeface="Arial"/>
                <a:cs typeface="Arial"/>
              </a:defRPr>
            </a:lvl1pPr>
            <a:lvl2pPr algn="ctr">
              <a:defRPr sz="1575">
                <a:solidFill>
                  <a:srgbClr val="171717"/>
                </a:solidFill>
                <a:latin typeface="Arial"/>
                <a:ea typeface="Arial"/>
                <a:cs typeface="Arial"/>
              </a:defRPr>
            </a:lvl2pPr>
            <a:lvl3pPr algn="ctr">
              <a:defRPr sz="1575">
                <a:solidFill>
                  <a:srgbClr val="171717"/>
                </a:solidFill>
                <a:latin typeface="Arial"/>
                <a:ea typeface="Arial"/>
                <a:cs typeface="Arial"/>
              </a:defRPr>
            </a:lvl3pPr>
            <a:lvl4pPr algn="ctr">
              <a:defRPr sz="1575">
                <a:solidFill>
                  <a:srgbClr val="171717"/>
                </a:solidFill>
                <a:latin typeface="Arial"/>
                <a:ea typeface="Arial"/>
                <a:cs typeface="Arial"/>
              </a:defRPr>
            </a:lvl4pPr>
            <a:lvl5pPr algn="ctr">
              <a:defRPr sz="1575">
                <a:solidFill>
                  <a:srgbClr val="171717"/>
                </a:solidFill>
                <a:latin typeface="Arial"/>
                <a:ea typeface="Arial"/>
                <a:cs typeface="Arial"/>
              </a:defRPr>
            </a:lvl5pPr>
            <a:lvl6pPr algn="ctr">
              <a:defRPr sz="1575">
                <a:solidFill>
                  <a:srgbClr val="171717"/>
                </a:solidFill>
                <a:latin typeface="Arial"/>
                <a:ea typeface="Arial"/>
                <a:cs typeface="Arial"/>
              </a:defRPr>
            </a:lvl6pPr>
            <a:lvl7pPr algn="ctr">
              <a:defRPr sz="1575">
                <a:solidFill>
                  <a:srgbClr val="171717"/>
                </a:solidFill>
                <a:latin typeface="Arial"/>
                <a:ea typeface="Arial"/>
                <a:cs typeface="Arial"/>
              </a:defRPr>
            </a:lvl7pPr>
            <a:lvl8pPr algn="ctr">
              <a:defRPr sz="1575">
                <a:solidFill>
                  <a:srgbClr val="171717"/>
                </a:solidFill>
                <a:latin typeface="Arial"/>
                <a:ea typeface="Arial"/>
                <a:cs typeface="Arial"/>
              </a:defRPr>
            </a:lvl8pPr>
            <a:lvl9pPr algn="ctr">
              <a:defRPr sz="1575">
                <a:solidFill>
                  <a:srgbClr val="171717"/>
                </a:solidFill>
                <a:latin typeface="Arial"/>
                <a:ea typeface="Arial"/>
                <a:cs typeface="Arial"/>
              </a:defRPr>
            </a:lvl9pPr>
          </a:lstStyle>
          <a:p>
            <a:pPr algn="ctr">
              <a:defRPr sz="1575">
                <a:solidFill>
                  <a:srgbClr val="171717"/>
                </a:solidFill>
                <a:latin typeface="Arial"/>
                <a:ea typeface="Arial"/>
                <a:cs typeface="Arial"/>
              </a:defRPr>
            </a:pPr>
            <a:r>
              <a:rPr sz="1575">
                <a:solidFill>
                  <a:srgbClr val="171717"/>
                </a:solidFill>
                <a:latin typeface="Arial"/>
                <a:ea typeface="Arial"/>
                <a:cs typeface="Arial"/>
              </a:rPr>
              <a:t>IndexedDB</a:t>
            </a:r>
          </a:p>
          <a:p>
            <a:pPr algn="ctr">
              <a:defRPr sz="1575">
                <a:solidFill>
                  <a:srgbClr val="171717"/>
                </a:solidFill>
                <a:latin typeface="Arial"/>
                <a:ea typeface="Arial"/>
                <a:cs typeface="Arial"/>
              </a:defRPr>
            </a:pPr>
            <a:r>
              <a:rPr sz="1575">
                <a:solidFill>
                  <a:srgbClr val="171717"/>
                </a:solidFill>
                <a:latin typeface="Arial"/>
                <a:ea typeface="Arial"/>
                <a:cs typeface="Arial"/>
              </a:rPr>
              <a:t>Cache + selected queues</a:t>
            </a:r>
          </a:p>
        </p:txBody>
      </p:sp>
      <p:sp>
        <p:nvSpPr>
          <p:cNvPr id="7" name="Rectangle 6">
            <a:extLst>
              <a:ext uri="{FF2B5EF4-FFF2-40B4-BE49-F238E27FC236}">
                <a16:creationId xmlns:a16="http://schemas.microsoft.com/office/drawing/2014/main" id="{EB2C6E3D-7BBB-4FD5-A2C3-F294C243680C}"/>
              </a:ext>
            </a:extLst>
          </p:cNvPr>
          <p:cNvSpPr>
            <a:spLocks noGrp="1"/>
          </p:cNvSpPr>
          <p:nvPr/>
        </p:nvSpPr>
        <p:spPr>
          <a:xfrm>
            <a:off x="4457700" y="1314450"/>
            <a:ext cx="2047875" cy="552450"/>
          </a:xfrm>
          <a:prstGeom prst="rect">
            <a:avLst/>
          </a:prstGeom>
          <a:solidFill>
            <a:srgbClr val="FFFFFF"/>
          </a:solidFill>
          <a:ln w="14288">
            <a:solidFill>
              <a:srgbClr val="202C61"/>
            </a:solidFill>
          </a:ln>
        </p:spPr>
        <p:txBody>
          <a:bodyPr wrap="square" lIns="95250" tIns="95250" rIns="95250" bIns="95250" anchor="ctr"/>
          <a:lstStyle>
            <a:defPPr algn="ctr">
              <a:defRPr sz="1575">
                <a:solidFill>
                  <a:srgbClr val="171717"/>
                </a:solidFill>
                <a:latin typeface="Arial"/>
                <a:ea typeface="Arial"/>
                <a:cs typeface="Arial"/>
              </a:defRPr>
            </a:defPPr>
            <a:lvl1pPr algn="ctr">
              <a:defRPr sz="1575">
                <a:solidFill>
                  <a:srgbClr val="171717"/>
                </a:solidFill>
                <a:latin typeface="Arial"/>
                <a:ea typeface="Arial"/>
                <a:cs typeface="Arial"/>
              </a:defRPr>
            </a:lvl1pPr>
            <a:lvl2pPr algn="ctr">
              <a:defRPr sz="1575">
                <a:solidFill>
                  <a:srgbClr val="171717"/>
                </a:solidFill>
                <a:latin typeface="Arial"/>
                <a:ea typeface="Arial"/>
                <a:cs typeface="Arial"/>
              </a:defRPr>
            </a:lvl2pPr>
            <a:lvl3pPr algn="ctr">
              <a:defRPr sz="1575">
                <a:solidFill>
                  <a:srgbClr val="171717"/>
                </a:solidFill>
                <a:latin typeface="Arial"/>
                <a:ea typeface="Arial"/>
                <a:cs typeface="Arial"/>
              </a:defRPr>
            </a:lvl3pPr>
            <a:lvl4pPr algn="ctr">
              <a:defRPr sz="1575">
                <a:solidFill>
                  <a:srgbClr val="171717"/>
                </a:solidFill>
                <a:latin typeface="Arial"/>
                <a:ea typeface="Arial"/>
                <a:cs typeface="Arial"/>
              </a:defRPr>
            </a:lvl4pPr>
            <a:lvl5pPr algn="ctr">
              <a:defRPr sz="1575">
                <a:solidFill>
                  <a:srgbClr val="171717"/>
                </a:solidFill>
                <a:latin typeface="Arial"/>
                <a:ea typeface="Arial"/>
                <a:cs typeface="Arial"/>
              </a:defRPr>
            </a:lvl5pPr>
            <a:lvl6pPr algn="ctr">
              <a:defRPr sz="1575">
                <a:solidFill>
                  <a:srgbClr val="171717"/>
                </a:solidFill>
                <a:latin typeface="Arial"/>
                <a:ea typeface="Arial"/>
                <a:cs typeface="Arial"/>
              </a:defRPr>
            </a:lvl6pPr>
            <a:lvl7pPr algn="ctr">
              <a:defRPr sz="1575">
                <a:solidFill>
                  <a:srgbClr val="171717"/>
                </a:solidFill>
                <a:latin typeface="Arial"/>
                <a:ea typeface="Arial"/>
                <a:cs typeface="Arial"/>
              </a:defRPr>
            </a:lvl7pPr>
            <a:lvl8pPr algn="ctr">
              <a:defRPr sz="1575">
                <a:solidFill>
                  <a:srgbClr val="171717"/>
                </a:solidFill>
                <a:latin typeface="Arial"/>
                <a:ea typeface="Arial"/>
                <a:cs typeface="Arial"/>
              </a:defRPr>
            </a:lvl8pPr>
            <a:lvl9pPr algn="ctr">
              <a:defRPr sz="1575">
                <a:solidFill>
                  <a:srgbClr val="171717"/>
                </a:solidFill>
                <a:latin typeface="Arial"/>
                <a:ea typeface="Arial"/>
                <a:cs typeface="Arial"/>
              </a:defRPr>
            </a:lvl9pPr>
          </a:lstStyle>
          <a:p>
            <a:pPr algn="ctr">
              <a:defRPr sz="1575">
                <a:solidFill>
                  <a:srgbClr val="171717"/>
                </a:solidFill>
                <a:latin typeface="Arial"/>
                <a:ea typeface="Arial"/>
                <a:cs typeface="Arial"/>
              </a:defRPr>
            </a:pPr>
            <a:r>
              <a:rPr sz="1575">
                <a:solidFill>
                  <a:srgbClr val="171717"/>
                </a:solidFill>
                <a:latin typeface="Arial"/>
                <a:ea typeface="Arial"/>
                <a:cs typeface="Arial"/>
              </a:rPr>
              <a:t>Supabase Auth</a:t>
            </a:r>
          </a:p>
        </p:txBody>
      </p:sp>
      <p:sp>
        <p:nvSpPr>
          <p:cNvPr id="8" name="Rectangle 7">
            <a:extLst>
              <a:ext uri="{FF2B5EF4-FFF2-40B4-BE49-F238E27FC236}">
                <a16:creationId xmlns:a16="http://schemas.microsoft.com/office/drawing/2014/main" id="{60072FC9-BDE3-445F-B933-C332BB544E96}"/>
              </a:ext>
            </a:extLst>
          </p:cNvPr>
          <p:cNvSpPr>
            <a:spLocks noGrp="1"/>
          </p:cNvSpPr>
          <p:nvPr/>
        </p:nvSpPr>
        <p:spPr>
          <a:xfrm>
            <a:off x="4457700" y="2171700"/>
            <a:ext cx="2047875" cy="552450"/>
          </a:xfrm>
          <a:prstGeom prst="rect">
            <a:avLst/>
          </a:prstGeom>
          <a:solidFill>
            <a:srgbClr val="FFFFFF"/>
          </a:solidFill>
          <a:ln w="14288">
            <a:solidFill>
              <a:srgbClr val="202C61"/>
            </a:solidFill>
          </a:ln>
        </p:spPr>
        <p:txBody>
          <a:bodyPr wrap="square" lIns="95250" tIns="95250" rIns="95250" bIns="95250" anchor="ctr"/>
          <a:lstStyle>
            <a:defPPr algn="ctr">
              <a:defRPr sz="1575">
                <a:solidFill>
                  <a:srgbClr val="171717"/>
                </a:solidFill>
                <a:latin typeface="Arial"/>
                <a:ea typeface="Arial"/>
                <a:cs typeface="Arial"/>
              </a:defRPr>
            </a:defPPr>
            <a:lvl1pPr algn="ctr">
              <a:defRPr sz="1575">
                <a:solidFill>
                  <a:srgbClr val="171717"/>
                </a:solidFill>
                <a:latin typeface="Arial"/>
                <a:ea typeface="Arial"/>
                <a:cs typeface="Arial"/>
              </a:defRPr>
            </a:lvl1pPr>
            <a:lvl2pPr algn="ctr">
              <a:defRPr sz="1575">
                <a:solidFill>
                  <a:srgbClr val="171717"/>
                </a:solidFill>
                <a:latin typeface="Arial"/>
                <a:ea typeface="Arial"/>
                <a:cs typeface="Arial"/>
              </a:defRPr>
            </a:lvl2pPr>
            <a:lvl3pPr algn="ctr">
              <a:defRPr sz="1575">
                <a:solidFill>
                  <a:srgbClr val="171717"/>
                </a:solidFill>
                <a:latin typeface="Arial"/>
                <a:ea typeface="Arial"/>
                <a:cs typeface="Arial"/>
              </a:defRPr>
            </a:lvl3pPr>
            <a:lvl4pPr algn="ctr">
              <a:defRPr sz="1575">
                <a:solidFill>
                  <a:srgbClr val="171717"/>
                </a:solidFill>
                <a:latin typeface="Arial"/>
                <a:ea typeface="Arial"/>
                <a:cs typeface="Arial"/>
              </a:defRPr>
            </a:lvl4pPr>
            <a:lvl5pPr algn="ctr">
              <a:defRPr sz="1575">
                <a:solidFill>
                  <a:srgbClr val="171717"/>
                </a:solidFill>
                <a:latin typeface="Arial"/>
                <a:ea typeface="Arial"/>
                <a:cs typeface="Arial"/>
              </a:defRPr>
            </a:lvl5pPr>
            <a:lvl6pPr algn="ctr">
              <a:defRPr sz="1575">
                <a:solidFill>
                  <a:srgbClr val="171717"/>
                </a:solidFill>
                <a:latin typeface="Arial"/>
                <a:ea typeface="Arial"/>
                <a:cs typeface="Arial"/>
              </a:defRPr>
            </a:lvl6pPr>
            <a:lvl7pPr algn="ctr">
              <a:defRPr sz="1575">
                <a:solidFill>
                  <a:srgbClr val="171717"/>
                </a:solidFill>
                <a:latin typeface="Arial"/>
                <a:ea typeface="Arial"/>
                <a:cs typeface="Arial"/>
              </a:defRPr>
            </a:lvl7pPr>
            <a:lvl8pPr algn="ctr">
              <a:defRPr sz="1575">
                <a:solidFill>
                  <a:srgbClr val="171717"/>
                </a:solidFill>
                <a:latin typeface="Arial"/>
                <a:ea typeface="Arial"/>
                <a:cs typeface="Arial"/>
              </a:defRPr>
            </a:lvl8pPr>
            <a:lvl9pPr algn="ctr">
              <a:defRPr sz="1575">
                <a:solidFill>
                  <a:srgbClr val="171717"/>
                </a:solidFill>
                <a:latin typeface="Arial"/>
                <a:ea typeface="Arial"/>
                <a:cs typeface="Arial"/>
              </a:defRPr>
            </a:lvl9pPr>
          </a:lstStyle>
          <a:p>
            <a:pPr algn="ctr">
              <a:defRPr sz="1575">
                <a:solidFill>
                  <a:srgbClr val="171717"/>
                </a:solidFill>
                <a:latin typeface="Arial"/>
                <a:ea typeface="Arial"/>
                <a:cs typeface="Arial"/>
              </a:defRPr>
            </a:pPr>
            <a:r>
              <a:rPr sz="1575">
                <a:solidFill>
                  <a:srgbClr val="171717"/>
                </a:solidFill>
                <a:latin typeface="Arial"/>
                <a:ea typeface="Arial"/>
                <a:cs typeface="Arial"/>
              </a:rPr>
              <a:t>Data API + RPC</a:t>
            </a:r>
          </a:p>
        </p:txBody>
      </p:sp>
      <p:sp>
        <p:nvSpPr>
          <p:cNvPr id="9" name="Rectangle 8">
            <a:extLst>
              <a:ext uri="{FF2B5EF4-FFF2-40B4-BE49-F238E27FC236}">
                <a16:creationId xmlns:a16="http://schemas.microsoft.com/office/drawing/2014/main" id="{C56626A6-B534-4905-B783-BA8F7D5C0962}"/>
              </a:ext>
            </a:extLst>
          </p:cNvPr>
          <p:cNvSpPr>
            <a:spLocks noGrp="1"/>
          </p:cNvSpPr>
          <p:nvPr/>
        </p:nvSpPr>
        <p:spPr>
          <a:xfrm>
            <a:off x="4457700" y="3028950"/>
            <a:ext cx="2047875" cy="552450"/>
          </a:xfrm>
          <a:prstGeom prst="rect">
            <a:avLst/>
          </a:prstGeom>
          <a:solidFill>
            <a:srgbClr val="FFFFFF"/>
          </a:solidFill>
          <a:ln w="14288">
            <a:solidFill>
              <a:srgbClr val="202C61"/>
            </a:solidFill>
          </a:ln>
        </p:spPr>
        <p:txBody>
          <a:bodyPr wrap="square" lIns="95250" tIns="95250" rIns="95250" bIns="95250" anchor="ctr"/>
          <a:lstStyle>
            <a:defPPr algn="ctr">
              <a:defRPr sz="1575">
                <a:solidFill>
                  <a:srgbClr val="171717"/>
                </a:solidFill>
                <a:latin typeface="Arial"/>
                <a:ea typeface="Arial"/>
                <a:cs typeface="Arial"/>
              </a:defRPr>
            </a:defPPr>
            <a:lvl1pPr algn="ctr">
              <a:defRPr sz="1575">
                <a:solidFill>
                  <a:srgbClr val="171717"/>
                </a:solidFill>
                <a:latin typeface="Arial"/>
                <a:ea typeface="Arial"/>
                <a:cs typeface="Arial"/>
              </a:defRPr>
            </a:lvl1pPr>
            <a:lvl2pPr algn="ctr">
              <a:defRPr sz="1575">
                <a:solidFill>
                  <a:srgbClr val="171717"/>
                </a:solidFill>
                <a:latin typeface="Arial"/>
                <a:ea typeface="Arial"/>
                <a:cs typeface="Arial"/>
              </a:defRPr>
            </a:lvl2pPr>
            <a:lvl3pPr algn="ctr">
              <a:defRPr sz="1575">
                <a:solidFill>
                  <a:srgbClr val="171717"/>
                </a:solidFill>
                <a:latin typeface="Arial"/>
                <a:ea typeface="Arial"/>
                <a:cs typeface="Arial"/>
              </a:defRPr>
            </a:lvl3pPr>
            <a:lvl4pPr algn="ctr">
              <a:defRPr sz="1575">
                <a:solidFill>
                  <a:srgbClr val="171717"/>
                </a:solidFill>
                <a:latin typeface="Arial"/>
                <a:ea typeface="Arial"/>
                <a:cs typeface="Arial"/>
              </a:defRPr>
            </a:lvl4pPr>
            <a:lvl5pPr algn="ctr">
              <a:defRPr sz="1575">
                <a:solidFill>
                  <a:srgbClr val="171717"/>
                </a:solidFill>
                <a:latin typeface="Arial"/>
                <a:ea typeface="Arial"/>
                <a:cs typeface="Arial"/>
              </a:defRPr>
            </a:lvl5pPr>
            <a:lvl6pPr algn="ctr">
              <a:defRPr sz="1575">
                <a:solidFill>
                  <a:srgbClr val="171717"/>
                </a:solidFill>
                <a:latin typeface="Arial"/>
                <a:ea typeface="Arial"/>
                <a:cs typeface="Arial"/>
              </a:defRPr>
            </a:lvl6pPr>
            <a:lvl7pPr algn="ctr">
              <a:defRPr sz="1575">
                <a:solidFill>
                  <a:srgbClr val="171717"/>
                </a:solidFill>
                <a:latin typeface="Arial"/>
                <a:ea typeface="Arial"/>
                <a:cs typeface="Arial"/>
              </a:defRPr>
            </a:lvl7pPr>
            <a:lvl8pPr algn="ctr">
              <a:defRPr sz="1575">
                <a:solidFill>
                  <a:srgbClr val="171717"/>
                </a:solidFill>
                <a:latin typeface="Arial"/>
                <a:ea typeface="Arial"/>
                <a:cs typeface="Arial"/>
              </a:defRPr>
            </a:lvl8pPr>
            <a:lvl9pPr algn="ctr">
              <a:defRPr sz="1575">
                <a:solidFill>
                  <a:srgbClr val="171717"/>
                </a:solidFill>
                <a:latin typeface="Arial"/>
                <a:ea typeface="Arial"/>
                <a:cs typeface="Arial"/>
              </a:defRPr>
            </a:lvl9pPr>
          </a:lstStyle>
          <a:p>
            <a:pPr algn="ctr">
              <a:defRPr sz="1575">
                <a:solidFill>
                  <a:srgbClr val="171717"/>
                </a:solidFill>
                <a:latin typeface="Arial"/>
                <a:ea typeface="Arial"/>
                <a:cs typeface="Arial"/>
              </a:defRPr>
            </a:pPr>
            <a:r>
              <a:rPr sz="1575">
                <a:solidFill>
                  <a:srgbClr val="171717"/>
                </a:solidFill>
                <a:latin typeface="Arial"/>
                <a:ea typeface="Arial"/>
                <a:cs typeface="Arial"/>
              </a:rPr>
              <a:t>Edge Functions</a:t>
            </a:r>
          </a:p>
        </p:txBody>
      </p:sp>
      <p:sp>
        <p:nvSpPr>
          <p:cNvPr id="10" name="Rectangle 9">
            <a:extLst>
              <a:ext uri="{FF2B5EF4-FFF2-40B4-BE49-F238E27FC236}">
                <a16:creationId xmlns:a16="http://schemas.microsoft.com/office/drawing/2014/main" id="{8EB43E2F-F300-4825-921D-4D972032B08F}"/>
              </a:ext>
            </a:extLst>
          </p:cNvPr>
          <p:cNvSpPr>
            <a:spLocks noGrp="1"/>
          </p:cNvSpPr>
          <p:nvPr/>
        </p:nvSpPr>
        <p:spPr>
          <a:xfrm>
            <a:off x="4457700" y="3886200"/>
            <a:ext cx="2047875" cy="552450"/>
          </a:xfrm>
          <a:prstGeom prst="rect">
            <a:avLst/>
          </a:prstGeom>
          <a:solidFill>
            <a:srgbClr val="FFFFFF"/>
          </a:solidFill>
          <a:ln w="14288">
            <a:solidFill>
              <a:srgbClr val="202C61"/>
            </a:solidFill>
          </a:ln>
        </p:spPr>
        <p:txBody>
          <a:bodyPr wrap="square" lIns="95250" tIns="95250" rIns="95250" bIns="95250" anchor="ctr"/>
          <a:lstStyle>
            <a:defPPr algn="ctr">
              <a:defRPr sz="1575">
                <a:solidFill>
                  <a:srgbClr val="171717"/>
                </a:solidFill>
                <a:latin typeface="Arial"/>
                <a:ea typeface="Arial"/>
                <a:cs typeface="Arial"/>
              </a:defRPr>
            </a:defPPr>
            <a:lvl1pPr algn="ctr">
              <a:defRPr sz="1575">
                <a:solidFill>
                  <a:srgbClr val="171717"/>
                </a:solidFill>
                <a:latin typeface="Arial"/>
                <a:ea typeface="Arial"/>
                <a:cs typeface="Arial"/>
              </a:defRPr>
            </a:lvl1pPr>
            <a:lvl2pPr algn="ctr">
              <a:defRPr sz="1575">
                <a:solidFill>
                  <a:srgbClr val="171717"/>
                </a:solidFill>
                <a:latin typeface="Arial"/>
                <a:ea typeface="Arial"/>
                <a:cs typeface="Arial"/>
              </a:defRPr>
            </a:lvl2pPr>
            <a:lvl3pPr algn="ctr">
              <a:defRPr sz="1575">
                <a:solidFill>
                  <a:srgbClr val="171717"/>
                </a:solidFill>
                <a:latin typeface="Arial"/>
                <a:ea typeface="Arial"/>
                <a:cs typeface="Arial"/>
              </a:defRPr>
            </a:lvl3pPr>
            <a:lvl4pPr algn="ctr">
              <a:defRPr sz="1575">
                <a:solidFill>
                  <a:srgbClr val="171717"/>
                </a:solidFill>
                <a:latin typeface="Arial"/>
                <a:ea typeface="Arial"/>
                <a:cs typeface="Arial"/>
              </a:defRPr>
            </a:lvl4pPr>
            <a:lvl5pPr algn="ctr">
              <a:defRPr sz="1575">
                <a:solidFill>
                  <a:srgbClr val="171717"/>
                </a:solidFill>
                <a:latin typeface="Arial"/>
                <a:ea typeface="Arial"/>
                <a:cs typeface="Arial"/>
              </a:defRPr>
            </a:lvl5pPr>
            <a:lvl6pPr algn="ctr">
              <a:defRPr sz="1575">
                <a:solidFill>
                  <a:srgbClr val="171717"/>
                </a:solidFill>
                <a:latin typeface="Arial"/>
                <a:ea typeface="Arial"/>
                <a:cs typeface="Arial"/>
              </a:defRPr>
            </a:lvl6pPr>
            <a:lvl7pPr algn="ctr">
              <a:defRPr sz="1575">
                <a:solidFill>
                  <a:srgbClr val="171717"/>
                </a:solidFill>
                <a:latin typeface="Arial"/>
                <a:ea typeface="Arial"/>
                <a:cs typeface="Arial"/>
              </a:defRPr>
            </a:lvl7pPr>
            <a:lvl8pPr algn="ctr">
              <a:defRPr sz="1575">
                <a:solidFill>
                  <a:srgbClr val="171717"/>
                </a:solidFill>
                <a:latin typeface="Arial"/>
                <a:ea typeface="Arial"/>
                <a:cs typeface="Arial"/>
              </a:defRPr>
            </a:lvl8pPr>
            <a:lvl9pPr algn="ctr">
              <a:defRPr sz="1575">
                <a:solidFill>
                  <a:srgbClr val="171717"/>
                </a:solidFill>
                <a:latin typeface="Arial"/>
                <a:ea typeface="Arial"/>
                <a:cs typeface="Arial"/>
              </a:defRPr>
            </a:lvl9pPr>
          </a:lstStyle>
          <a:p>
            <a:pPr algn="ctr">
              <a:defRPr sz="1575">
                <a:solidFill>
                  <a:srgbClr val="171717"/>
                </a:solidFill>
                <a:latin typeface="Arial"/>
                <a:ea typeface="Arial"/>
                <a:cs typeface="Arial"/>
              </a:defRPr>
            </a:pPr>
            <a:r>
              <a:rPr sz="1575">
                <a:solidFill>
                  <a:srgbClr val="171717"/>
                </a:solidFill>
                <a:latin typeface="Arial"/>
                <a:ea typeface="Arial"/>
                <a:cs typeface="Arial"/>
              </a:rPr>
              <a:t>Storage</a:t>
            </a:r>
          </a:p>
        </p:txBody>
      </p:sp>
      <p:sp>
        <p:nvSpPr>
          <p:cNvPr id="11" name="Rectangle 10">
            <a:extLst>
              <a:ext uri="{FF2B5EF4-FFF2-40B4-BE49-F238E27FC236}">
                <a16:creationId xmlns:a16="http://schemas.microsoft.com/office/drawing/2014/main" id="{7D809919-B7C4-4703-8C2A-CE52134903AB}"/>
              </a:ext>
            </a:extLst>
          </p:cNvPr>
          <p:cNvSpPr>
            <a:spLocks noGrp="1"/>
          </p:cNvSpPr>
          <p:nvPr/>
        </p:nvSpPr>
        <p:spPr>
          <a:xfrm>
            <a:off x="7000875" y="2095500"/>
            <a:ext cx="1590675" cy="2000250"/>
          </a:xfrm>
          <a:prstGeom prst="rect">
            <a:avLst/>
          </a:prstGeom>
          <a:solidFill>
            <a:srgbClr val="FFFFFF"/>
          </a:solidFill>
          <a:ln w="14288">
            <a:solidFill>
              <a:srgbClr val="202C61"/>
            </a:solidFill>
          </a:ln>
        </p:spPr>
        <p:txBody>
          <a:bodyPr wrap="square" lIns="95250" tIns="95250" rIns="95250" bIns="95250" anchor="ctr"/>
          <a:lstStyle>
            <a:defPPr algn="ctr">
              <a:defRPr sz="1425">
                <a:solidFill>
                  <a:srgbClr val="171717"/>
                </a:solidFill>
                <a:latin typeface="Arial"/>
                <a:ea typeface="Arial"/>
                <a:cs typeface="Arial"/>
              </a:defRPr>
            </a:defPPr>
            <a:lvl1pPr algn="ctr">
              <a:defRPr sz="1425">
                <a:solidFill>
                  <a:srgbClr val="171717"/>
                </a:solidFill>
                <a:latin typeface="Arial"/>
                <a:ea typeface="Arial"/>
                <a:cs typeface="Arial"/>
              </a:defRPr>
            </a:lvl1pPr>
            <a:lvl2pPr algn="ctr">
              <a:defRPr sz="1425">
                <a:solidFill>
                  <a:srgbClr val="171717"/>
                </a:solidFill>
                <a:latin typeface="Arial"/>
                <a:ea typeface="Arial"/>
                <a:cs typeface="Arial"/>
              </a:defRPr>
            </a:lvl2pPr>
            <a:lvl3pPr algn="ctr">
              <a:defRPr sz="1425">
                <a:solidFill>
                  <a:srgbClr val="171717"/>
                </a:solidFill>
                <a:latin typeface="Arial"/>
                <a:ea typeface="Arial"/>
                <a:cs typeface="Arial"/>
              </a:defRPr>
            </a:lvl3pPr>
            <a:lvl4pPr algn="ctr">
              <a:defRPr sz="1425">
                <a:solidFill>
                  <a:srgbClr val="171717"/>
                </a:solidFill>
                <a:latin typeface="Arial"/>
                <a:ea typeface="Arial"/>
                <a:cs typeface="Arial"/>
              </a:defRPr>
            </a:lvl4pPr>
            <a:lvl5pPr algn="ctr">
              <a:defRPr sz="1425">
                <a:solidFill>
                  <a:srgbClr val="171717"/>
                </a:solidFill>
                <a:latin typeface="Arial"/>
                <a:ea typeface="Arial"/>
                <a:cs typeface="Arial"/>
              </a:defRPr>
            </a:lvl5pPr>
            <a:lvl6pPr algn="ctr">
              <a:defRPr sz="1425">
                <a:solidFill>
                  <a:srgbClr val="171717"/>
                </a:solidFill>
                <a:latin typeface="Arial"/>
                <a:ea typeface="Arial"/>
                <a:cs typeface="Arial"/>
              </a:defRPr>
            </a:lvl6pPr>
            <a:lvl7pPr algn="ctr">
              <a:defRPr sz="1425">
                <a:solidFill>
                  <a:srgbClr val="171717"/>
                </a:solidFill>
                <a:latin typeface="Arial"/>
                <a:ea typeface="Arial"/>
                <a:cs typeface="Arial"/>
              </a:defRPr>
            </a:lvl7pPr>
            <a:lvl8pPr algn="ctr">
              <a:defRPr sz="1425">
                <a:solidFill>
                  <a:srgbClr val="171717"/>
                </a:solidFill>
                <a:latin typeface="Arial"/>
                <a:ea typeface="Arial"/>
                <a:cs typeface="Arial"/>
              </a:defRPr>
            </a:lvl8pPr>
            <a:lvl9pPr algn="ctr">
              <a:defRPr sz="1425">
                <a:solidFill>
                  <a:srgbClr val="171717"/>
                </a:solidFill>
                <a:latin typeface="Arial"/>
                <a:ea typeface="Arial"/>
                <a:cs typeface="Arial"/>
              </a:defRPr>
            </a:lvl9pPr>
          </a:lstStyle>
          <a:p>
            <a:pPr algn="ctr">
              <a:defRPr sz="1425">
                <a:solidFill>
                  <a:srgbClr val="171717"/>
                </a:solidFill>
                <a:latin typeface="Arial"/>
                <a:ea typeface="Arial"/>
                <a:cs typeface="Arial"/>
              </a:defRPr>
            </a:pPr>
            <a:r>
              <a:rPr sz="1425">
                <a:solidFill>
                  <a:srgbClr val="171717"/>
                </a:solidFill>
                <a:latin typeface="Arial"/>
                <a:ea typeface="Arial"/>
                <a:cs typeface="Arial"/>
              </a:rPr>
              <a:t>PostgreSQL</a:t>
            </a:r>
          </a:p>
          <a:p>
            <a:endParaRPr sz="1425">
              <a:solidFill>
                <a:srgbClr val="171717"/>
              </a:solidFill>
              <a:latin typeface="Arial"/>
              <a:ea typeface="Arial"/>
              <a:cs typeface="Arial"/>
            </a:endParaRPr>
          </a:p>
          <a:p>
            <a:pPr algn="ctr">
              <a:defRPr sz="1425">
                <a:solidFill>
                  <a:srgbClr val="171717"/>
                </a:solidFill>
                <a:latin typeface="Arial"/>
                <a:ea typeface="Arial"/>
                <a:cs typeface="Arial"/>
              </a:defRPr>
            </a:pPr>
            <a:r>
              <a:rPr sz="1425">
                <a:solidFill>
                  <a:srgbClr val="171717"/>
                </a:solidFill>
                <a:latin typeface="Arial"/>
                <a:ea typeface="Arial"/>
                <a:cs typeface="Arial"/>
              </a:rPr>
              <a:t>RLS + validation</a:t>
            </a:r>
          </a:p>
          <a:p>
            <a:pPr algn="ctr">
              <a:defRPr sz="1425">
                <a:solidFill>
                  <a:srgbClr val="171717"/>
                </a:solidFill>
                <a:latin typeface="Arial"/>
                <a:ea typeface="Arial"/>
                <a:cs typeface="Arial"/>
              </a:defRPr>
            </a:pPr>
            <a:r>
              <a:rPr sz="1425">
                <a:solidFill>
                  <a:srgbClr val="171717"/>
                </a:solidFill>
                <a:latin typeface="Arial"/>
                <a:ea typeface="Arial"/>
                <a:cs typeface="Arial"/>
              </a:rPr>
              <a:t>Stock triggers</a:t>
            </a:r>
          </a:p>
          <a:p>
            <a:pPr algn="ctr">
              <a:defRPr sz="1425">
                <a:solidFill>
                  <a:srgbClr val="171717"/>
                </a:solidFill>
                <a:latin typeface="Arial"/>
                <a:ea typeface="Arial"/>
                <a:cs typeface="Arial"/>
              </a:defRPr>
            </a:pPr>
            <a:r>
              <a:rPr sz="1425">
                <a:solidFill>
                  <a:srgbClr val="171717"/>
                </a:solidFill>
                <a:latin typeface="Arial"/>
                <a:ea typeface="Arial"/>
                <a:cs typeface="Arial"/>
              </a:rPr>
              <a:t>Business records</a:t>
            </a:r>
          </a:p>
        </p:txBody>
      </p:sp>
      <p:sp>
        <p:nvSpPr>
          <p:cNvPr id="20" name="current-content-102">
            <a:extLst>
              <a:ext uri="{FF2B5EF4-FFF2-40B4-BE49-F238E27FC236}">
                <a16:creationId xmlns:a16="http://schemas.microsoft.com/office/drawing/2014/main" id="{CA416DC8-16C6-4850-8490-33E394D9D0F5}"/>
              </a:ext>
            </a:extLst>
          </p:cNvPr>
          <p:cNvSpPr>
            <a:spLocks noGrp="1"/>
          </p:cNvSpPr>
          <p:nvPr/>
        </p:nvSpPr>
        <p:spPr>
          <a:xfrm>
            <a:off x="533400" y="4495800"/>
            <a:ext cx="8058150" cy="209550"/>
          </a:xfrm>
          <a:prstGeom prst="rect">
            <a:avLst/>
          </a:prstGeom>
          <a:noFill/>
          <a:ln w="0">
            <a:noFill/>
          </a:ln>
        </p:spPr>
        <p:txBody>
          <a:bodyPr wrap="square" lIns="0" tIns="0" rIns="0" bIns="0" anchor="t">
            <a:noAutofit/>
          </a:bodyPr>
          <a:lstStyle>
            <a:defPPr algn="l">
              <a:defRPr sz="1275" b="0">
                <a:solidFill>
                  <a:srgbClr val="595959"/>
                </a:solidFill>
                <a:latin typeface="Arial"/>
                <a:ea typeface="Arial"/>
                <a:cs typeface="Arial"/>
              </a:defRPr>
            </a:defPPr>
            <a:lvl1pPr algn="l">
              <a:defRPr sz="1275" b="0">
                <a:solidFill>
                  <a:srgbClr val="595959"/>
                </a:solidFill>
                <a:latin typeface="Arial"/>
                <a:ea typeface="Arial"/>
                <a:cs typeface="Arial"/>
              </a:defRPr>
            </a:lvl1pPr>
            <a:lvl2pPr algn="l">
              <a:defRPr sz="1275" b="0">
                <a:solidFill>
                  <a:srgbClr val="595959"/>
                </a:solidFill>
                <a:latin typeface="Arial"/>
                <a:ea typeface="Arial"/>
                <a:cs typeface="Arial"/>
              </a:defRPr>
            </a:lvl2pPr>
            <a:lvl3pPr algn="l">
              <a:defRPr sz="1275" b="0">
                <a:solidFill>
                  <a:srgbClr val="595959"/>
                </a:solidFill>
                <a:latin typeface="Arial"/>
                <a:ea typeface="Arial"/>
                <a:cs typeface="Arial"/>
              </a:defRPr>
            </a:lvl3pPr>
            <a:lvl4pPr algn="l">
              <a:defRPr sz="1275" b="0">
                <a:solidFill>
                  <a:srgbClr val="595959"/>
                </a:solidFill>
                <a:latin typeface="Arial"/>
                <a:ea typeface="Arial"/>
                <a:cs typeface="Arial"/>
              </a:defRPr>
            </a:lvl4pPr>
            <a:lvl5pPr algn="l">
              <a:defRPr sz="1275" b="0">
                <a:solidFill>
                  <a:srgbClr val="595959"/>
                </a:solidFill>
                <a:latin typeface="Arial"/>
                <a:ea typeface="Arial"/>
                <a:cs typeface="Arial"/>
              </a:defRPr>
            </a:lvl5pPr>
            <a:lvl6pPr algn="l">
              <a:defRPr sz="1275" b="0">
                <a:solidFill>
                  <a:srgbClr val="595959"/>
                </a:solidFill>
                <a:latin typeface="Arial"/>
                <a:ea typeface="Arial"/>
                <a:cs typeface="Arial"/>
              </a:defRPr>
            </a:lvl6pPr>
            <a:lvl7pPr algn="l">
              <a:defRPr sz="1275" b="0">
                <a:solidFill>
                  <a:srgbClr val="595959"/>
                </a:solidFill>
                <a:latin typeface="Arial"/>
                <a:ea typeface="Arial"/>
                <a:cs typeface="Arial"/>
              </a:defRPr>
            </a:lvl7pPr>
            <a:lvl8pPr algn="l">
              <a:defRPr sz="1275" b="0">
                <a:solidFill>
                  <a:srgbClr val="595959"/>
                </a:solidFill>
                <a:latin typeface="Arial"/>
                <a:ea typeface="Arial"/>
                <a:cs typeface="Arial"/>
              </a:defRPr>
            </a:lvl8pPr>
            <a:lvl9pPr algn="l">
              <a:defRPr sz="1275" b="0">
                <a:solidFill>
                  <a:srgbClr val="595959"/>
                </a:solidFill>
                <a:latin typeface="Arial"/>
                <a:ea typeface="Arial"/>
                <a:cs typeface="Arial"/>
              </a:defRPr>
            </a:lvl9pPr>
          </a:lstStyle>
          <a:p>
            <a:pPr algn="l">
              <a:defRPr sz="1275" b="0">
                <a:solidFill>
                  <a:srgbClr val="595959"/>
                </a:solidFill>
                <a:latin typeface="Arial"/>
                <a:ea typeface="Arial"/>
                <a:cs typeface="Arial"/>
              </a:defRPr>
            </a:pPr>
            <a:r>
              <a:rPr sz="1275" b="0">
                <a:solidFill>
                  <a:srgbClr val="595959"/>
                </a:solidFill>
                <a:latin typeface="Arial"/>
                <a:ea typeface="Arial"/>
                <a:cs typeface="Arial"/>
              </a:rPr>
              <a:t>Vercel SPA routing configured. Live deployment and applied migrations require verification.</a:t>
            </a:r>
          </a:p>
        </p:txBody>
      </p:sp>
      <p:cxnSp>
        <p:nvCxnSpPr>
          <p:cNvPr id="6" name="Straight Arrow Connector 5">
            <a:extLst>
              <a:ext uri="{FF2B5EF4-FFF2-40B4-BE49-F238E27FC236}">
                <a16:creationId xmlns:a16="http://schemas.microsoft.com/office/drawing/2014/main" id="{99173E6A-FB34-41DB-97EC-F40C326252E8}"/>
              </a:ext>
            </a:extLst>
          </p:cNvPr>
          <p:cNvCxnSpPr>
            <a:stCxn id="4" idx="2"/>
            <a:endCxn id="5" idx="0"/>
          </p:cNvCxnSpPr>
          <p:nvPr/>
        </p:nvCxnSpPr>
        <p:spPr>
          <a:xfrm>
            <a:off x="2009775" y="2476500"/>
            <a:ext cx="0" cy="904875"/>
          </a:xfrm>
          <a:prstGeom prst="straightConnector1">
            <a:avLst/>
          </a:prstGeom>
          <a:ln w="19050">
            <a:solidFill>
              <a:srgbClr val="0070C0"/>
            </a:solidFill>
            <a:headEnd type="triangle" w="med" len="med"/>
            <a:tailEnd type="triangle" w="med" len="med"/>
          </a:ln>
        </p:spPr>
      </p:cxnSp>
      <p:cxnSp>
        <p:nvCxnSpPr>
          <p:cNvPr id="12" name="Straight Arrow Connector 11">
            <a:extLst>
              <a:ext uri="{FF2B5EF4-FFF2-40B4-BE49-F238E27FC236}">
                <a16:creationId xmlns:a16="http://schemas.microsoft.com/office/drawing/2014/main" id="{C25A7183-E851-4264-958F-90EA4ACBA8DF}"/>
              </a:ext>
            </a:extLst>
          </p:cNvPr>
          <p:cNvCxnSpPr/>
          <p:nvPr/>
        </p:nvCxnSpPr>
        <p:spPr>
          <a:xfrm>
            <a:off x="3486150" y="1933575"/>
            <a:ext cx="457200" cy="0"/>
          </a:xfrm>
          <a:prstGeom prst="straightConnector1">
            <a:avLst/>
          </a:prstGeom>
          <a:ln w="19050">
            <a:solidFill>
              <a:srgbClr val="0070C0"/>
            </a:solidFill>
            <a:headEnd type="triangle" w="med" len="med"/>
          </a:ln>
        </p:spPr>
      </p:cxnSp>
      <p:cxnSp>
        <p:nvCxnSpPr>
          <p:cNvPr id="13" name="Straight Arrow Connector 12">
            <a:extLst>
              <a:ext uri="{FF2B5EF4-FFF2-40B4-BE49-F238E27FC236}">
                <a16:creationId xmlns:a16="http://schemas.microsoft.com/office/drawing/2014/main" id="{FC58FE69-3C5F-4B78-9991-9197E7FE4DEC}"/>
              </a:ext>
            </a:extLst>
          </p:cNvPr>
          <p:cNvCxnSpPr/>
          <p:nvPr/>
        </p:nvCxnSpPr>
        <p:spPr>
          <a:xfrm>
            <a:off x="3943350" y="1590675"/>
            <a:ext cx="0" cy="2571750"/>
          </a:xfrm>
          <a:prstGeom prst="straightConnector1">
            <a:avLst/>
          </a:prstGeom>
          <a:ln w="19050">
            <a:solidFill>
              <a:srgbClr val="0070C0"/>
            </a:solidFill>
          </a:ln>
        </p:spPr>
      </p:cxnSp>
      <p:cxnSp>
        <p:nvCxnSpPr>
          <p:cNvPr id="14" name="Straight Arrow Connector 13">
            <a:extLst>
              <a:ext uri="{FF2B5EF4-FFF2-40B4-BE49-F238E27FC236}">
                <a16:creationId xmlns:a16="http://schemas.microsoft.com/office/drawing/2014/main" id="{A1DE329C-0A45-47AC-8D83-9467A8DB9D34}"/>
              </a:ext>
            </a:extLst>
          </p:cNvPr>
          <p:cNvCxnSpPr/>
          <p:nvPr/>
        </p:nvCxnSpPr>
        <p:spPr>
          <a:xfrm>
            <a:off x="3943350" y="1590675"/>
            <a:ext cx="514350" cy="0"/>
          </a:xfrm>
          <a:prstGeom prst="straightConnector1">
            <a:avLst/>
          </a:prstGeom>
          <a:ln w="19050">
            <a:solidFill>
              <a:srgbClr val="0070C0"/>
            </a:solidFill>
            <a:tailEnd type="triangle" w="med" len="med"/>
          </a:ln>
        </p:spPr>
      </p:cxnSp>
      <p:cxnSp>
        <p:nvCxnSpPr>
          <p:cNvPr id="15" name="Straight Arrow Connector 14">
            <a:extLst>
              <a:ext uri="{FF2B5EF4-FFF2-40B4-BE49-F238E27FC236}">
                <a16:creationId xmlns:a16="http://schemas.microsoft.com/office/drawing/2014/main" id="{88BE53D6-C32C-409F-8C02-CFD92204F499}"/>
              </a:ext>
            </a:extLst>
          </p:cNvPr>
          <p:cNvCxnSpPr/>
          <p:nvPr/>
        </p:nvCxnSpPr>
        <p:spPr>
          <a:xfrm>
            <a:off x="3943350" y="2447925"/>
            <a:ext cx="514350" cy="0"/>
          </a:xfrm>
          <a:prstGeom prst="straightConnector1">
            <a:avLst/>
          </a:prstGeom>
          <a:ln w="19050">
            <a:solidFill>
              <a:srgbClr val="0070C0"/>
            </a:solidFill>
            <a:tailEnd type="triangle" w="med" len="med"/>
          </a:ln>
        </p:spPr>
      </p:cxnSp>
      <p:cxnSp>
        <p:nvCxnSpPr>
          <p:cNvPr id="16" name="Straight Arrow Connector 15">
            <a:extLst>
              <a:ext uri="{FF2B5EF4-FFF2-40B4-BE49-F238E27FC236}">
                <a16:creationId xmlns:a16="http://schemas.microsoft.com/office/drawing/2014/main" id="{2E97C649-1061-44B7-B8E6-0D1DC48BD706}"/>
              </a:ext>
            </a:extLst>
          </p:cNvPr>
          <p:cNvCxnSpPr/>
          <p:nvPr/>
        </p:nvCxnSpPr>
        <p:spPr>
          <a:xfrm>
            <a:off x="3943350" y="3305175"/>
            <a:ext cx="514350" cy="0"/>
          </a:xfrm>
          <a:prstGeom prst="straightConnector1">
            <a:avLst/>
          </a:prstGeom>
          <a:ln w="19050">
            <a:solidFill>
              <a:srgbClr val="0070C0"/>
            </a:solidFill>
            <a:tailEnd type="triangle" w="med" len="med"/>
          </a:ln>
        </p:spPr>
      </p:cxnSp>
      <p:cxnSp>
        <p:nvCxnSpPr>
          <p:cNvPr id="17" name="Straight Arrow Connector 16">
            <a:extLst>
              <a:ext uri="{FF2B5EF4-FFF2-40B4-BE49-F238E27FC236}">
                <a16:creationId xmlns:a16="http://schemas.microsoft.com/office/drawing/2014/main" id="{300825F7-0328-4DC6-A728-7653A710EE7E}"/>
              </a:ext>
            </a:extLst>
          </p:cNvPr>
          <p:cNvCxnSpPr/>
          <p:nvPr/>
        </p:nvCxnSpPr>
        <p:spPr>
          <a:xfrm>
            <a:off x="3943350" y="4162425"/>
            <a:ext cx="514350" cy="0"/>
          </a:xfrm>
          <a:prstGeom prst="straightConnector1">
            <a:avLst/>
          </a:prstGeom>
          <a:ln w="19050">
            <a:solidFill>
              <a:srgbClr val="0070C0"/>
            </a:solidFill>
            <a:tailEnd type="triangle" w="med" len="med"/>
          </a:ln>
        </p:spPr>
      </p:cxnSp>
      <p:cxnSp>
        <p:nvCxnSpPr>
          <p:cNvPr id="18" name="Straight Arrow Connector 17">
            <a:extLst>
              <a:ext uri="{FF2B5EF4-FFF2-40B4-BE49-F238E27FC236}">
                <a16:creationId xmlns:a16="http://schemas.microsoft.com/office/drawing/2014/main" id="{12D7C6BB-9055-4AB9-A7B4-30645CF387F9}"/>
              </a:ext>
            </a:extLst>
          </p:cNvPr>
          <p:cNvCxnSpPr/>
          <p:nvPr/>
        </p:nvCxnSpPr>
        <p:spPr>
          <a:xfrm>
            <a:off x="6505575" y="2447925"/>
            <a:ext cx="495300" cy="0"/>
          </a:xfrm>
          <a:prstGeom prst="straightConnector1">
            <a:avLst/>
          </a:prstGeom>
          <a:ln w="19050">
            <a:solidFill>
              <a:srgbClr val="0070C0"/>
            </a:solidFill>
            <a:headEnd type="triangle" w="med" len="med"/>
            <a:tailEnd type="triangle" w="med" len="med"/>
          </a:ln>
        </p:spPr>
      </p:cxnSp>
      <p:cxnSp>
        <p:nvCxnSpPr>
          <p:cNvPr id="19" name="Straight Arrow Connector 18">
            <a:extLst>
              <a:ext uri="{FF2B5EF4-FFF2-40B4-BE49-F238E27FC236}">
                <a16:creationId xmlns:a16="http://schemas.microsoft.com/office/drawing/2014/main" id="{182C2DF6-16D5-4E41-AEB5-E732BFE0FFB8}"/>
              </a:ext>
            </a:extLst>
          </p:cNvPr>
          <p:cNvCxnSpPr/>
          <p:nvPr/>
        </p:nvCxnSpPr>
        <p:spPr>
          <a:xfrm>
            <a:off x="6505575" y="3305175"/>
            <a:ext cx="495300" cy="0"/>
          </a:xfrm>
          <a:prstGeom prst="straightConnector1">
            <a:avLst/>
          </a:prstGeom>
          <a:ln w="19050">
            <a:solidFill>
              <a:srgbClr val="0070C0"/>
            </a:solidFill>
            <a:headEnd type="triangle" w="med" len="med"/>
            <a:tailEnd type="triangle" w="med" len="med"/>
          </a:ln>
        </p:spPr>
      </p:cxnSp>
    </p:spTree>
    <p:extLst>
      <p:ext uri="{BB962C8B-B14F-4D97-AF65-F5344CB8AC3E}">
        <p14:creationId xmlns:p14="http://schemas.microsoft.com/office/powerpoint/2010/main" val="4457523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Picture 23">
            <a:extLst>
              <a:ext uri="{FF2B5EF4-FFF2-40B4-BE49-F238E27FC236}">
                <a16:creationId xmlns:a16="http://schemas.microsoft.com/office/drawing/2014/main" id="{701F1ED6-E0DF-4F2D-B642-6D4E6166DB18}"/>
              </a:ext>
            </a:extLst>
          </p:cNvPr>
          <p:cNvPicPr>
            <a:picLocks noChangeAspect="1"/>
          </p:cNvPicPr>
          <p:nvPr/>
        </p:nvPicPr>
        <p:blipFill>
          <a:blip r:embed="rId3"/>
          <a:stretch/>
        </p:blipFill>
        <p:spPr>
          <a:xfrm>
            <a:off x="6572250" y="260789"/>
            <a:ext cx="2238375" cy="716673"/>
          </a:xfrm>
          <a:prstGeom prst="rect">
            <a:avLst/>
          </a:prstGeom>
        </p:spPr>
      </p:pic>
      <p:sp>
        <p:nvSpPr>
          <p:cNvPr id="2" name="current-content-24">
            <a:extLst>
              <a:ext uri="{FF2B5EF4-FFF2-40B4-BE49-F238E27FC236}">
                <a16:creationId xmlns:a16="http://schemas.microsoft.com/office/drawing/2014/main" id="{1D8FE253-7413-4F51-9C24-549B80145B5D}"/>
              </a:ext>
            </a:extLst>
          </p:cNvPr>
          <p:cNvSpPr>
            <a:spLocks noGrp="1"/>
          </p:cNvSpPr>
          <p:nvPr/>
        </p:nvSpPr>
        <p:spPr>
          <a:xfrm>
            <a:off x="533400" y="457200"/>
            <a:ext cx="5762625" cy="552450"/>
          </a:xfrm>
          <a:prstGeom prst="rect">
            <a:avLst/>
          </a:prstGeom>
          <a:noFill/>
          <a:ln w="0">
            <a:noFill/>
          </a:ln>
        </p:spPr>
        <p:txBody>
          <a:bodyPr wrap="square" lIns="0" tIns="0" rIns="0" bIns="0" anchor="t">
            <a:noAutofit/>
          </a:bodyPr>
          <a:lstStyle>
            <a:defPPr algn="l">
              <a:defRPr sz="2520" b="1">
                <a:solidFill>
                  <a:srgbClr val="0070C0"/>
                </a:solidFill>
                <a:latin typeface="Raleway"/>
                <a:ea typeface="Raleway"/>
                <a:cs typeface="Raleway"/>
              </a:defRPr>
            </a:defPPr>
            <a:lvl1pPr algn="l">
              <a:defRPr sz="2520" b="1">
                <a:solidFill>
                  <a:srgbClr val="0070C0"/>
                </a:solidFill>
                <a:latin typeface="Raleway"/>
                <a:ea typeface="Raleway"/>
                <a:cs typeface="Raleway"/>
              </a:defRPr>
            </a:lvl1pPr>
            <a:lvl2pPr algn="l">
              <a:defRPr sz="2520" b="1">
                <a:solidFill>
                  <a:srgbClr val="0070C0"/>
                </a:solidFill>
                <a:latin typeface="Raleway"/>
                <a:ea typeface="Raleway"/>
                <a:cs typeface="Raleway"/>
              </a:defRPr>
            </a:lvl2pPr>
            <a:lvl3pPr algn="l">
              <a:defRPr sz="2520" b="1">
                <a:solidFill>
                  <a:srgbClr val="0070C0"/>
                </a:solidFill>
                <a:latin typeface="Raleway"/>
                <a:ea typeface="Raleway"/>
                <a:cs typeface="Raleway"/>
              </a:defRPr>
            </a:lvl3pPr>
            <a:lvl4pPr algn="l">
              <a:defRPr sz="2520" b="1">
                <a:solidFill>
                  <a:srgbClr val="0070C0"/>
                </a:solidFill>
                <a:latin typeface="Raleway"/>
                <a:ea typeface="Raleway"/>
                <a:cs typeface="Raleway"/>
              </a:defRPr>
            </a:lvl4pPr>
            <a:lvl5pPr algn="l">
              <a:defRPr sz="2520" b="1">
                <a:solidFill>
                  <a:srgbClr val="0070C0"/>
                </a:solidFill>
                <a:latin typeface="Raleway"/>
                <a:ea typeface="Raleway"/>
                <a:cs typeface="Raleway"/>
              </a:defRPr>
            </a:lvl5pPr>
            <a:lvl6pPr algn="l">
              <a:defRPr sz="2520" b="1">
                <a:solidFill>
                  <a:srgbClr val="0070C0"/>
                </a:solidFill>
                <a:latin typeface="Raleway"/>
                <a:ea typeface="Raleway"/>
                <a:cs typeface="Raleway"/>
              </a:defRPr>
            </a:lvl6pPr>
            <a:lvl7pPr algn="l">
              <a:defRPr sz="2520" b="1">
                <a:solidFill>
                  <a:srgbClr val="0070C0"/>
                </a:solidFill>
                <a:latin typeface="Raleway"/>
                <a:ea typeface="Raleway"/>
                <a:cs typeface="Raleway"/>
              </a:defRPr>
            </a:lvl7pPr>
            <a:lvl8pPr algn="l">
              <a:defRPr sz="2520" b="1">
                <a:solidFill>
                  <a:srgbClr val="0070C0"/>
                </a:solidFill>
                <a:latin typeface="Raleway"/>
                <a:ea typeface="Raleway"/>
                <a:cs typeface="Raleway"/>
              </a:defRPr>
            </a:lvl8pPr>
            <a:lvl9pPr algn="l">
              <a:defRPr sz="2520" b="1">
                <a:solidFill>
                  <a:srgbClr val="0070C0"/>
                </a:solidFill>
                <a:latin typeface="Raleway"/>
                <a:ea typeface="Raleway"/>
                <a:cs typeface="Raleway"/>
              </a:defRPr>
            </a:lvl9pPr>
          </a:lstStyle>
          <a:p>
            <a:pPr algn="l">
              <a:defRPr sz="2520" b="1">
                <a:solidFill>
                  <a:srgbClr val="0070C0"/>
                </a:solidFill>
                <a:latin typeface="Raleway"/>
                <a:ea typeface="Raleway"/>
                <a:cs typeface="Raleway"/>
              </a:defRPr>
            </a:pPr>
            <a:r>
              <a:rPr sz="2520" b="1">
                <a:solidFill>
                  <a:srgbClr val="0070C0"/>
                </a:solidFill>
                <a:latin typeface="Raleway"/>
                <a:ea typeface="Raleway"/>
                <a:cs typeface="Raleway"/>
              </a:rPr>
              <a:t>Database design</a:t>
            </a:r>
          </a:p>
        </p:txBody>
      </p:sp>
      <p:sp>
        <p:nvSpPr>
          <p:cNvPr id="4" name="Rectangle 3">
            <a:extLst>
              <a:ext uri="{FF2B5EF4-FFF2-40B4-BE49-F238E27FC236}">
                <a16:creationId xmlns:a16="http://schemas.microsoft.com/office/drawing/2014/main" id="{F72742E5-A2A7-40B7-A177-9E9C5A1A97BA}"/>
              </a:ext>
            </a:extLst>
          </p:cNvPr>
          <p:cNvSpPr>
            <a:spLocks noGrp="1"/>
          </p:cNvSpPr>
          <p:nvPr/>
        </p:nvSpPr>
        <p:spPr>
          <a:xfrm>
            <a:off x="533400" y="1524000"/>
            <a:ext cx="2190750" cy="714375"/>
          </a:xfrm>
          <a:prstGeom prst="rect">
            <a:avLst/>
          </a:prstGeom>
          <a:solidFill>
            <a:srgbClr val="FFFFFF"/>
          </a:solidFill>
          <a:ln w="14288">
            <a:solidFill>
              <a:srgbClr val="202C61"/>
            </a:solidFill>
          </a:ln>
        </p:spPr>
        <p:txBody>
          <a:bodyPr wrap="square" lIns="95250" tIns="95250" rIns="95250" bIns="95250" anchor="ctr"/>
          <a:lstStyle>
            <a:defPPr algn="ctr">
              <a:defRPr sz="1725">
                <a:solidFill>
                  <a:srgbClr val="171717"/>
                </a:solidFill>
                <a:latin typeface="Arial"/>
                <a:ea typeface="Arial"/>
                <a:cs typeface="Arial"/>
              </a:defRPr>
            </a:defPPr>
            <a:lvl1pPr algn="ctr">
              <a:defRPr sz="1725">
                <a:solidFill>
                  <a:srgbClr val="171717"/>
                </a:solidFill>
                <a:latin typeface="Arial"/>
                <a:ea typeface="Arial"/>
                <a:cs typeface="Arial"/>
              </a:defRPr>
            </a:lvl1pPr>
            <a:lvl2pPr algn="ctr">
              <a:defRPr sz="1725">
                <a:solidFill>
                  <a:srgbClr val="171717"/>
                </a:solidFill>
                <a:latin typeface="Arial"/>
                <a:ea typeface="Arial"/>
                <a:cs typeface="Arial"/>
              </a:defRPr>
            </a:lvl2pPr>
            <a:lvl3pPr algn="ctr">
              <a:defRPr sz="1725">
                <a:solidFill>
                  <a:srgbClr val="171717"/>
                </a:solidFill>
                <a:latin typeface="Arial"/>
                <a:ea typeface="Arial"/>
                <a:cs typeface="Arial"/>
              </a:defRPr>
            </a:lvl3pPr>
            <a:lvl4pPr algn="ctr">
              <a:defRPr sz="1725">
                <a:solidFill>
                  <a:srgbClr val="171717"/>
                </a:solidFill>
                <a:latin typeface="Arial"/>
                <a:ea typeface="Arial"/>
                <a:cs typeface="Arial"/>
              </a:defRPr>
            </a:lvl4pPr>
            <a:lvl5pPr algn="ctr">
              <a:defRPr sz="1725">
                <a:solidFill>
                  <a:srgbClr val="171717"/>
                </a:solidFill>
                <a:latin typeface="Arial"/>
                <a:ea typeface="Arial"/>
                <a:cs typeface="Arial"/>
              </a:defRPr>
            </a:lvl5pPr>
            <a:lvl6pPr algn="ctr">
              <a:defRPr sz="1725">
                <a:solidFill>
                  <a:srgbClr val="171717"/>
                </a:solidFill>
                <a:latin typeface="Arial"/>
                <a:ea typeface="Arial"/>
                <a:cs typeface="Arial"/>
              </a:defRPr>
            </a:lvl6pPr>
            <a:lvl7pPr algn="ctr">
              <a:defRPr sz="1725">
                <a:solidFill>
                  <a:srgbClr val="171717"/>
                </a:solidFill>
                <a:latin typeface="Arial"/>
                <a:ea typeface="Arial"/>
                <a:cs typeface="Arial"/>
              </a:defRPr>
            </a:lvl7pPr>
            <a:lvl8pPr algn="ctr">
              <a:defRPr sz="1725">
                <a:solidFill>
                  <a:srgbClr val="171717"/>
                </a:solidFill>
                <a:latin typeface="Arial"/>
                <a:ea typeface="Arial"/>
                <a:cs typeface="Arial"/>
              </a:defRPr>
            </a:lvl8pPr>
            <a:lvl9pPr algn="ctr">
              <a:defRPr sz="1725">
                <a:solidFill>
                  <a:srgbClr val="171717"/>
                </a:solidFill>
                <a:latin typeface="Arial"/>
                <a:ea typeface="Arial"/>
                <a:cs typeface="Arial"/>
              </a:defRPr>
            </a:lvl9pPr>
          </a:lstStyle>
          <a:p>
            <a:pPr algn="ctr">
              <a:defRPr sz="1725">
                <a:solidFill>
                  <a:srgbClr val="171717"/>
                </a:solidFill>
                <a:latin typeface="Arial"/>
                <a:ea typeface="Arial"/>
                <a:cs typeface="Arial"/>
              </a:defRPr>
            </a:pPr>
            <a:r>
              <a:rPr sz="1725">
                <a:solidFill>
                  <a:srgbClr val="171717"/>
                </a:solidFill>
                <a:latin typeface="Arial"/>
                <a:ea typeface="Arial"/>
                <a:cs typeface="Arial"/>
              </a:rPr>
              <a:t>products</a:t>
            </a:r>
          </a:p>
          <a:p>
            <a:pPr algn="ctr">
              <a:defRPr sz="1725">
                <a:solidFill>
                  <a:srgbClr val="171717"/>
                </a:solidFill>
                <a:latin typeface="Arial"/>
                <a:ea typeface="Arial"/>
                <a:cs typeface="Arial"/>
              </a:defRPr>
            </a:pPr>
            <a:r>
              <a:rPr sz="1725">
                <a:solidFill>
                  <a:srgbClr val="171717"/>
                </a:solidFill>
                <a:latin typeface="Arial"/>
                <a:ea typeface="Arial"/>
                <a:cs typeface="Arial"/>
              </a:rPr>
              <a:t>current_stock</a:t>
            </a:r>
          </a:p>
        </p:txBody>
      </p:sp>
      <p:sp>
        <p:nvSpPr>
          <p:cNvPr id="5" name="Rectangle 4">
            <a:extLst>
              <a:ext uri="{FF2B5EF4-FFF2-40B4-BE49-F238E27FC236}">
                <a16:creationId xmlns:a16="http://schemas.microsoft.com/office/drawing/2014/main" id="{8BB27A59-1D7F-496F-88D2-12A184E6E23B}"/>
              </a:ext>
            </a:extLst>
          </p:cNvPr>
          <p:cNvSpPr>
            <a:spLocks noGrp="1"/>
          </p:cNvSpPr>
          <p:nvPr/>
        </p:nvSpPr>
        <p:spPr>
          <a:xfrm>
            <a:off x="3524250" y="1524000"/>
            <a:ext cx="2714625" cy="714375"/>
          </a:xfrm>
          <a:prstGeom prst="rect">
            <a:avLst/>
          </a:prstGeom>
          <a:solidFill>
            <a:srgbClr val="FFFFFF"/>
          </a:solidFill>
          <a:ln w="14288">
            <a:solidFill>
              <a:srgbClr val="202C61"/>
            </a:solidFill>
          </a:ln>
        </p:spPr>
        <p:txBody>
          <a:bodyPr wrap="square" lIns="95250" tIns="95250" rIns="95250" bIns="95250" anchor="ctr"/>
          <a:lstStyle>
            <a:defPPr algn="ctr">
              <a:defRPr sz="1500">
                <a:solidFill>
                  <a:srgbClr val="171717"/>
                </a:solidFill>
                <a:latin typeface="Arial"/>
                <a:ea typeface="Arial"/>
                <a:cs typeface="Arial"/>
              </a:defRPr>
            </a:defPPr>
            <a:lvl1pPr algn="ctr">
              <a:defRPr sz="1500">
                <a:solidFill>
                  <a:srgbClr val="171717"/>
                </a:solidFill>
                <a:latin typeface="Arial"/>
                <a:ea typeface="Arial"/>
                <a:cs typeface="Arial"/>
              </a:defRPr>
            </a:lvl1pPr>
            <a:lvl2pPr algn="ctr">
              <a:defRPr sz="1500">
                <a:solidFill>
                  <a:srgbClr val="171717"/>
                </a:solidFill>
                <a:latin typeface="Arial"/>
                <a:ea typeface="Arial"/>
                <a:cs typeface="Arial"/>
              </a:defRPr>
            </a:lvl2pPr>
            <a:lvl3pPr algn="ctr">
              <a:defRPr sz="1500">
                <a:solidFill>
                  <a:srgbClr val="171717"/>
                </a:solidFill>
                <a:latin typeface="Arial"/>
                <a:ea typeface="Arial"/>
                <a:cs typeface="Arial"/>
              </a:defRPr>
            </a:lvl3pPr>
            <a:lvl4pPr algn="ctr">
              <a:defRPr sz="1500">
                <a:solidFill>
                  <a:srgbClr val="171717"/>
                </a:solidFill>
                <a:latin typeface="Arial"/>
                <a:ea typeface="Arial"/>
                <a:cs typeface="Arial"/>
              </a:defRPr>
            </a:lvl4pPr>
            <a:lvl5pPr algn="ctr">
              <a:defRPr sz="1500">
                <a:solidFill>
                  <a:srgbClr val="171717"/>
                </a:solidFill>
                <a:latin typeface="Arial"/>
                <a:ea typeface="Arial"/>
                <a:cs typeface="Arial"/>
              </a:defRPr>
            </a:lvl5pPr>
            <a:lvl6pPr algn="ctr">
              <a:defRPr sz="1500">
                <a:solidFill>
                  <a:srgbClr val="171717"/>
                </a:solidFill>
                <a:latin typeface="Arial"/>
                <a:ea typeface="Arial"/>
                <a:cs typeface="Arial"/>
              </a:defRPr>
            </a:lvl6pPr>
            <a:lvl7pPr algn="ctr">
              <a:defRPr sz="1500">
                <a:solidFill>
                  <a:srgbClr val="171717"/>
                </a:solidFill>
                <a:latin typeface="Arial"/>
                <a:ea typeface="Arial"/>
                <a:cs typeface="Arial"/>
              </a:defRPr>
            </a:lvl7pPr>
            <a:lvl8pPr algn="ctr">
              <a:defRPr sz="1500">
                <a:solidFill>
                  <a:srgbClr val="171717"/>
                </a:solidFill>
                <a:latin typeface="Arial"/>
                <a:ea typeface="Arial"/>
                <a:cs typeface="Arial"/>
              </a:defRPr>
            </a:lvl8pPr>
            <a:lvl9pPr algn="ctr">
              <a:defRPr sz="1500">
                <a:solidFill>
                  <a:srgbClr val="171717"/>
                </a:solidFill>
                <a:latin typeface="Arial"/>
                <a:ea typeface="Arial"/>
                <a:cs typeface="Arial"/>
              </a:defRPr>
            </a:lvl9pPr>
          </a:lstStyle>
          <a:p>
            <a:pPr algn="ctr">
              <a:defRPr sz="1500">
                <a:solidFill>
                  <a:srgbClr val="171717"/>
                </a:solidFill>
                <a:latin typeface="Arial"/>
                <a:ea typeface="Arial"/>
                <a:cs typeface="Arial"/>
              </a:defRPr>
            </a:pPr>
            <a:r>
              <a:rPr sz="1500">
                <a:solidFill>
                  <a:srgbClr val="171717"/>
                </a:solidFill>
                <a:latin typeface="Arial"/>
                <a:ea typeface="Arial"/>
                <a:cs typeface="Arial"/>
              </a:rPr>
              <a:t>product_selling_options</a:t>
            </a:r>
          </a:p>
        </p:txBody>
      </p:sp>
      <p:sp>
        <p:nvSpPr>
          <p:cNvPr id="6" name="Rectangle 5">
            <a:extLst>
              <a:ext uri="{FF2B5EF4-FFF2-40B4-BE49-F238E27FC236}">
                <a16:creationId xmlns:a16="http://schemas.microsoft.com/office/drawing/2014/main" id="{9EF11584-699F-4A63-A0D8-DE9B61E194A9}"/>
              </a:ext>
            </a:extLst>
          </p:cNvPr>
          <p:cNvSpPr>
            <a:spLocks noGrp="1"/>
          </p:cNvSpPr>
          <p:nvPr/>
        </p:nvSpPr>
        <p:spPr>
          <a:xfrm>
            <a:off x="7115175" y="1524000"/>
            <a:ext cx="1476375" cy="714375"/>
          </a:xfrm>
          <a:prstGeom prst="rect">
            <a:avLst/>
          </a:prstGeom>
          <a:solidFill>
            <a:srgbClr val="FFFFFF"/>
          </a:solidFill>
          <a:ln w="14288">
            <a:solidFill>
              <a:srgbClr val="202C61"/>
            </a:solidFill>
          </a:ln>
        </p:spPr>
        <p:txBody>
          <a:bodyPr wrap="square" lIns="95250" tIns="95250" rIns="95250" bIns="95250" anchor="ctr"/>
          <a:lstStyle>
            <a:defPPr algn="ctr">
              <a:defRPr sz="1725">
                <a:solidFill>
                  <a:srgbClr val="171717"/>
                </a:solidFill>
                <a:latin typeface="Arial"/>
                <a:ea typeface="Arial"/>
                <a:cs typeface="Arial"/>
              </a:defRPr>
            </a:defPPr>
            <a:lvl1pPr algn="ctr">
              <a:defRPr sz="1725">
                <a:solidFill>
                  <a:srgbClr val="171717"/>
                </a:solidFill>
                <a:latin typeface="Arial"/>
                <a:ea typeface="Arial"/>
                <a:cs typeface="Arial"/>
              </a:defRPr>
            </a:lvl1pPr>
            <a:lvl2pPr algn="ctr">
              <a:defRPr sz="1725">
                <a:solidFill>
                  <a:srgbClr val="171717"/>
                </a:solidFill>
                <a:latin typeface="Arial"/>
                <a:ea typeface="Arial"/>
                <a:cs typeface="Arial"/>
              </a:defRPr>
            </a:lvl2pPr>
            <a:lvl3pPr algn="ctr">
              <a:defRPr sz="1725">
                <a:solidFill>
                  <a:srgbClr val="171717"/>
                </a:solidFill>
                <a:latin typeface="Arial"/>
                <a:ea typeface="Arial"/>
                <a:cs typeface="Arial"/>
              </a:defRPr>
            </a:lvl3pPr>
            <a:lvl4pPr algn="ctr">
              <a:defRPr sz="1725">
                <a:solidFill>
                  <a:srgbClr val="171717"/>
                </a:solidFill>
                <a:latin typeface="Arial"/>
                <a:ea typeface="Arial"/>
                <a:cs typeface="Arial"/>
              </a:defRPr>
            </a:lvl4pPr>
            <a:lvl5pPr algn="ctr">
              <a:defRPr sz="1725">
                <a:solidFill>
                  <a:srgbClr val="171717"/>
                </a:solidFill>
                <a:latin typeface="Arial"/>
                <a:ea typeface="Arial"/>
                <a:cs typeface="Arial"/>
              </a:defRPr>
            </a:lvl5pPr>
            <a:lvl6pPr algn="ctr">
              <a:defRPr sz="1725">
                <a:solidFill>
                  <a:srgbClr val="171717"/>
                </a:solidFill>
                <a:latin typeface="Arial"/>
                <a:ea typeface="Arial"/>
                <a:cs typeface="Arial"/>
              </a:defRPr>
            </a:lvl6pPr>
            <a:lvl7pPr algn="ctr">
              <a:defRPr sz="1725">
                <a:solidFill>
                  <a:srgbClr val="171717"/>
                </a:solidFill>
                <a:latin typeface="Arial"/>
                <a:ea typeface="Arial"/>
                <a:cs typeface="Arial"/>
              </a:defRPr>
            </a:lvl7pPr>
            <a:lvl8pPr algn="ctr">
              <a:defRPr sz="1725">
                <a:solidFill>
                  <a:srgbClr val="171717"/>
                </a:solidFill>
                <a:latin typeface="Arial"/>
                <a:ea typeface="Arial"/>
                <a:cs typeface="Arial"/>
              </a:defRPr>
            </a:lvl8pPr>
            <a:lvl9pPr algn="ctr">
              <a:defRPr sz="1725">
                <a:solidFill>
                  <a:srgbClr val="171717"/>
                </a:solidFill>
                <a:latin typeface="Arial"/>
                <a:ea typeface="Arial"/>
                <a:cs typeface="Arial"/>
              </a:defRPr>
            </a:lvl9pPr>
          </a:lstStyle>
          <a:p>
            <a:pPr algn="ctr">
              <a:defRPr sz="1725">
                <a:solidFill>
                  <a:srgbClr val="171717"/>
                </a:solidFill>
                <a:latin typeface="Arial"/>
                <a:ea typeface="Arial"/>
                <a:cs typeface="Arial"/>
              </a:defRPr>
            </a:pPr>
            <a:r>
              <a:rPr sz="1725">
                <a:solidFill>
                  <a:srgbClr val="171717"/>
                </a:solidFill>
                <a:latin typeface="Arial"/>
                <a:ea typeface="Arial"/>
                <a:cs typeface="Arial"/>
              </a:rPr>
              <a:t>sales</a:t>
            </a:r>
          </a:p>
        </p:txBody>
      </p:sp>
      <p:sp>
        <p:nvSpPr>
          <p:cNvPr id="7" name="Rectangle 6">
            <a:extLst>
              <a:ext uri="{FF2B5EF4-FFF2-40B4-BE49-F238E27FC236}">
                <a16:creationId xmlns:a16="http://schemas.microsoft.com/office/drawing/2014/main" id="{26788786-2F73-40E2-B898-4F7E4EFFF804}"/>
              </a:ext>
            </a:extLst>
          </p:cNvPr>
          <p:cNvSpPr>
            <a:spLocks noGrp="1"/>
          </p:cNvSpPr>
          <p:nvPr/>
        </p:nvSpPr>
        <p:spPr>
          <a:xfrm>
            <a:off x="533400" y="3276600"/>
            <a:ext cx="2190750" cy="714375"/>
          </a:xfrm>
          <a:prstGeom prst="rect">
            <a:avLst/>
          </a:prstGeom>
          <a:solidFill>
            <a:srgbClr val="FFFFFF"/>
          </a:solidFill>
          <a:ln w="14288">
            <a:solidFill>
              <a:srgbClr val="202C61"/>
            </a:solidFill>
          </a:ln>
        </p:spPr>
        <p:txBody>
          <a:bodyPr wrap="square" lIns="95250" tIns="95250" rIns="95250" bIns="95250" anchor="ctr"/>
          <a:lstStyle>
            <a:defPPr algn="ctr">
              <a:defRPr sz="1575">
                <a:solidFill>
                  <a:srgbClr val="171717"/>
                </a:solidFill>
                <a:latin typeface="Arial"/>
                <a:ea typeface="Arial"/>
                <a:cs typeface="Arial"/>
              </a:defRPr>
            </a:defPPr>
            <a:lvl1pPr algn="ctr">
              <a:defRPr sz="1575">
                <a:solidFill>
                  <a:srgbClr val="171717"/>
                </a:solidFill>
                <a:latin typeface="Arial"/>
                <a:ea typeface="Arial"/>
                <a:cs typeface="Arial"/>
              </a:defRPr>
            </a:lvl1pPr>
            <a:lvl2pPr algn="ctr">
              <a:defRPr sz="1575">
                <a:solidFill>
                  <a:srgbClr val="171717"/>
                </a:solidFill>
                <a:latin typeface="Arial"/>
                <a:ea typeface="Arial"/>
                <a:cs typeface="Arial"/>
              </a:defRPr>
            </a:lvl2pPr>
            <a:lvl3pPr algn="ctr">
              <a:defRPr sz="1575">
                <a:solidFill>
                  <a:srgbClr val="171717"/>
                </a:solidFill>
                <a:latin typeface="Arial"/>
                <a:ea typeface="Arial"/>
                <a:cs typeface="Arial"/>
              </a:defRPr>
            </a:lvl3pPr>
            <a:lvl4pPr algn="ctr">
              <a:defRPr sz="1575">
                <a:solidFill>
                  <a:srgbClr val="171717"/>
                </a:solidFill>
                <a:latin typeface="Arial"/>
                <a:ea typeface="Arial"/>
                <a:cs typeface="Arial"/>
              </a:defRPr>
            </a:lvl4pPr>
            <a:lvl5pPr algn="ctr">
              <a:defRPr sz="1575">
                <a:solidFill>
                  <a:srgbClr val="171717"/>
                </a:solidFill>
                <a:latin typeface="Arial"/>
                <a:ea typeface="Arial"/>
                <a:cs typeface="Arial"/>
              </a:defRPr>
            </a:lvl5pPr>
            <a:lvl6pPr algn="ctr">
              <a:defRPr sz="1575">
                <a:solidFill>
                  <a:srgbClr val="171717"/>
                </a:solidFill>
                <a:latin typeface="Arial"/>
                <a:ea typeface="Arial"/>
                <a:cs typeface="Arial"/>
              </a:defRPr>
            </a:lvl6pPr>
            <a:lvl7pPr algn="ctr">
              <a:defRPr sz="1575">
                <a:solidFill>
                  <a:srgbClr val="171717"/>
                </a:solidFill>
                <a:latin typeface="Arial"/>
                <a:ea typeface="Arial"/>
                <a:cs typeface="Arial"/>
              </a:defRPr>
            </a:lvl7pPr>
            <a:lvl8pPr algn="ctr">
              <a:defRPr sz="1575">
                <a:solidFill>
                  <a:srgbClr val="171717"/>
                </a:solidFill>
                <a:latin typeface="Arial"/>
                <a:ea typeface="Arial"/>
                <a:cs typeface="Arial"/>
              </a:defRPr>
            </a:lvl8pPr>
            <a:lvl9pPr algn="ctr">
              <a:defRPr sz="1575">
                <a:solidFill>
                  <a:srgbClr val="171717"/>
                </a:solidFill>
                <a:latin typeface="Arial"/>
                <a:ea typeface="Arial"/>
                <a:cs typeface="Arial"/>
              </a:defRPr>
            </a:lvl9pPr>
          </a:lstStyle>
          <a:p>
            <a:pPr algn="ctr">
              <a:defRPr sz="1575">
                <a:solidFill>
                  <a:srgbClr val="171717"/>
                </a:solidFill>
                <a:latin typeface="Arial"/>
                <a:ea typeface="Arial"/>
                <a:cs typeface="Arial"/>
              </a:defRPr>
            </a:pPr>
            <a:r>
              <a:rPr sz="1575">
                <a:solidFill>
                  <a:srgbClr val="171717"/>
                </a:solidFill>
                <a:latin typeface="Arial"/>
                <a:ea typeface="Arial"/>
                <a:cs typeface="Arial"/>
              </a:rPr>
              <a:t>restock_history</a:t>
            </a:r>
          </a:p>
        </p:txBody>
      </p:sp>
      <p:sp>
        <p:nvSpPr>
          <p:cNvPr id="8" name="Rectangle 7">
            <a:extLst>
              <a:ext uri="{FF2B5EF4-FFF2-40B4-BE49-F238E27FC236}">
                <a16:creationId xmlns:a16="http://schemas.microsoft.com/office/drawing/2014/main" id="{DCC5D78B-E001-4261-9B2E-EA79AA99F095}"/>
              </a:ext>
            </a:extLst>
          </p:cNvPr>
          <p:cNvSpPr>
            <a:spLocks noGrp="1"/>
          </p:cNvSpPr>
          <p:nvPr/>
        </p:nvSpPr>
        <p:spPr>
          <a:xfrm>
            <a:off x="3524250" y="3114675"/>
            <a:ext cx="2714625" cy="876300"/>
          </a:xfrm>
          <a:prstGeom prst="rect">
            <a:avLst/>
          </a:prstGeom>
          <a:solidFill>
            <a:srgbClr val="FFFFFF"/>
          </a:solidFill>
          <a:ln w="14288">
            <a:solidFill>
              <a:srgbClr val="202C61"/>
            </a:solidFill>
          </a:ln>
        </p:spPr>
        <p:txBody>
          <a:bodyPr wrap="square" lIns="95250" tIns="95250" rIns="95250" bIns="95250" anchor="ctr"/>
          <a:lstStyle>
            <a:defPPr algn="ctr">
              <a:defRPr sz="1575">
                <a:solidFill>
                  <a:srgbClr val="171717"/>
                </a:solidFill>
                <a:latin typeface="Arial"/>
                <a:ea typeface="Arial"/>
                <a:cs typeface="Arial"/>
              </a:defRPr>
            </a:defPPr>
            <a:lvl1pPr algn="ctr">
              <a:defRPr sz="1575">
                <a:solidFill>
                  <a:srgbClr val="171717"/>
                </a:solidFill>
                <a:latin typeface="Arial"/>
                <a:ea typeface="Arial"/>
                <a:cs typeface="Arial"/>
              </a:defRPr>
            </a:lvl1pPr>
            <a:lvl2pPr algn="ctr">
              <a:defRPr sz="1575">
                <a:solidFill>
                  <a:srgbClr val="171717"/>
                </a:solidFill>
                <a:latin typeface="Arial"/>
                <a:ea typeface="Arial"/>
                <a:cs typeface="Arial"/>
              </a:defRPr>
            </a:lvl2pPr>
            <a:lvl3pPr algn="ctr">
              <a:defRPr sz="1575">
                <a:solidFill>
                  <a:srgbClr val="171717"/>
                </a:solidFill>
                <a:latin typeface="Arial"/>
                <a:ea typeface="Arial"/>
                <a:cs typeface="Arial"/>
              </a:defRPr>
            </a:lvl3pPr>
            <a:lvl4pPr algn="ctr">
              <a:defRPr sz="1575">
                <a:solidFill>
                  <a:srgbClr val="171717"/>
                </a:solidFill>
                <a:latin typeface="Arial"/>
                <a:ea typeface="Arial"/>
                <a:cs typeface="Arial"/>
              </a:defRPr>
            </a:lvl4pPr>
            <a:lvl5pPr algn="ctr">
              <a:defRPr sz="1575">
                <a:solidFill>
                  <a:srgbClr val="171717"/>
                </a:solidFill>
                <a:latin typeface="Arial"/>
                <a:ea typeface="Arial"/>
                <a:cs typeface="Arial"/>
              </a:defRPr>
            </a:lvl5pPr>
            <a:lvl6pPr algn="ctr">
              <a:defRPr sz="1575">
                <a:solidFill>
                  <a:srgbClr val="171717"/>
                </a:solidFill>
                <a:latin typeface="Arial"/>
                <a:ea typeface="Arial"/>
                <a:cs typeface="Arial"/>
              </a:defRPr>
            </a:lvl6pPr>
            <a:lvl7pPr algn="ctr">
              <a:defRPr sz="1575">
                <a:solidFill>
                  <a:srgbClr val="171717"/>
                </a:solidFill>
                <a:latin typeface="Arial"/>
                <a:ea typeface="Arial"/>
                <a:cs typeface="Arial"/>
              </a:defRPr>
            </a:lvl7pPr>
            <a:lvl8pPr algn="ctr">
              <a:defRPr sz="1575">
                <a:solidFill>
                  <a:srgbClr val="171717"/>
                </a:solidFill>
                <a:latin typeface="Arial"/>
                <a:ea typeface="Arial"/>
                <a:cs typeface="Arial"/>
              </a:defRPr>
            </a:lvl8pPr>
            <a:lvl9pPr algn="ctr">
              <a:defRPr sz="1575">
                <a:solidFill>
                  <a:srgbClr val="171717"/>
                </a:solidFill>
                <a:latin typeface="Arial"/>
                <a:ea typeface="Arial"/>
                <a:cs typeface="Arial"/>
              </a:defRPr>
            </a:lvl9pPr>
          </a:lstStyle>
          <a:p>
            <a:pPr algn="ctr">
              <a:defRPr sz="1575">
                <a:solidFill>
                  <a:srgbClr val="171717"/>
                </a:solidFill>
                <a:latin typeface="Arial"/>
                <a:ea typeface="Arial"/>
                <a:cs typeface="Arial"/>
              </a:defRPr>
            </a:pPr>
            <a:r>
              <a:rPr sz="1575">
                <a:solidFill>
                  <a:srgbClr val="171717"/>
                </a:solidFill>
                <a:latin typeface="Arial"/>
                <a:ea typeface="Arial"/>
                <a:cs typeface="Arial"/>
              </a:rPr>
              <a:t>sale_items</a:t>
            </a:r>
          </a:p>
          <a:p>
            <a:pPr algn="ctr">
              <a:defRPr sz="1575">
                <a:solidFill>
                  <a:srgbClr val="171717"/>
                </a:solidFill>
                <a:latin typeface="Arial"/>
                <a:ea typeface="Arial"/>
                <a:cs typeface="Arial"/>
              </a:defRPr>
            </a:pPr>
            <a:r>
              <a:rPr sz="1575">
                <a:solidFill>
                  <a:srgbClr val="171717"/>
                </a:solidFill>
                <a:latin typeface="Arial"/>
                <a:ea typeface="Arial"/>
                <a:cs typeface="Arial"/>
              </a:rPr>
              <a:t>Product and price snapshots</a:t>
            </a:r>
          </a:p>
        </p:txBody>
      </p:sp>
      <p:sp>
        <p:nvSpPr>
          <p:cNvPr id="9" name="Rectangle 8">
            <a:extLst>
              <a:ext uri="{FF2B5EF4-FFF2-40B4-BE49-F238E27FC236}">
                <a16:creationId xmlns:a16="http://schemas.microsoft.com/office/drawing/2014/main" id="{F91D3365-381B-47B5-904E-B89C750445D6}"/>
              </a:ext>
            </a:extLst>
          </p:cNvPr>
          <p:cNvSpPr>
            <a:spLocks noGrp="1"/>
          </p:cNvSpPr>
          <p:nvPr/>
        </p:nvSpPr>
        <p:spPr>
          <a:xfrm>
            <a:off x="6762750" y="3276600"/>
            <a:ext cx="1828800" cy="714375"/>
          </a:xfrm>
          <a:prstGeom prst="rect">
            <a:avLst/>
          </a:prstGeom>
          <a:solidFill>
            <a:srgbClr val="FFFFFF"/>
          </a:solidFill>
          <a:ln w="14288">
            <a:solidFill>
              <a:srgbClr val="202C61"/>
            </a:solidFill>
          </a:ln>
        </p:spPr>
        <p:txBody>
          <a:bodyPr wrap="square" lIns="95250" tIns="95250" rIns="95250" bIns="95250" anchor="ctr"/>
          <a:lstStyle>
            <a:defPPr algn="ctr">
              <a:defRPr sz="1238">
                <a:solidFill>
                  <a:srgbClr val="171717"/>
                </a:solidFill>
                <a:latin typeface="Arial"/>
                <a:ea typeface="Arial"/>
                <a:cs typeface="Arial"/>
              </a:defRPr>
            </a:defPPr>
            <a:lvl1pPr algn="ctr">
              <a:defRPr sz="1238">
                <a:solidFill>
                  <a:srgbClr val="171717"/>
                </a:solidFill>
                <a:latin typeface="Arial"/>
                <a:ea typeface="Arial"/>
                <a:cs typeface="Arial"/>
              </a:defRPr>
            </a:lvl1pPr>
            <a:lvl2pPr algn="ctr">
              <a:defRPr sz="1238">
                <a:solidFill>
                  <a:srgbClr val="171717"/>
                </a:solidFill>
                <a:latin typeface="Arial"/>
                <a:ea typeface="Arial"/>
                <a:cs typeface="Arial"/>
              </a:defRPr>
            </a:lvl2pPr>
            <a:lvl3pPr algn="ctr">
              <a:defRPr sz="1238">
                <a:solidFill>
                  <a:srgbClr val="171717"/>
                </a:solidFill>
                <a:latin typeface="Arial"/>
                <a:ea typeface="Arial"/>
                <a:cs typeface="Arial"/>
              </a:defRPr>
            </a:lvl3pPr>
            <a:lvl4pPr algn="ctr">
              <a:defRPr sz="1238">
                <a:solidFill>
                  <a:srgbClr val="171717"/>
                </a:solidFill>
                <a:latin typeface="Arial"/>
                <a:ea typeface="Arial"/>
                <a:cs typeface="Arial"/>
              </a:defRPr>
            </a:lvl4pPr>
            <a:lvl5pPr algn="ctr">
              <a:defRPr sz="1238">
                <a:solidFill>
                  <a:srgbClr val="171717"/>
                </a:solidFill>
                <a:latin typeface="Arial"/>
                <a:ea typeface="Arial"/>
                <a:cs typeface="Arial"/>
              </a:defRPr>
            </a:lvl5pPr>
            <a:lvl6pPr algn="ctr">
              <a:defRPr sz="1238">
                <a:solidFill>
                  <a:srgbClr val="171717"/>
                </a:solidFill>
                <a:latin typeface="Arial"/>
                <a:ea typeface="Arial"/>
                <a:cs typeface="Arial"/>
              </a:defRPr>
            </a:lvl6pPr>
            <a:lvl7pPr algn="ctr">
              <a:defRPr sz="1238">
                <a:solidFill>
                  <a:srgbClr val="171717"/>
                </a:solidFill>
                <a:latin typeface="Arial"/>
                <a:ea typeface="Arial"/>
                <a:cs typeface="Arial"/>
              </a:defRPr>
            </a:lvl7pPr>
            <a:lvl8pPr algn="ctr">
              <a:defRPr sz="1238">
                <a:solidFill>
                  <a:srgbClr val="171717"/>
                </a:solidFill>
                <a:latin typeface="Arial"/>
                <a:ea typeface="Arial"/>
                <a:cs typeface="Arial"/>
              </a:defRPr>
            </a:lvl8pPr>
            <a:lvl9pPr algn="ctr">
              <a:defRPr sz="1238">
                <a:solidFill>
                  <a:srgbClr val="171717"/>
                </a:solidFill>
                <a:latin typeface="Arial"/>
                <a:ea typeface="Arial"/>
                <a:cs typeface="Arial"/>
              </a:defRPr>
            </a:lvl9pPr>
          </a:lstStyle>
          <a:p>
            <a:pPr algn="ctr">
              <a:defRPr sz="1238">
                <a:solidFill>
                  <a:srgbClr val="171717"/>
                </a:solidFill>
                <a:latin typeface="Arial"/>
                <a:ea typeface="Arial"/>
                <a:cs typeface="Arial"/>
              </a:defRPr>
            </a:pPr>
            <a:r>
              <a:rPr sz="1238">
                <a:solidFill>
                  <a:srgbClr val="171717"/>
                </a:solidFill>
                <a:latin typeface="Arial"/>
                <a:ea typeface="Arial"/>
                <a:cs typeface="Arial"/>
              </a:rPr>
              <a:t>inventory_movements</a:t>
            </a:r>
          </a:p>
        </p:txBody>
      </p:sp>
      <p:sp>
        <p:nvSpPr>
          <p:cNvPr id="19" name="current-content-103">
            <a:extLst>
              <a:ext uri="{FF2B5EF4-FFF2-40B4-BE49-F238E27FC236}">
                <a16:creationId xmlns:a16="http://schemas.microsoft.com/office/drawing/2014/main" id="{73E6488E-3918-40F4-B8B2-B4A67F7B3DCE}"/>
              </a:ext>
            </a:extLst>
          </p:cNvPr>
          <p:cNvSpPr>
            <a:spLocks noGrp="1"/>
          </p:cNvSpPr>
          <p:nvPr/>
        </p:nvSpPr>
        <p:spPr>
          <a:xfrm>
            <a:off x="2905125" y="1600200"/>
            <a:ext cx="571500" cy="247650"/>
          </a:xfrm>
          <a:prstGeom prst="rect">
            <a:avLst/>
          </a:prstGeom>
          <a:noFill/>
          <a:ln w="0">
            <a:noFill/>
          </a:ln>
        </p:spPr>
        <p:txBody>
          <a:bodyPr wrap="square" lIns="0" tIns="0" rIns="0" bIns="0" anchor="t">
            <a:noAutofit/>
          </a:bodyPr>
          <a:lstStyle>
            <a:defPPr algn="l">
              <a:defRPr sz="1275" b="0">
                <a:solidFill>
                  <a:srgbClr val="0070C0"/>
                </a:solidFill>
                <a:latin typeface="Arial"/>
                <a:ea typeface="Arial"/>
                <a:cs typeface="Arial"/>
              </a:defRPr>
            </a:defPPr>
            <a:lvl1pPr algn="l">
              <a:defRPr sz="1275" b="0">
                <a:solidFill>
                  <a:srgbClr val="0070C0"/>
                </a:solidFill>
                <a:latin typeface="Arial"/>
                <a:ea typeface="Arial"/>
                <a:cs typeface="Arial"/>
              </a:defRPr>
            </a:lvl1pPr>
            <a:lvl2pPr algn="l">
              <a:defRPr sz="1275" b="0">
                <a:solidFill>
                  <a:srgbClr val="0070C0"/>
                </a:solidFill>
                <a:latin typeface="Arial"/>
                <a:ea typeface="Arial"/>
                <a:cs typeface="Arial"/>
              </a:defRPr>
            </a:lvl2pPr>
            <a:lvl3pPr algn="l">
              <a:defRPr sz="1275" b="0">
                <a:solidFill>
                  <a:srgbClr val="0070C0"/>
                </a:solidFill>
                <a:latin typeface="Arial"/>
                <a:ea typeface="Arial"/>
                <a:cs typeface="Arial"/>
              </a:defRPr>
            </a:lvl3pPr>
            <a:lvl4pPr algn="l">
              <a:defRPr sz="1275" b="0">
                <a:solidFill>
                  <a:srgbClr val="0070C0"/>
                </a:solidFill>
                <a:latin typeface="Arial"/>
                <a:ea typeface="Arial"/>
                <a:cs typeface="Arial"/>
              </a:defRPr>
            </a:lvl4pPr>
            <a:lvl5pPr algn="l">
              <a:defRPr sz="1275" b="0">
                <a:solidFill>
                  <a:srgbClr val="0070C0"/>
                </a:solidFill>
                <a:latin typeface="Arial"/>
                <a:ea typeface="Arial"/>
                <a:cs typeface="Arial"/>
              </a:defRPr>
            </a:lvl5pPr>
            <a:lvl6pPr algn="l">
              <a:defRPr sz="1275" b="0">
                <a:solidFill>
                  <a:srgbClr val="0070C0"/>
                </a:solidFill>
                <a:latin typeface="Arial"/>
                <a:ea typeface="Arial"/>
                <a:cs typeface="Arial"/>
              </a:defRPr>
            </a:lvl6pPr>
            <a:lvl7pPr algn="l">
              <a:defRPr sz="1275" b="0">
                <a:solidFill>
                  <a:srgbClr val="0070C0"/>
                </a:solidFill>
                <a:latin typeface="Arial"/>
                <a:ea typeface="Arial"/>
                <a:cs typeface="Arial"/>
              </a:defRPr>
            </a:lvl7pPr>
            <a:lvl8pPr algn="l">
              <a:defRPr sz="1275" b="0">
                <a:solidFill>
                  <a:srgbClr val="0070C0"/>
                </a:solidFill>
                <a:latin typeface="Arial"/>
                <a:ea typeface="Arial"/>
                <a:cs typeface="Arial"/>
              </a:defRPr>
            </a:lvl8pPr>
            <a:lvl9pPr algn="l">
              <a:defRPr sz="1275" b="0">
                <a:solidFill>
                  <a:srgbClr val="0070C0"/>
                </a:solidFill>
                <a:latin typeface="Arial"/>
                <a:ea typeface="Arial"/>
                <a:cs typeface="Arial"/>
              </a:defRPr>
            </a:lvl9pPr>
          </a:lstStyle>
          <a:p>
            <a:pPr algn="l">
              <a:defRPr sz="1275" b="0">
                <a:solidFill>
                  <a:srgbClr val="0070C0"/>
                </a:solidFill>
                <a:latin typeface="Arial"/>
                <a:ea typeface="Arial"/>
                <a:cs typeface="Arial"/>
              </a:defRPr>
            </a:pPr>
            <a:r>
              <a:rPr sz="1275" b="0">
                <a:solidFill>
                  <a:srgbClr val="0070C0"/>
                </a:solidFill>
                <a:latin typeface="Arial"/>
                <a:ea typeface="Arial"/>
                <a:cs typeface="Arial"/>
              </a:rPr>
              <a:t>1:N</a:t>
            </a:r>
          </a:p>
        </p:txBody>
      </p:sp>
      <p:sp>
        <p:nvSpPr>
          <p:cNvPr id="20" name="current-content-104">
            <a:extLst>
              <a:ext uri="{FF2B5EF4-FFF2-40B4-BE49-F238E27FC236}">
                <a16:creationId xmlns:a16="http://schemas.microsoft.com/office/drawing/2014/main" id="{46ED05B8-1AA7-42F9-B81C-0EE0FA8334F1}"/>
              </a:ext>
            </a:extLst>
          </p:cNvPr>
          <p:cNvSpPr>
            <a:spLocks noGrp="1"/>
          </p:cNvSpPr>
          <p:nvPr/>
        </p:nvSpPr>
        <p:spPr>
          <a:xfrm>
            <a:off x="1619250" y="2619375"/>
            <a:ext cx="571500" cy="247650"/>
          </a:xfrm>
          <a:prstGeom prst="rect">
            <a:avLst/>
          </a:prstGeom>
          <a:noFill/>
          <a:ln w="0">
            <a:noFill/>
          </a:ln>
        </p:spPr>
        <p:txBody>
          <a:bodyPr wrap="square" lIns="0" tIns="0" rIns="0" bIns="0" anchor="t">
            <a:noAutofit/>
          </a:bodyPr>
          <a:lstStyle>
            <a:defPPr algn="l">
              <a:defRPr sz="1275" b="0">
                <a:solidFill>
                  <a:srgbClr val="0070C0"/>
                </a:solidFill>
                <a:latin typeface="Arial"/>
                <a:ea typeface="Arial"/>
                <a:cs typeface="Arial"/>
              </a:defRPr>
            </a:defPPr>
            <a:lvl1pPr algn="l">
              <a:defRPr sz="1275" b="0">
                <a:solidFill>
                  <a:srgbClr val="0070C0"/>
                </a:solidFill>
                <a:latin typeface="Arial"/>
                <a:ea typeface="Arial"/>
                <a:cs typeface="Arial"/>
              </a:defRPr>
            </a:lvl1pPr>
            <a:lvl2pPr algn="l">
              <a:defRPr sz="1275" b="0">
                <a:solidFill>
                  <a:srgbClr val="0070C0"/>
                </a:solidFill>
                <a:latin typeface="Arial"/>
                <a:ea typeface="Arial"/>
                <a:cs typeface="Arial"/>
              </a:defRPr>
            </a:lvl2pPr>
            <a:lvl3pPr algn="l">
              <a:defRPr sz="1275" b="0">
                <a:solidFill>
                  <a:srgbClr val="0070C0"/>
                </a:solidFill>
                <a:latin typeface="Arial"/>
                <a:ea typeface="Arial"/>
                <a:cs typeface="Arial"/>
              </a:defRPr>
            </a:lvl3pPr>
            <a:lvl4pPr algn="l">
              <a:defRPr sz="1275" b="0">
                <a:solidFill>
                  <a:srgbClr val="0070C0"/>
                </a:solidFill>
                <a:latin typeface="Arial"/>
                <a:ea typeface="Arial"/>
                <a:cs typeface="Arial"/>
              </a:defRPr>
            </a:lvl4pPr>
            <a:lvl5pPr algn="l">
              <a:defRPr sz="1275" b="0">
                <a:solidFill>
                  <a:srgbClr val="0070C0"/>
                </a:solidFill>
                <a:latin typeface="Arial"/>
                <a:ea typeface="Arial"/>
                <a:cs typeface="Arial"/>
              </a:defRPr>
            </a:lvl5pPr>
            <a:lvl6pPr algn="l">
              <a:defRPr sz="1275" b="0">
                <a:solidFill>
                  <a:srgbClr val="0070C0"/>
                </a:solidFill>
                <a:latin typeface="Arial"/>
                <a:ea typeface="Arial"/>
                <a:cs typeface="Arial"/>
              </a:defRPr>
            </a:lvl6pPr>
            <a:lvl7pPr algn="l">
              <a:defRPr sz="1275" b="0">
                <a:solidFill>
                  <a:srgbClr val="0070C0"/>
                </a:solidFill>
                <a:latin typeface="Arial"/>
                <a:ea typeface="Arial"/>
                <a:cs typeface="Arial"/>
              </a:defRPr>
            </a:lvl7pPr>
            <a:lvl8pPr algn="l">
              <a:defRPr sz="1275" b="0">
                <a:solidFill>
                  <a:srgbClr val="0070C0"/>
                </a:solidFill>
                <a:latin typeface="Arial"/>
                <a:ea typeface="Arial"/>
                <a:cs typeface="Arial"/>
              </a:defRPr>
            </a:lvl8pPr>
            <a:lvl9pPr algn="l">
              <a:defRPr sz="1275" b="0">
                <a:solidFill>
                  <a:srgbClr val="0070C0"/>
                </a:solidFill>
                <a:latin typeface="Arial"/>
                <a:ea typeface="Arial"/>
                <a:cs typeface="Arial"/>
              </a:defRPr>
            </a:lvl9pPr>
          </a:lstStyle>
          <a:p>
            <a:pPr algn="l">
              <a:defRPr sz="1275" b="0">
                <a:solidFill>
                  <a:srgbClr val="0070C0"/>
                </a:solidFill>
                <a:latin typeface="Arial"/>
                <a:ea typeface="Arial"/>
                <a:cs typeface="Arial"/>
              </a:defRPr>
            </a:pPr>
            <a:r>
              <a:rPr sz="1275" b="0">
                <a:solidFill>
                  <a:srgbClr val="0070C0"/>
                </a:solidFill>
                <a:latin typeface="Arial"/>
                <a:ea typeface="Arial"/>
                <a:cs typeface="Arial"/>
              </a:rPr>
              <a:t>1:N</a:t>
            </a:r>
          </a:p>
        </p:txBody>
      </p:sp>
      <p:sp>
        <p:nvSpPr>
          <p:cNvPr id="21" name="current-content-105">
            <a:extLst>
              <a:ext uri="{FF2B5EF4-FFF2-40B4-BE49-F238E27FC236}">
                <a16:creationId xmlns:a16="http://schemas.microsoft.com/office/drawing/2014/main" id="{4B5367A4-0E94-4565-B9A7-67F83FB32E0C}"/>
              </a:ext>
            </a:extLst>
          </p:cNvPr>
          <p:cNvSpPr>
            <a:spLocks noGrp="1"/>
          </p:cNvSpPr>
          <p:nvPr/>
        </p:nvSpPr>
        <p:spPr>
          <a:xfrm>
            <a:off x="4914900" y="2628900"/>
            <a:ext cx="571500" cy="247650"/>
          </a:xfrm>
          <a:prstGeom prst="rect">
            <a:avLst/>
          </a:prstGeom>
          <a:noFill/>
          <a:ln w="0">
            <a:noFill/>
          </a:ln>
        </p:spPr>
        <p:txBody>
          <a:bodyPr wrap="square" lIns="0" tIns="0" rIns="0" bIns="0" anchor="t">
            <a:noAutofit/>
          </a:bodyPr>
          <a:lstStyle>
            <a:defPPr algn="l">
              <a:defRPr sz="1275" b="0">
                <a:solidFill>
                  <a:srgbClr val="0070C0"/>
                </a:solidFill>
                <a:latin typeface="Arial"/>
                <a:ea typeface="Arial"/>
                <a:cs typeface="Arial"/>
              </a:defRPr>
            </a:defPPr>
            <a:lvl1pPr algn="l">
              <a:defRPr sz="1275" b="0">
                <a:solidFill>
                  <a:srgbClr val="0070C0"/>
                </a:solidFill>
                <a:latin typeface="Arial"/>
                <a:ea typeface="Arial"/>
                <a:cs typeface="Arial"/>
              </a:defRPr>
            </a:lvl1pPr>
            <a:lvl2pPr algn="l">
              <a:defRPr sz="1275" b="0">
                <a:solidFill>
                  <a:srgbClr val="0070C0"/>
                </a:solidFill>
                <a:latin typeface="Arial"/>
                <a:ea typeface="Arial"/>
                <a:cs typeface="Arial"/>
              </a:defRPr>
            </a:lvl2pPr>
            <a:lvl3pPr algn="l">
              <a:defRPr sz="1275" b="0">
                <a:solidFill>
                  <a:srgbClr val="0070C0"/>
                </a:solidFill>
                <a:latin typeface="Arial"/>
                <a:ea typeface="Arial"/>
                <a:cs typeface="Arial"/>
              </a:defRPr>
            </a:lvl3pPr>
            <a:lvl4pPr algn="l">
              <a:defRPr sz="1275" b="0">
                <a:solidFill>
                  <a:srgbClr val="0070C0"/>
                </a:solidFill>
                <a:latin typeface="Arial"/>
                <a:ea typeface="Arial"/>
                <a:cs typeface="Arial"/>
              </a:defRPr>
            </a:lvl4pPr>
            <a:lvl5pPr algn="l">
              <a:defRPr sz="1275" b="0">
                <a:solidFill>
                  <a:srgbClr val="0070C0"/>
                </a:solidFill>
                <a:latin typeface="Arial"/>
                <a:ea typeface="Arial"/>
                <a:cs typeface="Arial"/>
              </a:defRPr>
            </a:lvl5pPr>
            <a:lvl6pPr algn="l">
              <a:defRPr sz="1275" b="0">
                <a:solidFill>
                  <a:srgbClr val="0070C0"/>
                </a:solidFill>
                <a:latin typeface="Arial"/>
                <a:ea typeface="Arial"/>
                <a:cs typeface="Arial"/>
              </a:defRPr>
            </a:lvl6pPr>
            <a:lvl7pPr algn="l">
              <a:defRPr sz="1275" b="0">
                <a:solidFill>
                  <a:srgbClr val="0070C0"/>
                </a:solidFill>
                <a:latin typeface="Arial"/>
                <a:ea typeface="Arial"/>
                <a:cs typeface="Arial"/>
              </a:defRPr>
            </a:lvl7pPr>
            <a:lvl8pPr algn="l">
              <a:defRPr sz="1275" b="0">
                <a:solidFill>
                  <a:srgbClr val="0070C0"/>
                </a:solidFill>
                <a:latin typeface="Arial"/>
                <a:ea typeface="Arial"/>
                <a:cs typeface="Arial"/>
              </a:defRPr>
            </a:lvl8pPr>
            <a:lvl9pPr algn="l">
              <a:defRPr sz="1275" b="0">
                <a:solidFill>
                  <a:srgbClr val="0070C0"/>
                </a:solidFill>
                <a:latin typeface="Arial"/>
                <a:ea typeface="Arial"/>
                <a:cs typeface="Arial"/>
              </a:defRPr>
            </a:lvl9pPr>
          </a:lstStyle>
          <a:p>
            <a:pPr algn="l">
              <a:defRPr sz="1275" b="0">
                <a:solidFill>
                  <a:srgbClr val="0070C0"/>
                </a:solidFill>
                <a:latin typeface="Arial"/>
                <a:ea typeface="Arial"/>
                <a:cs typeface="Arial"/>
              </a:defRPr>
            </a:pPr>
            <a:r>
              <a:rPr sz="1275" b="0">
                <a:solidFill>
                  <a:srgbClr val="0070C0"/>
                </a:solidFill>
                <a:latin typeface="Arial"/>
                <a:ea typeface="Arial"/>
                <a:cs typeface="Arial"/>
              </a:rPr>
              <a:t>1:N</a:t>
            </a:r>
          </a:p>
        </p:txBody>
      </p:sp>
      <p:sp>
        <p:nvSpPr>
          <p:cNvPr id="22" name="current-content-106">
            <a:extLst>
              <a:ext uri="{FF2B5EF4-FFF2-40B4-BE49-F238E27FC236}">
                <a16:creationId xmlns:a16="http://schemas.microsoft.com/office/drawing/2014/main" id="{DF93694B-CEBF-4972-AFE0-5B087E7967EB}"/>
              </a:ext>
            </a:extLst>
          </p:cNvPr>
          <p:cNvSpPr>
            <a:spLocks noGrp="1"/>
          </p:cNvSpPr>
          <p:nvPr/>
        </p:nvSpPr>
        <p:spPr>
          <a:xfrm>
            <a:off x="6638925" y="2638425"/>
            <a:ext cx="571500" cy="247650"/>
          </a:xfrm>
          <a:prstGeom prst="rect">
            <a:avLst/>
          </a:prstGeom>
          <a:noFill/>
          <a:ln w="0">
            <a:noFill/>
          </a:ln>
        </p:spPr>
        <p:txBody>
          <a:bodyPr wrap="square" lIns="0" tIns="0" rIns="0" bIns="0" anchor="t">
            <a:noAutofit/>
          </a:bodyPr>
          <a:lstStyle>
            <a:defPPr algn="l">
              <a:defRPr sz="1275" b="0">
                <a:solidFill>
                  <a:srgbClr val="0070C0"/>
                </a:solidFill>
                <a:latin typeface="Arial"/>
                <a:ea typeface="Arial"/>
                <a:cs typeface="Arial"/>
              </a:defRPr>
            </a:defPPr>
            <a:lvl1pPr algn="l">
              <a:defRPr sz="1275" b="0">
                <a:solidFill>
                  <a:srgbClr val="0070C0"/>
                </a:solidFill>
                <a:latin typeface="Arial"/>
                <a:ea typeface="Arial"/>
                <a:cs typeface="Arial"/>
              </a:defRPr>
            </a:lvl1pPr>
            <a:lvl2pPr algn="l">
              <a:defRPr sz="1275" b="0">
                <a:solidFill>
                  <a:srgbClr val="0070C0"/>
                </a:solidFill>
                <a:latin typeface="Arial"/>
                <a:ea typeface="Arial"/>
                <a:cs typeface="Arial"/>
              </a:defRPr>
            </a:lvl2pPr>
            <a:lvl3pPr algn="l">
              <a:defRPr sz="1275" b="0">
                <a:solidFill>
                  <a:srgbClr val="0070C0"/>
                </a:solidFill>
                <a:latin typeface="Arial"/>
                <a:ea typeface="Arial"/>
                <a:cs typeface="Arial"/>
              </a:defRPr>
            </a:lvl3pPr>
            <a:lvl4pPr algn="l">
              <a:defRPr sz="1275" b="0">
                <a:solidFill>
                  <a:srgbClr val="0070C0"/>
                </a:solidFill>
                <a:latin typeface="Arial"/>
                <a:ea typeface="Arial"/>
                <a:cs typeface="Arial"/>
              </a:defRPr>
            </a:lvl4pPr>
            <a:lvl5pPr algn="l">
              <a:defRPr sz="1275" b="0">
                <a:solidFill>
                  <a:srgbClr val="0070C0"/>
                </a:solidFill>
                <a:latin typeface="Arial"/>
                <a:ea typeface="Arial"/>
                <a:cs typeface="Arial"/>
              </a:defRPr>
            </a:lvl5pPr>
            <a:lvl6pPr algn="l">
              <a:defRPr sz="1275" b="0">
                <a:solidFill>
                  <a:srgbClr val="0070C0"/>
                </a:solidFill>
                <a:latin typeface="Arial"/>
                <a:ea typeface="Arial"/>
                <a:cs typeface="Arial"/>
              </a:defRPr>
            </a:lvl6pPr>
            <a:lvl7pPr algn="l">
              <a:defRPr sz="1275" b="0">
                <a:solidFill>
                  <a:srgbClr val="0070C0"/>
                </a:solidFill>
                <a:latin typeface="Arial"/>
                <a:ea typeface="Arial"/>
                <a:cs typeface="Arial"/>
              </a:defRPr>
            </a:lvl7pPr>
            <a:lvl8pPr algn="l">
              <a:defRPr sz="1275" b="0">
                <a:solidFill>
                  <a:srgbClr val="0070C0"/>
                </a:solidFill>
                <a:latin typeface="Arial"/>
                <a:ea typeface="Arial"/>
                <a:cs typeface="Arial"/>
              </a:defRPr>
            </a:lvl8pPr>
            <a:lvl9pPr algn="l">
              <a:defRPr sz="1275" b="0">
                <a:solidFill>
                  <a:srgbClr val="0070C0"/>
                </a:solidFill>
                <a:latin typeface="Arial"/>
                <a:ea typeface="Arial"/>
                <a:cs typeface="Arial"/>
              </a:defRPr>
            </a:lvl9pPr>
          </a:lstStyle>
          <a:p>
            <a:pPr algn="l">
              <a:defRPr sz="1275" b="0">
                <a:solidFill>
                  <a:srgbClr val="0070C0"/>
                </a:solidFill>
                <a:latin typeface="Arial"/>
                <a:ea typeface="Arial"/>
                <a:cs typeface="Arial"/>
              </a:defRPr>
            </a:pPr>
            <a:r>
              <a:rPr sz="1275" b="0">
                <a:solidFill>
                  <a:srgbClr val="0070C0"/>
                </a:solidFill>
                <a:latin typeface="Arial"/>
                <a:ea typeface="Arial"/>
                <a:cs typeface="Arial"/>
              </a:rPr>
              <a:t>1:N</a:t>
            </a:r>
          </a:p>
        </p:txBody>
      </p:sp>
      <p:sp>
        <p:nvSpPr>
          <p:cNvPr id="23" name="current-content-107">
            <a:extLst>
              <a:ext uri="{FF2B5EF4-FFF2-40B4-BE49-F238E27FC236}">
                <a16:creationId xmlns:a16="http://schemas.microsoft.com/office/drawing/2014/main" id="{B63EAE2E-95B7-4D7C-8017-FBBB67D72864}"/>
              </a:ext>
            </a:extLst>
          </p:cNvPr>
          <p:cNvSpPr>
            <a:spLocks noGrp="1"/>
          </p:cNvSpPr>
          <p:nvPr/>
        </p:nvSpPr>
        <p:spPr>
          <a:xfrm>
            <a:off x="533400" y="4181475"/>
            <a:ext cx="8058150" cy="457200"/>
          </a:xfrm>
          <a:prstGeom prst="rect">
            <a:avLst/>
          </a:prstGeom>
          <a:noFill/>
          <a:ln w="0">
            <a:noFill/>
          </a:ln>
        </p:spPr>
        <p:txBody>
          <a:bodyPr wrap="square" lIns="0" tIns="0" rIns="0" bIns="0" anchor="t">
            <a:noAutofit/>
          </a:bodyPr>
          <a:lstStyle>
            <a:defPPr algn="l">
              <a:defRPr sz="1500" b="0">
                <a:solidFill>
                  <a:srgbClr val="595959"/>
                </a:solidFill>
                <a:latin typeface="Arial"/>
                <a:ea typeface="Arial"/>
                <a:cs typeface="Arial"/>
              </a:defRPr>
            </a:defPPr>
            <a:lvl1pPr algn="l">
              <a:defRPr sz="1500" b="0">
                <a:solidFill>
                  <a:srgbClr val="595959"/>
                </a:solidFill>
                <a:latin typeface="Arial"/>
                <a:ea typeface="Arial"/>
                <a:cs typeface="Arial"/>
              </a:defRPr>
            </a:lvl1pPr>
            <a:lvl2pPr algn="l">
              <a:defRPr sz="1500" b="0">
                <a:solidFill>
                  <a:srgbClr val="595959"/>
                </a:solidFill>
                <a:latin typeface="Arial"/>
                <a:ea typeface="Arial"/>
                <a:cs typeface="Arial"/>
              </a:defRPr>
            </a:lvl2pPr>
            <a:lvl3pPr algn="l">
              <a:defRPr sz="1500" b="0">
                <a:solidFill>
                  <a:srgbClr val="595959"/>
                </a:solidFill>
                <a:latin typeface="Arial"/>
                <a:ea typeface="Arial"/>
                <a:cs typeface="Arial"/>
              </a:defRPr>
            </a:lvl3pPr>
            <a:lvl4pPr algn="l">
              <a:defRPr sz="1500" b="0">
                <a:solidFill>
                  <a:srgbClr val="595959"/>
                </a:solidFill>
                <a:latin typeface="Arial"/>
                <a:ea typeface="Arial"/>
                <a:cs typeface="Arial"/>
              </a:defRPr>
            </a:lvl4pPr>
            <a:lvl5pPr algn="l">
              <a:defRPr sz="1500" b="0">
                <a:solidFill>
                  <a:srgbClr val="595959"/>
                </a:solidFill>
                <a:latin typeface="Arial"/>
                <a:ea typeface="Arial"/>
                <a:cs typeface="Arial"/>
              </a:defRPr>
            </a:lvl5pPr>
            <a:lvl6pPr algn="l">
              <a:defRPr sz="1500" b="0">
                <a:solidFill>
                  <a:srgbClr val="595959"/>
                </a:solidFill>
                <a:latin typeface="Arial"/>
                <a:ea typeface="Arial"/>
                <a:cs typeface="Arial"/>
              </a:defRPr>
            </a:lvl6pPr>
            <a:lvl7pPr algn="l">
              <a:defRPr sz="1500" b="0">
                <a:solidFill>
                  <a:srgbClr val="595959"/>
                </a:solidFill>
                <a:latin typeface="Arial"/>
                <a:ea typeface="Arial"/>
                <a:cs typeface="Arial"/>
              </a:defRPr>
            </a:lvl7pPr>
            <a:lvl8pPr algn="l">
              <a:defRPr sz="1500" b="0">
                <a:solidFill>
                  <a:srgbClr val="595959"/>
                </a:solidFill>
                <a:latin typeface="Arial"/>
                <a:ea typeface="Arial"/>
                <a:cs typeface="Arial"/>
              </a:defRPr>
            </a:lvl8pPr>
            <a:lvl9pPr algn="l">
              <a:defRPr sz="1500" b="0">
                <a:solidFill>
                  <a:srgbClr val="595959"/>
                </a:solidFill>
                <a:latin typeface="Arial"/>
                <a:ea typeface="Arial"/>
                <a:cs typeface="Arial"/>
              </a:defRPr>
            </a:lvl9pPr>
          </a:lstStyle>
          <a:p>
            <a:pPr algn="l">
              <a:defRPr sz="1500" b="0">
                <a:solidFill>
                  <a:srgbClr val="595959"/>
                </a:solidFill>
                <a:latin typeface="Arial"/>
                <a:ea typeface="Arial"/>
                <a:cs typeface="Arial"/>
              </a:defRPr>
            </a:pPr>
            <a:r>
              <a:rPr sz="1500" b="0">
                <a:solidFill>
                  <a:srgbClr val="595959"/>
                </a:solidFill>
                <a:latin typeface="Arial"/>
                <a:ea typeface="Arial"/>
                <a:cs typeface="Arial"/>
              </a:rPr>
              <a:t>Movement history references products and records before/after stock.</a:t>
            </a:r>
          </a:p>
          <a:p>
            <a:pPr algn="l">
              <a:defRPr sz="1500" b="0">
                <a:solidFill>
                  <a:srgbClr val="595959"/>
                </a:solidFill>
                <a:latin typeface="Arial"/>
                <a:ea typeface="Arial"/>
                <a:cs typeface="Arial"/>
              </a:defRPr>
            </a:pPr>
            <a:r>
              <a:rPr sz="1500" b="0">
                <a:solidFill>
                  <a:srgbClr val="595959"/>
                </a:solidFill>
                <a:latin typeface="Arial"/>
                <a:ea typeface="Arial"/>
                <a:cs typeface="Arial"/>
              </a:rPr>
              <a:t>Store membership: stores, profiles and store_users. Other entities omitted.</a:t>
            </a:r>
          </a:p>
        </p:txBody>
      </p:sp>
      <p:cxnSp>
        <p:nvCxnSpPr>
          <p:cNvPr id="10" name="Straight Arrow Connector 9">
            <a:extLst>
              <a:ext uri="{FF2B5EF4-FFF2-40B4-BE49-F238E27FC236}">
                <a16:creationId xmlns:a16="http://schemas.microsoft.com/office/drawing/2014/main" id="{444044EA-C650-4843-BF8D-15938B6F3475}"/>
              </a:ext>
            </a:extLst>
          </p:cNvPr>
          <p:cNvCxnSpPr>
            <a:stCxn id="4" idx="3"/>
            <a:endCxn id="5" idx="1"/>
          </p:cNvCxnSpPr>
          <p:nvPr/>
        </p:nvCxnSpPr>
        <p:spPr>
          <a:xfrm>
            <a:off x="2724150" y="1881188"/>
            <a:ext cx="800100" cy="0"/>
          </a:xfrm>
          <a:prstGeom prst="straightConnector1">
            <a:avLst/>
          </a:prstGeom>
          <a:ln w="19050">
            <a:solidFill>
              <a:srgbClr val="0070C0"/>
            </a:solidFill>
            <a:tailEnd type="triangle" w="med" len="med"/>
          </a:ln>
        </p:spPr>
      </p:cxnSp>
      <p:cxnSp>
        <p:nvCxnSpPr>
          <p:cNvPr id="11" name="Straight Arrow Connector 10">
            <a:extLst>
              <a:ext uri="{FF2B5EF4-FFF2-40B4-BE49-F238E27FC236}">
                <a16:creationId xmlns:a16="http://schemas.microsoft.com/office/drawing/2014/main" id="{AC85A342-807E-4278-88AC-9671D8DB7703}"/>
              </a:ext>
            </a:extLst>
          </p:cNvPr>
          <p:cNvCxnSpPr>
            <a:stCxn id="4" idx="2"/>
            <a:endCxn id="7" idx="0"/>
          </p:cNvCxnSpPr>
          <p:nvPr/>
        </p:nvCxnSpPr>
        <p:spPr>
          <a:xfrm>
            <a:off x="1628775" y="2238375"/>
            <a:ext cx="0" cy="1038225"/>
          </a:xfrm>
          <a:prstGeom prst="straightConnector1">
            <a:avLst/>
          </a:prstGeom>
          <a:ln w="19050">
            <a:solidFill>
              <a:srgbClr val="0070C0"/>
            </a:solidFill>
            <a:tailEnd type="triangle" w="med" len="med"/>
          </a:ln>
        </p:spPr>
      </p:cxnSp>
      <p:cxnSp>
        <p:nvCxnSpPr>
          <p:cNvPr id="12" name="Straight Arrow Connector 11">
            <a:extLst>
              <a:ext uri="{FF2B5EF4-FFF2-40B4-BE49-F238E27FC236}">
                <a16:creationId xmlns:a16="http://schemas.microsoft.com/office/drawing/2014/main" id="{B0F6ED1E-1D58-4C41-90B5-36B7D871507B}"/>
              </a:ext>
            </a:extLst>
          </p:cNvPr>
          <p:cNvCxnSpPr>
            <a:stCxn id="5" idx="2"/>
            <a:endCxn id="8" idx="0"/>
          </p:cNvCxnSpPr>
          <p:nvPr/>
        </p:nvCxnSpPr>
        <p:spPr>
          <a:xfrm>
            <a:off x="4881563" y="2238375"/>
            <a:ext cx="0" cy="876300"/>
          </a:xfrm>
          <a:prstGeom prst="straightConnector1">
            <a:avLst/>
          </a:prstGeom>
          <a:ln w="19050">
            <a:solidFill>
              <a:srgbClr val="0070C0"/>
            </a:solidFill>
            <a:tailEnd type="triangle" w="med" len="med"/>
          </a:ln>
        </p:spPr>
      </p:cxnSp>
      <p:cxnSp>
        <p:nvCxnSpPr>
          <p:cNvPr id="13" name="Straight Arrow Connector 12">
            <a:extLst>
              <a:ext uri="{FF2B5EF4-FFF2-40B4-BE49-F238E27FC236}">
                <a16:creationId xmlns:a16="http://schemas.microsoft.com/office/drawing/2014/main" id="{C66D3975-D427-4EF3-8357-DFEF7AA593B0}"/>
              </a:ext>
            </a:extLst>
          </p:cNvPr>
          <p:cNvCxnSpPr/>
          <p:nvPr/>
        </p:nvCxnSpPr>
        <p:spPr>
          <a:xfrm>
            <a:off x="6572250" y="1876425"/>
            <a:ext cx="542925" cy="0"/>
          </a:xfrm>
          <a:prstGeom prst="straightConnector1">
            <a:avLst/>
          </a:prstGeom>
          <a:ln w="19050">
            <a:solidFill>
              <a:srgbClr val="0070C0"/>
            </a:solidFill>
          </a:ln>
        </p:spPr>
      </p:cxnSp>
      <p:cxnSp>
        <p:nvCxnSpPr>
          <p:cNvPr id="14" name="Straight Arrow Connector 13">
            <a:extLst>
              <a:ext uri="{FF2B5EF4-FFF2-40B4-BE49-F238E27FC236}">
                <a16:creationId xmlns:a16="http://schemas.microsoft.com/office/drawing/2014/main" id="{696B38ED-60BF-4601-AA9F-EEBC620EC544}"/>
              </a:ext>
            </a:extLst>
          </p:cNvPr>
          <p:cNvCxnSpPr/>
          <p:nvPr/>
        </p:nvCxnSpPr>
        <p:spPr>
          <a:xfrm>
            <a:off x="6572250" y="1876425"/>
            <a:ext cx="0" cy="1676400"/>
          </a:xfrm>
          <a:prstGeom prst="straightConnector1">
            <a:avLst/>
          </a:prstGeom>
          <a:ln w="19050">
            <a:solidFill>
              <a:srgbClr val="0070C0"/>
            </a:solidFill>
          </a:ln>
        </p:spPr>
      </p:cxnSp>
      <p:cxnSp>
        <p:nvCxnSpPr>
          <p:cNvPr id="15" name="Straight Arrow Connector 14">
            <a:extLst>
              <a:ext uri="{FF2B5EF4-FFF2-40B4-BE49-F238E27FC236}">
                <a16:creationId xmlns:a16="http://schemas.microsoft.com/office/drawing/2014/main" id="{01546845-3CB6-492E-9BE9-FA0398DFA36F}"/>
              </a:ext>
            </a:extLst>
          </p:cNvPr>
          <p:cNvCxnSpPr/>
          <p:nvPr/>
        </p:nvCxnSpPr>
        <p:spPr>
          <a:xfrm>
            <a:off x="6238875" y="3552825"/>
            <a:ext cx="333375" cy="0"/>
          </a:xfrm>
          <a:prstGeom prst="straightConnector1">
            <a:avLst/>
          </a:prstGeom>
          <a:ln w="19050">
            <a:solidFill>
              <a:srgbClr val="0070C0"/>
            </a:solidFill>
            <a:headEnd type="triangle" w="med" len="med"/>
          </a:ln>
        </p:spPr>
      </p:cxnSp>
      <p:cxnSp>
        <p:nvCxnSpPr>
          <p:cNvPr id="16" name="Straight Arrow Connector 15">
            <a:extLst>
              <a:ext uri="{FF2B5EF4-FFF2-40B4-BE49-F238E27FC236}">
                <a16:creationId xmlns:a16="http://schemas.microsoft.com/office/drawing/2014/main" id="{4BAEA680-5C28-43D0-B62D-7B2E491893F8}"/>
              </a:ext>
            </a:extLst>
          </p:cNvPr>
          <p:cNvCxnSpPr/>
          <p:nvPr/>
        </p:nvCxnSpPr>
        <p:spPr>
          <a:xfrm>
            <a:off x="2724150" y="2066925"/>
            <a:ext cx="361950" cy="0"/>
          </a:xfrm>
          <a:prstGeom prst="straightConnector1">
            <a:avLst/>
          </a:prstGeom>
          <a:ln w="19050">
            <a:solidFill>
              <a:srgbClr val="0070C0"/>
            </a:solidFill>
          </a:ln>
        </p:spPr>
      </p:cxnSp>
      <p:cxnSp>
        <p:nvCxnSpPr>
          <p:cNvPr id="17" name="Straight Arrow Connector 16">
            <a:extLst>
              <a:ext uri="{FF2B5EF4-FFF2-40B4-BE49-F238E27FC236}">
                <a16:creationId xmlns:a16="http://schemas.microsoft.com/office/drawing/2014/main" id="{1C8B0AFD-8C8C-440F-8640-3384A79A9347}"/>
              </a:ext>
            </a:extLst>
          </p:cNvPr>
          <p:cNvCxnSpPr/>
          <p:nvPr/>
        </p:nvCxnSpPr>
        <p:spPr>
          <a:xfrm>
            <a:off x="3086100" y="2066925"/>
            <a:ext cx="0" cy="1485900"/>
          </a:xfrm>
          <a:prstGeom prst="straightConnector1">
            <a:avLst/>
          </a:prstGeom>
          <a:ln w="19050">
            <a:solidFill>
              <a:srgbClr val="0070C0"/>
            </a:solidFill>
          </a:ln>
        </p:spPr>
      </p:cxnSp>
      <p:cxnSp>
        <p:nvCxnSpPr>
          <p:cNvPr id="18" name="Straight Arrow Connector 17">
            <a:extLst>
              <a:ext uri="{FF2B5EF4-FFF2-40B4-BE49-F238E27FC236}">
                <a16:creationId xmlns:a16="http://schemas.microsoft.com/office/drawing/2014/main" id="{D4C67834-E271-4218-8E95-3535D9A90365}"/>
              </a:ext>
            </a:extLst>
          </p:cNvPr>
          <p:cNvCxnSpPr/>
          <p:nvPr/>
        </p:nvCxnSpPr>
        <p:spPr>
          <a:xfrm>
            <a:off x="3086100" y="3552825"/>
            <a:ext cx="438150" cy="0"/>
          </a:xfrm>
          <a:prstGeom prst="straightConnector1">
            <a:avLst/>
          </a:prstGeom>
          <a:ln w="19050">
            <a:solidFill>
              <a:srgbClr val="0070C0"/>
            </a:solidFill>
            <a:tailEnd type="triangle" w="med" len="med"/>
          </a:ln>
        </p:spPr>
      </p:cxnSp>
    </p:spTree>
    <p:extLst>
      <p:ext uri="{BB962C8B-B14F-4D97-AF65-F5344CB8AC3E}">
        <p14:creationId xmlns:p14="http://schemas.microsoft.com/office/powerpoint/2010/main" val="17383664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Picture 22">
            <a:extLst>
              <a:ext uri="{FF2B5EF4-FFF2-40B4-BE49-F238E27FC236}">
                <a16:creationId xmlns:a16="http://schemas.microsoft.com/office/drawing/2014/main" id="{B7E66A94-359E-4943-8FCE-55C6DF403A3A}"/>
              </a:ext>
            </a:extLst>
          </p:cNvPr>
          <p:cNvPicPr>
            <a:picLocks noChangeAspect="1"/>
          </p:cNvPicPr>
          <p:nvPr/>
        </p:nvPicPr>
        <p:blipFill>
          <a:blip r:embed="rId3"/>
          <a:stretch/>
        </p:blipFill>
        <p:spPr>
          <a:xfrm>
            <a:off x="6572250" y="260789"/>
            <a:ext cx="2238375" cy="716673"/>
          </a:xfrm>
          <a:prstGeom prst="rect">
            <a:avLst/>
          </a:prstGeom>
        </p:spPr>
      </p:pic>
      <p:sp>
        <p:nvSpPr>
          <p:cNvPr id="2" name="current-content-26">
            <a:extLst>
              <a:ext uri="{FF2B5EF4-FFF2-40B4-BE49-F238E27FC236}">
                <a16:creationId xmlns:a16="http://schemas.microsoft.com/office/drawing/2014/main" id="{98647030-E4B5-4D52-AA6F-471A01268405}"/>
              </a:ext>
            </a:extLst>
          </p:cNvPr>
          <p:cNvSpPr>
            <a:spLocks noGrp="1"/>
          </p:cNvSpPr>
          <p:nvPr/>
        </p:nvSpPr>
        <p:spPr>
          <a:xfrm>
            <a:off x="533400" y="457200"/>
            <a:ext cx="5762625" cy="552450"/>
          </a:xfrm>
          <a:prstGeom prst="rect">
            <a:avLst/>
          </a:prstGeom>
          <a:noFill/>
          <a:ln w="0">
            <a:noFill/>
          </a:ln>
        </p:spPr>
        <p:txBody>
          <a:bodyPr wrap="square" lIns="0" tIns="0" rIns="0" bIns="0" anchor="t">
            <a:noAutofit/>
          </a:bodyPr>
          <a:lstStyle>
            <a:defPPr algn="l">
              <a:defRPr sz="2520" b="1">
                <a:solidFill>
                  <a:srgbClr val="0070C0"/>
                </a:solidFill>
                <a:latin typeface="Raleway"/>
                <a:ea typeface="Raleway"/>
                <a:cs typeface="Raleway"/>
              </a:defRPr>
            </a:defPPr>
            <a:lvl1pPr algn="l">
              <a:defRPr sz="2520" b="1">
                <a:solidFill>
                  <a:srgbClr val="0070C0"/>
                </a:solidFill>
                <a:latin typeface="Raleway"/>
                <a:ea typeface="Raleway"/>
                <a:cs typeface="Raleway"/>
              </a:defRPr>
            </a:lvl1pPr>
            <a:lvl2pPr algn="l">
              <a:defRPr sz="2520" b="1">
                <a:solidFill>
                  <a:srgbClr val="0070C0"/>
                </a:solidFill>
                <a:latin typeface="Raleway"/>
                <a:ea typeface="Raleway"/>
                <a:cs typeface="Raleway"/>
              </a:defRPr>
            </a:lvl2pPr>
            <a:lvl3pPr algn="l">
              <a:defRPr sz="2520" b="1">
                <a:solidFill>
                  <a:srgbClr val="0070C0"/>
                </a:solidFill>
                <a:latin typeface="Raleway"/>
                <a:ea typeface="Raleway"/>
                <a:cs typeface="Raleway"/>
              </a:defRPr>
            </a:lvl3pPr>
            <a:lvl4pPr algn="l">
              <a:defRPr sz="2520" b="1">
                <a:solidFill>
                  <a:srgbClr val="0070C0"/>
                </a:solidFill>
                <a:latin typeface="Raleway"/>
                <a:ea typeface="Raleway"/>
                <a:cs typeface="Raleway"/>
              </a:defRPr>
            </a:lvl4pPr>
            <a:lvl5pPr algn="l">
              <a:defRPr sz="2520" b="1">
                <a:solidFill>
                  <a:srgbClr val="0070C0"/>
                </a:solidFill>
                <a:latin typeface="Raleway"/>
                <a:ea typeface="Raleway"/>
                <a:cs typeface="Raleway"/>
              </a:defRPr>
            </a:lvl5pPr>
            <a:lvl6pPr algn="l">
              <a:defRPr sz="2520" b="1">
                <a:solidFill>
                  <a:srgbClr val="0070C0"/>
                </a:solidFill>
                <a:latin typeface="Raleway"/>
                <a:ea typeface="Raleway"/>
                <a:cs typeface="Raleway"/>
              </a:defRPr>
            </a:lvl6pPr>
            <a:lvl7pPr algn="l">
              <a:defRPr sz="2520" b="1">
                <a:solidFill>
                  <a:srgbClr val="0070C0"/>
                </a:solidFill>
                <a:latin typeface="Raleway"/>
                <a:ea typeface="Raleway"/>
                <a:cs typeface="Raleway"/>
              </a:defRPr>
            </a:lvl7pPr>
            <a:lvl8pPr algn="l">
              <a:defRPr sz="2520" b="1">
                <a:solidFill>
                  <a:srgbClr val="0070C0"/>
                </a:solidFill>
                <a:latin typeface="Raleway"/>
                <a:ea typeface="Raleway"/>
                <a:cs typeface="Raleway"/>
              </a:defRPr>
            </a:lvl8pPr>
            <a:lvl9pPr algn="l">
              <a:defRPr sz="2520" b="1">
                <a:solidFill>
                  <a:srgbClr val="0070C0"/>
                </a:solidFill>
                <a:latin typeface="Raleway"/>
                <a:ea typeface="Raleway"/>
                <a:cs typeface="Raleway"/>
              </a:defRPr>
            </a:lvl9pPr>
          </a:lstStyle>
          <a:p>
            <a:pPr algn="l">
              <a:defRPr sz="2520" b="1">
                <a:solidFill>
                  <a:srgbClr val="0070C0"/>
                </a:solidFill>
                <a:latin typeface="Raleway"/>
                <a:ea typeface="Raleway"/>
                <a:cs typeface="Raleway"/>
              </a:defRPr>
            </a:pPr>
            <a:r>
              <a:rPr sz="2520" b="1">
                <a:solidFill>
                  <a:srgbClr val="0070C0"/>
                </a:solidFill>
                <a:latin typeface="Raleway"/>
                <a:ea typeface="Raleway"/>
                <a:cs typeface="Raleway"/>
              </a:rPr>
              <a:t>Core system logic</a:t>
            </a:r>
          </a:p>
        </p:txBody>
      </p:sp>
      <p:sp>
        <p:nvSpPr>
          <p:cNvPr id="4" name="current-content-108">
            <a:extLst>
              <a:ext uri="{FF2B5EF4-FFF2-40B4-BE49-F238E27FC236}">
                <a16:creationId xmlns:a16="http://schemas.microsoft.com/office/drawing/2014/main" id="{0156CC25-BD8A-4507-A246-F0E748C7A543}"/>
              </a:ext>
            </a:extLst>
          </p:cNvPr>
          <p:cNvSpPr>
            <a:spLocks noGrp="1"/>
          </p:cNvSpPr>
          <p:nvPr/>
        </p:nvSpPr>
        <p:spPr>
          <a:xfrm>
            <a:off x="533400" y="1304925"/>
            <a:ext cx="8058150" cy="285750"/>
          </a:xfrm>
          <a:prstGeom prst="rect">
            <a:avLst/>
          </a:prstGeom>
          <a:noFill/>
          <a:ln w="0">
            <a:noFill/>
          </a:ln>
        </p:spPr>
        <p:txBody>
          <a:bodyPr wrap="square" lIns="0" tIns="0" rIns="0" bIns="0" anchor="t">
            <a:noAutofit/>
          </a:bodyPr>
          <a:lstStyle>
            <a:defPPr algn="l">
              <a:defRPr sz="1800" b="1">
                <a:solidFill>
                  <a:srgbClr val="202C61"/>
                </a:solidFill>
                <a:latin typeface="Raleway"/>
                <a:ea typeface="Raleway"/>
                <a:cs typeface="Raleway"/>
              </a:defRPr>
            </a:defPPr>
            <a:lvl1pPr algn="l">
              <a:defRPr sz="1800" b="1">
                <a:solidFill>
                  <a:srgbClr val="202C61"/>
                </a:solidFill>
                <a:latin typeface="Raleway"/>
                <a:ea typeface="Raleway"/>
                <a:cs typeface="Raleway"/>
              </a:defRPr>
            </a:lvl1pPr>
            <a:lvl2pPr algn="l">
              <a:defRPr sz="1800" b="1">
                <a:solidFill>
                  <a:srgbClr val="202C61"/>
                </a:solidFill>
                <a:latin typeface="Raleway"/>
                <a:ea typeface="Raleway"/>
                <a:cs typeface="Raleway"/>
              </a:defRPr>
            </a:lvl2pPr>
            <a:lvl3pPr algn="l">
              <a:defRPr sz="1800" b="1">
                <a:solidFill>
                  <a:srgbClr val="202C61"/>
                </a:solidFill>
                <a:latin typeface="Raleway"/>
                <a:ea typeface="Raleway"/>
                <a:cs typeface="Raleway"/>
              </a:defRPr>
            </a:lvl3pPr>
            <a:lvl4pPr algn="l">
              <a:defRPr sz="1800" b="1">
                <a:solidFill>
                  <a:srgbClr val="202C61"/>
                </a:solidFill>
                <a:latin typeface="Raleway"/>
                <a:ea typeface="Raleway"/>
                <a:cs typeface="Raleway"/>
              </a:defRPr>
            </a:lvl4pPr>
            <a:lvl5pPr algn="l">
              <a:defRPr sz="1800" b="1">
                <a:solidFill>
                  <a:srgbClr val="202C61"/>
                </a:solidFill>
                <a:latin typeface="Raleway"/>
                <a:ea typeface="Raleway"/>
                <a:cs typeface="Raleway"/>
              </a:defRPr>
            </a:lvl5pPr>
            <a:lvl6pPr algn="l">
              <a:defRPr sz="1800" b="1">
                <a:solidFill>
                  <a:srgbClr val="202C61"/>
                </a:solidFill>
                <a:latin typeface="Raleway"/>
                <a:ea typeface="Raleway"/>
                <a:cs typeface="Raleway"/>
              </a:defRPr>
            </a:lvl6pPr>
            <a:lvl7pPr algn="l">
              <a:defRPr sz="1800" b="1">
                <a:solidFill>
                  <a:srgbClr val="202C61"/>
                </a:solidFill>
                <a:latin typeface="Raleway"/>
                <a:ea typeface="Raleway"/>
                <a:cs typeface="Raleway"/>
              </a:defRPr>
            </a:lvl7pPr>
            <a:lvl8pPr algn="l">
              <a:defRPr sz="1800" b="1">
                <a:solidFill>
                  <a:srgbClr val="202C61"/>
                </a:solidFill>
                <a:latin typeface="Raleway"/>
                <a:ea typeface="Raleway"/>
                <a:cs typeface="Raleway"/>
              </a:defRPr>
            </a:lvl8pPr>
            <a:lvl9pPr algn="l">
              <a:defRPr sz="1800" b="1">
                <a:solidFill>
                  <a:srgbClr val="202C61"/>
                </a:solidFill>
                <a:latin typeface="Raleway"/>
                <a:ea typeface="Raleway"/>
                <a:cs typeface="Raleway"/>
              </a:defRPr>
            </a:lvl9pPr>
          </a:lstStyle>
          <a:p>
            <a:pPr algn="l">
              <a:defRPr sz="1800" b="1">
                <a:solidFill>
                  <a:srgbClr val="202C61"/>
                </a:solidFill>
                <a:latin typeface="Raleway"/>
                <a:ea typeface="Raleway"/>
                <a:cs typeface="Raleway"/>
              </a:defRPr>
            </a:pPr>
            <a:r>
              <a:rPr sz="1800" b="1">
                <a:solidFill>
                  <a:srgbClr val="202C61"/>
                </a:solidFill>
                <a:latin typeface="Raleway"/>
                <a:ea typeface="Raleway"/>
                <a:cs typeface="Raleway"/>
              </a:rPr>
              <a:t>Checkout</a:t>
            </a:r>
          </a:p>
        </p:txBody>
      </p:sp>
      <p:sp>
        <p:nvSpPr>
          <p:cNvPr id="5" name="Rectangle 4">
            <a:extLst>
              <a:ext uri="{FF2B5EF4-FFF2-40B4-BE49-F238E27FC236}">
                <a16:creationId xmlns:a16="http://schemas.microsoft.com/office/drawing/2014/main" id="{0B640EC1-4BF0-4CFC-A06E-A6362166BD06}"/>
              </a:ext>
            </a:extLst>
          </p:cNvPr>
          <p:cNvSpPr>
            <a:spLocks noGrp="1"/>
          </p:cNvSpPr>
          <p:nvPr/>
        </p:nvSpPr>
        <p:spPr>
          <a:xfrm>
            <a:off x="533400" y="1657350"/>
            <a:ext cx="2247900" cy="504825"/>
          </a:xfrm>
          <a:prstGeom prst="rect">
            <a:avLst/>
          </a:prstGeom>
          <a:solidFill>
            <a:srgbClr val="FFFFFF"/>
          </a:solidFill>
          <a:ln w="14288">
            <a:solidFill>
              <a:srgbClr val="202C61"/>
            </a:solidFill>
          </a:ln>
        </p:spPr>
        <p:txBody>
          <a:bodyPr wrap="square" lIns="95250" tIns="95250" rIns="95250" bIns="95250" anchor="ctr"/>
          <a:lstStyle>
            <a:defPPr algn="ctr">
              <a:defRPr sz="1425">
                <a:solidFill>
                  <a:srgbClr val="171717"/>
                </a:solidFill>
                <a:latin typeface="Arial"/>
                <a:ea typeface="Arial"/>
                <a:cs typeface="Arial"/>
              </a:defRPr>
            </a:defPPr>
            <a:lvl1pPr algn="ctr">
              <a:defRPr sz="1425">
                <a:solidFill>
                  <a:srgbClr val="171717"/>
                </a:solidFill>
                <a:latin typeface="Arial"/>
                <a:ea typeface="Arial"/>
                <a:cs typeface="Arial"/>
              </a:defRPr>
            </a:lvl1pPr>
            <a:lvl2pPr algn="ctr">
              <a:defRPr sz="1425">
                <a:solidFill>
                  <a:srgbClr val="171717"/>
                </a:solidFill>
                <a:latin typeface="Arial"/>
                <a:ea typeface="Arial"/>
                <a:cs typeface="Arial"/>
              </a:defRPr>
            </a:lvl2pPr>
            <a:lvl3pPr algn="ctr">
              <a:defRPr sz="1425">
                <a:solidFill>
                  <a:srgbClr val="171717"/>
                </a:solidFill>
                <a:latin typeface="Arial"/>
                <a:ea typeface="Arial"/>
                <a:cs typeface="Arial"/>
              </a:defRPr>
            </a:lvl3pPr>
            <a:lvl4pPr algn="ctr">
              <a:defRPr sz="1425">
                <a:solidFill>
                  <a:srgbClr val="171717"/>
                </a:solidFill>
                <a:latin typeface="Arial"/>
                <a:ea typeface="Arial"/>
                <a:cs typeface="Arial"/>
              </a:defRPr>
            </a:lvl4pPr>
            <a:lvl5pPr algn="ctr">
              <a:defRPr sz="1425">
                <a:solidFill>
                  <a:srgbClr val="171717"/>
                </a:solidFill>
                <a:latin typeface="Arial"/>
                <a:ea typeface="Arial"/>
                <a:cs typeface="Arial"/>
              </a:defRPr>
            </a:lvl5pPr>
            <a:lvl6pPr algn="ctr">
              <a:defRPr sz="1425">
                <a:solidFill>
                  <a:srgbClr val="171717"/>
                </a:solidFill>
                <a:latin typeface="Arial"/>
                <a:ea typeface="Arial"/>
                <a:cs typeface="Arial"/>
              </a:defRPr>
            </a:lvl6pPr>
            <a:lvl7pPr algn="ctr">
              <a:defRPr sz="1425">
                <a:solidFill>
                  <a:srgbClr val="171717"/>
                </a:solidFill>
                <a:latin typeface="Arial"/>
                <a:ea typeface="Arial"/>
                <a:cs typeface="Arial"/>
              </a:defRPr>
            </a:lvl7pPr>
            <a:lvl8pPr algn="ctr">
              <a:defRPr sz="1425">
                <a:solidFill>
                  <a:srgbClr val="171717"/>
                </a:solidFill>
                <a:latin typeface="Arial"/>
                <a:ea typeface="Arial"/>
                <a:cs typeface="Arial"/>
              </a:defRPr>
            </a:lvl8pPr>
            <a:lvl9pPr algn="ctr">
              <a:defRPr sz="1425">
                <a:solidFill>
                  <a:srgbClr val="171717"/>
                </a:solidFill>
                <a:latin typeface="Arial"/>
                <a:ea typeface="Arial"/>
                <a:cs typeface="Arial"/>
              </a:defRPr>
            </a:lvl9pPr>
          </a:lstStyle>
          <a:p>
            <a:pPr algn="ctr">
              <a:defRPr sz="1425">
                <a:solidFill>
                  <a:srgbClr val="171717"/>
                </a:solidFill>
                <a:latin typeface="Arial"/>
                <a:ea typeface="Arial"/>
                <a:cs typeface="Arial"/>
              </a:defRPr>
            </a:pPr>
            <a:r>
              <a:rPr sz="1425">
                <a:solidFill>
                  <a:srgbClr val="171717"/>
                </a:solidFill>
                <a:latin typeface="Arial"/>
                <a:ea typeface="Arial"/>
                <a:cs typeface="Arial"/>
              </a:rPr>
              <a:t>Cart and payment</a:t>
            </a:r>
          </a:p>
        </p:txBody>
      </p:sp>
      <p:sp>
        <p:nvSpPr>
          <p:cNvPr id="6" name="Rectangle 5">
            <a:extLst>
              <a:ext uri="{FF2B5EF4-FFF2-40B4-BE49-F238E27FC236}">
                <a16:creationId xmlns:a16="http://schemas.microsoft.com/office/drawing/2014/main" id="{0EB6003E-4669-46AB-92B3-82806F235DCE}"/>
              </a:ext>
            </a:extLst>
          </p:cNvPr>
          <p:cNvSpPr>
            <a:spLocks noGrp="1"/>
          </p:cNvSpPr>
          <p:nvPr/>
        </p:nvSpPr>
        <p:spPr>
          <a:xfrm>
            <a:off x="3438525" y="1657350"/>
            <a:ext cx="2247900" cy="504825"/>
          </a:xfrm>
          <a:prstGeom prst="rect">
            <a:avLst/>
          </a:prstGeom>
          <a:solidFill>
            <a:srgbClr val="FFFFFF"/>
          </a:solidFill>
          <a:ln w="14288">
            <a:solidFill>
              <a:srgbClr val="202C61"/>
            </a:solidFill>
          </a:ln>
        </p:spPr>
        <p:txBody>
          <a:bodyPr wrap="square" lIns="95250" tIns="95250" rIns="95250" bIns="95250" anchor="ctr"/>
          <a:lstStyle>
            <a:defPPr algn="ctr">
              <a:defRPr sz="1425">
                <a:solidFill>
                  <a:srgbClr val="171717"/>
                </a:solidFill>
                <a:latin typeface="Arial"/>
                <a:ea typeface="Arial"/>
                <a:cs typeface="Arial"/>
              </a:defRPr>
            </a:defPPr>
            <a:lvl1pPr algn="ctr">
              <a:defRPr sz="1425">
                <a:solidFill>
                  <a:srgbClr val="171717"/>
                </a:solidFill>
                <a:latin typeface="Arial"/>
                <a:ea typeface="Arial"/>
                <a:cs typeface="Arial"/>
              </a:defRPr>
            </a:lvl1pPr>
            <a:lvl2pPr algn="ctr">
              <a:defRPr sz="1425">
                <a:solidFill>
                  <a:srgbClr val="171717"/>
                </a:solidFill>
                <a:latin typeface="Arial"/>
                <a:ea typeface="Arial"/>
                <a:cs typeface="Arial"/>
              </a:defRPr>
            </a:lvl2pPr>
            <a:lvl3pPr algn="ctr">
              <a:defRPr sz="1425">
                <a:solidFill>
                  <a:srgbClr val="171717"/>
                </a:solidFill>
                <a:latin typeface="Arial"/>
                <a:ea typeface="Arial"/>
                <a:cs typeface="Arial"/>
              </a:defRPr>
            </a:lvl3pPr>
            <a:lvl4pPr algn="ctr">
              <a:defRPr sz="1425">
                <a:solidFill>
                  <a:srgbClr val="171717"/>
                </a:solidFill>
                <a:latin typeface="Arial"/>
                <a:ea typeface="Arial"/>
                <a:cs typeface="Arial"/>
              </a:defRPr>
            </a:lvl4pPr>
            <a:lvl5pPr algn="ctr">
              <a:defRPr sz="1425">
                <a:solidFill>
                  <a:srgbClr val="171717"/>
                </a:solidFill>
                <a:latin typeface="Arial"/>
                <a:ea typeface="Arial"/>
                <a:cs typeface="Arial"/>
              </a:defRPr>
            </a:lvl5pPr>
            <a:lvl6pPr algn="ctr">
              <a:defRPr sz="1425">
                <a:solidFill>
                  <a:srgbClr val="171717"/>
                </a:solidFill>
                <a:latin typeface="Arial"/>
                <a:ea typeface="Arial"/>
                <a:cs typeface="Arial"/>
              </a:defRPr>
            </a:lvl6pPr>
            <a:lvl7pPr algn="ctr">
              <a:defRPr sz="1425">
                <a:solidFill>
                  <a:srgbClr val="171717"/>
                </a:solidFill>
                <a:latin typeface="Arial"/>
                <a:ea typeface="Arial"/>
                <a:cs typeface="Arial"/>
              </a:defRPr>
            </a:lvl7pPr>
            <a:lvl8pPr algn="ctr">
              <a:defRPr sz="1425">
                <a:solidFill>
                  <a:srgbClr val="171717"/>
                </a:solidFill>
                <a:latin typeface="Arial"/>
                <a:ea typeface="Arial"/>
                <a:cs typeface="Arial"/>
              </a:defRPr>
            </a:lvl8pPr>
            <a:lvl9pPr algn="ctr">
              <a:defRPr sz="1425">
                <a:solidFill>
                  <a:srgbClr val="171717"/>
                </a:solidFill>
                <a:latin typeface="Arial"/>
                <a:ea typeface="Arial"/>
                <a:cs typeface="Arial"/>
              </a:defRPr>
            </a:lvl9pPr>
          </a:lstStyle>
          <a:p>
            <a:pPr algn="ctr">
              <a:defRPr sz="1425">
                <a:solidFill>
                  <a:srgbClr val="171717"/>
                </a:solidFill>
                <a:latin typeface="Arial"/>
                <a:ea typeface="Arial"/>
                <a:cs typeface="Arial"/>
              </a:defRPr>
            </a:pPr>
            <a:r>
              <a:rPr sz="1425">
                <a:solidFill>
                  <a:srgbClr val="171717"/>
                </a:solidFill>
                <a:latin typeface="Arial"/>
                <a:ea typeface="Arial"/>
                <a:cs typeface="Arial"/>
              </a:rPr>
              <a:t>Server validation</a:t>
            </a:r>
          </a:p>
        </p:txBody>
      </p:sp>
      <p:sp>
        <p:nvSpPr>
          <p:cNvPr id="7" name="Rectangle 6">
            <a:extLst>
              <a:ext uri="{FF2B5EF4-FFF2-40B4-BE49-F238E27FC236}">
                <a16:creationId xmlns:a16="http://schemas.microsoft.com/office/drawing/2014/main" id="{1C66D78A-45BE-4870-9C1F-2AA33906990A}"/>
              </a:ext>
            </a:extLst>
          </p:cNvPr>
          <p:cNvSpPr>
            <a:spLocks noGrp="1"/>
          </p:cNvSpPr>
          <p:nvPr/>
        </p:nvSpPr>
        <p:spPr>
          <a:xfrm>
            <a:off x="6343650" y="1657350"/>
            <a:ext cx="2247900" cy="504825"/>
          </a:xfrm>
          <a:prstGeom prst="rect">
            <a:avLst/>
          </a:prstGeom>
          <a:solidFill>
            <a:srgbClr val="FFFFFF"/>
          </a:solidFill>
          <a:ln w="14288">
            <a:solidFill>
              <a:srgbClr val="202C61"/>
            </a:solidFill>
          </a:ln>
        </p:spPr>
        <p:txBody>
          <a:bodyPr wrap="square" lIns="95250" tIns="95250" rIns="95250" bIns="95250" anchor="ctr"/>
          <a:lstStyle>
            <a:defPPr algn="ctr">
              <a:defRPr sz="1425">
                <a:solidFill>
                  <a:srgbClr val="171717"/>
                </a:solidFill>
                <a:latin typeface="Arial"/>
                <a:ea typeface="Arial"/>
                <a:cs typeface="Arial"/>
              </a:defRPr>
            </a:defPPr>
            <a:lvl1pPr algn="ctr">
              <a:defRPr sz="1425">
                <a:solidFill>
                  <a:srgbClr val="171717"/>
                </a:solidFill>
                <a:latin typeface="Arial"/>
                <a:ea typeface="Arial"/>
                <a:cs typeface="Arial"/>
              </a:defRPr>
            </a:lvl1pPr>
            <a:lvl2pPr algn="ctr">
              <a:defRPr sz="1425">
                <a:solidFill>
                  <a:srgbClr val="171717"/>
                </a:solidFill>
                <a:latin typeface="Arial"/>
                <a:ea typeface="Arial"/>
                <a:cs typeface="Arial"/>
              </a:defRPr>
            </a:lvl2pPr>
            <a:lvl3pPr algn="ctr">
              <a:defRPr sz="1425">
                <a:solidFill>
                  <a:srgbClr val="171717"/>
                </a:solidFill>
                <a:latin typeface="Arial"/>
                <a:ea typeface="Arial"/>
                <a:cs typeface="Arial"/>
              </a:defRPr>
            </a:lvl3pPr>
            <a:lvl4pPr algn="ctr">
              <a:defRPr sz="1425">
                <a:solidFill>
                  <a:srgbClr val="171717"/>
                </a:solidFill>
                <a:latin typeface="Arial"/>
                <a:ea typeface="Arial"/>
                <a:cs typeface="Arial"/>
              </a:defRPr>
            </a:lvl4pPr>
            <a:lvl5pPr algn="ctr">
              <a:defRPr sz="1425">
                <a:solidFill>
                  <a:srgbClr val="171717"/>
                </a:solidFill>
                <a:latin typeface="Arial"/>
                <a:ea typeface="Arial"/>
                <a:cs typeface="Arial"/>
              </a:defRPr>
            </a:lvl5pPr>
            <a:lvl6pPr algn="ctr">
              <a:defRPr sz="1425">
                <a:solidFill>
                  <a:srgbClr val="171717"/>
                </a:solidFill>
                <a:latin typeface="Arial"/>
                <a:ea typeface="Arial"/>
                <a:cs typeface="Arial"/>
              </a:defRPr>
            </a:lvl6pPr>
            <a:lvl7pPr algn="ctr">
              <a:defRPr sz="1425">
                <a:solidFill>
                  <a:srgbClr val="171717"/>
                </a:solidFill>
                <a:latin typeface="Arial"/>
                <a:ea typeface="Arial"/>
                <a:cs typeface="Arial"/>
              </a:defRPr>
            </a:lvl7pPr>
            <a:lvl8pPr algn="ctr">
              <a:defRPr sz="1425">
                <a:solidFill>
                  <a:srgbClr val="171717"/>
                </a:solidFill>
                <a:latin typeface="Arial"/>
                <a:ea typeface="Arial"/>
                <a:cs typeface="Arial"/>
              </a:defRPr>
            </a:lvl8pPr>
            <a:lvl9pPr algn="ctr">
              <a:defRPr sz="1425">
                <a:solidFill>
                  <a:srgbClr val="171717"/>
                </a:solidFill>
                <a:latin typeface="Arial"/>
                <a:ea typeface="Arial"/>
                <a:cs typeface="Arial"/>
              </a:defRPr>
            </a:lvl9pPr>
          </a:lstStyle>
          <a:p>
            <a:pPr algn="ctr">
              <a:defRPr sz="1425">
                <a:solidFill>
                  <a:srgbClr val="171717"/>
                </a:solidFill>
                <a:latin typeface="Arial"/>
                <a:ea typeface="Arial"/>
                <a:cs typeface="Arial"/>
              </a:defRPr>
            </a:pPr>
            <a:r>
              <a:rPr sz="1425">
                <a:solidFill>
                  <a:srgbClr val="171717"/>
                </a:solidFill>
                <a:latin typeface="Arial"/>
                <a:ea typeface="Arial"/>
                <a:cs typeface="Arial"/>
              </a:rPr>
              <a:t>Commit sale + stock</a:t>
            </a:r>
          </a:p>
        </p:txBody>
      </p:sp>
      <p:sp>
        <p:nvSpPr>
          <p:cNvPr id="10" name="current-content-109">
            <a:extLst>
              <a:ext uri="{FF2B5EF4-FFF2-40B4-BE49-F238E27FC236}">
                <a16:creationId xmlns:a16="http://schemas.microsoft.com/office/drawing/2014/main" id="{5BF98F77-7737-44E8-9797-4DE848E54E8A}"/>
              </a:ext>
            </a:extLst>
          </p:cNvPr>
          <p:cNvSpPr>
            <a:spLocks noGrp="1"/>
          </p:cNvSpPr>
          <p:nvPr/>
        </p:nvSpPr>
        <p:spPr>
          <a:xfrm>
            <a:off x="533400" y="2343150"/>
            <a:ext cx="8058150" cy="285750"/>
          </a:xfrm>
          <a:prstGeom prst="rect">
            <a:avLst/>
          </a:prstGeom>
          <a:noFill/>
          <a:ln w="0">
            <a:noFill/>
          </a:ln>
        </p:spPr>
        <p:txBody>
          <a:bodyPr wrap="square" lIns="0" tIns="0" rIns="0" bIns="0" anchor="t">
            <a:noAutofit/>
          </a:bodyPr>
          <a:lstStyle>
            <a:defPPr algn="l">
              <a:defRPr sz="1800" b="1">
                <a:solidFill>
                  <a:srgbClr val="202C61"/>
                </a:solidFill>
                <a:latin typeface="Raleway"/>
                <a:ea typeface="Raleway"/>
                <a:cs typeface="Raleway"/>
              </a:defRPr>
            </a:defPPr>
            <a:lvl1pPr algn="l">
              <a:defRPr sz="1800" b="1">
                <a:solidFill>
                  <a:srgbClr val="202C61"/>
                </a:solidFill>
                <a:latin typeface="Raleway"/>
                <a:ea typeface="Raleway"/>
                <a:cs typeface="Raleway"/>
              </a:defRPr>
            </a:lvl1pPr>
            <a:lvl2pPr algn="l">
              <a:defRPr sz="1800" b="1">
                <a:solidFill>
                  <a:srgbClr val="202C61"/>
                </a:solidFill>
                <a:latin typeface="Raleway"/>
                <a:ea typeface="Raleway"/>
                <a:cs typeface="Raleway"/>
              </a:defRPr>
            </a:lvl2pPr>
            <a:lvl3pPr algn="l">
              <a:defRPr sz="1800" b="1">
                <a:solidFill>
                  <a:srgbClr val="202C61"/>
                </a:solidFill>
                <a:latin typeface="Raleway"/>
                <a:ea typeface="Raleway"/>
                <a:cs typeface="Raleway"/>
              </a:defRPr>
            </a:lvl3pPr>
            <a:lvl4pPr algn="l">
              <a:defRPr sz="1800" b="1">
                <a:solidFill>
                  <a:srgbClr val="202C61"/>
                </a:solidFill>
                <a:latin typeface="Raleway"/>
                <a:ea typeface="Raleway"/>
                <a:cs typeface="Raleway"/>
              </a:defRPr>
            </a:lvl4pPr>
            <a:lvl5pPr algn="l">
              <a:defRPr sz="1800" b="1">
                <a:solidFill>
                  <a:srgbClr val="202C61"/>
                </a:solidFill>
                <a:latin typeface="Raleway"/>
                <a:ea typeface="Raleway"/>
                <a:cs typeface="Raleway"/>
              </a:defRPr>
            </a:lvl5pPr>
            <a:lvl6pPr algn="l">
              <a:defRPr sz="1800" b="1">
                <a:solidFill>
                  <a:srgbClr val="202C61"/>
                </a:solidFill>
                <a:latin typeface="Raleway"/>
                <a:ea typeface="Raleway"/>
                <a:cs typeface="Raleway"/>
              </a:defRPr>
            </a:lvl6pPr>
            <a:lvl7pPr algn="l">
              <a:defRPr sz="1800" b="1">
                <a:solidFill>
                  <a:srgbClr val="202C61"/>
                </a:solidFill>
                <a:latin typeface="Raleway"/>
                <a:ea typeface="Raleway"/>
                <a:cs typeface="Raleway"/>
              </a:defRPr>
            </a:lvl7pPr>
            <a:lvl8pPr algn="l">
              <a:defRPr sz="1800" b="1">
                <a:solidFill>
                  <a:srgbClr val="202C61"/>
                </a:solidFill>
                <a:latin typeface="Raleway"/>
                <a:ea typeface="Raleway"/>
                <a:cs typeface="Raleway"/>
              </a:defRPr>
            </a:lvl8pPr>
            <a:lvl9pPr algn="l">
              <a:defRPr sz="1800" b="1">
                <a:solidFill>
                  <a:srgbClr val="202C61"/>
                </a:solidFill>
                <a:latin typeface="Raleway"/>
                <a:ea typeface="Raleway"/>
                <a:cs typeface="Raleway"/>
              </a:defRPr>
            </a:lvl9pPr>
          </a:lstStyle>
          <a:p>
            <a:pPr algn="l">
              <a:defRPr sz="1800" b="1">
                <a:solidFill>
                  <a:srgbClr val="202C61"/>
                </a:solidFill>
                <a:latin typeface="Raleway"/>
                <a:ea typeface="Raleway"/>
                <a:cs typeface="Raleway"/>
              </a:defRPr>
            </a:pPr>
            <a:r>
              <a:rPr sz="1800" b="1">
                <a:solidFill>
                  <a:srgbClr val="202C61"/>
                </a:solidFill>
                <a:latin typeface="Raleway"/>
                <a:ea typeface="Raleway"/>
                <a:cs typeface="Raleway"/>
              </a:rPr>
              <a:t>Bulk conversion</a:t>
            </a:r>
          </a:p>
        </p:txBody>
      </p:sp>
      <p:sp>
        <p:nvSpPr>
          <p:cNvPr id="11" name="Rectangle 10">
            <a:extLst>
              <a:ext uri="{FF2B5EF4-FFF2-40B4-BE49-F238E27FC236}">
                <a16:creationId xmlns:a16="http://schemas.microsoft.com/office/drawing/2014/main" id="{3FAD3288-930A-40A5-90FF-03067A0FCAFB}"/>
              </a:ext>
            </a:extLst>
          </p:cNvPr>
          <p:cNvSpPr>
            <a:spLocks noGrp="1"/>
          </p:cNvSpPr>
          <p:nvPr/>
        </p:nvSpPr>
        <p:spPr>
          <a:xfrm>
            <a:off x="533400" y="2695575"/>
            <a:ext cx="2247900" cy="504825"/>
          </a:xfrm>
          <a:prstGeom prst="rect">
            <a:avLst/>
          </a:prstGeom>
          <a:solidFill>
            <a:srgbClr val="FFFFFF"/>
          </a:solidFill>
          <a:ln w="14288">
            <a:solidFill>
              <a:srgbClr val="202C61"/>
            </a:solidFill>
          </a:ln>
        </p:spPr>
        <p:txBody>
          <a:bodyPr wrap="square" lIns="95250" tIns="95250" rIns="95250" bIns="95250" anchor="ctr"/>
          <a:lstStyle>
            <a:defPPr algn="ctr">
              <a:defRPr sz="1425">
                <a:solidFill>
                  <a:srgbClr val="171717"/>
                </a:solidFill>
                <a:latin typeface="Arial"/>
                <a:ea typeface="Arial"/>
                <a:cs typeface="Arial"/>
              </a:defRPr>
            </a:defPPr>
            <a:lvl1pPr algn="ctr">
              <a:defRPr sz="1425">
                <a:solidFill>
                  <a:srgbClr val="171717"/>
                </a:solidFill>
                <a:latin typeface="Arial"/>
                <a:ea typeface="Arial"/>
                <a:cs typeface="Arial"/>
              </a:defRPr>
            </a:lvl1pPr>
            <a:lvl2pPr algn="ctr">
              <a:defRPr sz="1425">
                <a:solidFill>
                  <a:srgbClr val="171717"/>
                </a:solidFill>
                <a:latin typeface="Arial"/>
                <a:ea typeface="Arial"/>
                <a:cs typeface="Arial"/>
              </a:defRPr>
            </a:lvl2pPr>
            <a:lvl3pPr algn="ctr">
              <a:defRPr sz="1425">
                <a:solidFill>
                  <a:srgbClr val="171717"/>
                </a:solidFill>
                <a:latin typeface="Arial"/>
                <a:ea typeface="Arial"/>
                <a:cs typeface="Arial"/>
              </a:defRPr>
            </a:lvl3pPr>
            <a:lvl4pPr algn="ctr">
              <a:defRPr sz="1425">
                <a:solidFill>
                  <a:srgbClr val="171717"/>
                </a:solidFill>
                <a:latin typeface="Arial"/>
                <a:ea typeface="Arial"/>
                <a:cs typeface="Arial"/>
              </a:defRPr>
            </a:lvl4pPr>
            <a:lvl5pPr algn="ctr">
              <a:defRPr sz="1425">
                <a:solidFill>
                  <a:srgbClr val="171717"/>
                </a:solidFill>
                <a:latin typeface="Arial"/>
                <a:ea typeface="Arial"/>
                <a:cs typeface="Arial"/>
              </a:defRPr>
            </a:lvl5pPr>
            <a:lvl6pPr algn="ctr">
              <a:defRPr sz="1425">
                <a:solidFill>
                  <a:srgbClr val="171717"/>
                </a:solidFill>
                <a:latin typeface="Arial"/>
                <a:ea typeface="Arial"/>
                <a:cs typeface="Arial"/>
              </a:defRPr>
            </a:lvl6pPr>
            <a:lvl7pPr algn="ctr">
              <a:defRPr sz="1425">
                <a:solidFill>
                  <a:srgbClr val="171717"/>
                </a:solidFill>
                <a:latin typeface="Arial"/>
                <a:ea typeface="Arial"/>
                <a:cs typeface="Arial"/>
              </a:defRPr>
            </a:lvl7pPr>
            <a:lvl8pPr algn="ctr">
              <a:defRPr sz="1425">
                <a:solidFill>
                  <a:srgbClr val="171717"/>
                </a:solidFill>
                <a:latin typeface="Arial"/>
                <a:ea typeface="Arial"/>
                <a:cs typeface="Arial"/>
              </a:defRPr>
            </a:lvl8pPr>
            <a:lvl9pPr algn="ctr">
              <a:defRPr sz="1425">
                <a:solidFill>
                  <a:srgbClr val="171717"/>
                </a:solidFill>
                <a:latin typeface="Arial"/>
                <a:ea typeface="Arial"/>
                <a:cs typeface="Arial"/>
              </a:defRPr>
            </a:lvl9pPr>
          </a:lstStyle>
          <a:p>
            <a:pPr algn="ctr">
              <a:defRPr sz="1425">
                <a:solidFill>
                  <a:srgbClr val="171717"/>
                </a:solidFill>
                <a:latin typeface="Arial"/>
                <a:ea typeface="Arial"/>
                <a:cs typeface="Arial"/>
              </a:defRPr>
            </a:pPr>
            <a:r>
              <a:rPr sz="1425">
                <a:solidFill>
                  <a:srgbClr val="171717"/>
                </a:solidFill>
                <a:latin typeface="Arial"/>
                <a:ea typeface="Arial"/>
                <a:cs typeface="Arial"/>
              </a:rPr>
              <a:t>2 packs × 6 pieces</a:t>
            </a:r>
          </a:p>
        </p:txBody>
      </p:sp>
      <p:sp>
        <p:nvSpPr>
          <p:cNvPr id="12" name="Rectangle 11">
            <a:extLst>
              <a:ext uri="{FF2B5EF4-FFF2-40B4-BE49-F238E27FC236}">
                <a16:creationId xmlns:a16="http://schemas.microsoft.com/office/drawing/2014/main" id="{F8693607-38E8-47EB-AEAF-09384A3D2075}"/>
              </a:ext>
            </a:extLst>
          </p:cNvPr>
          <p:cNvSpPr>
            <a:spLocks noGrp="1"/>
          </p:cNvSpPr>
          <p:nvPr/>
        </p:nvSpPr>
        <p:spPr>
          <a:xfrm>
            <a:off x="3438525" y="2695575"/>
            <a:ext cx="2247900" cy="504825"/>
          </a:xfrm>
          <a:prstGeom prst="rect">
            <a:avLst/>
          </a:prstGeom>
          <a:solidFill>
            <a:srgbClr val="FFFFFF"/>
          </a:solidFill>
          <a:ln w="14288">
            <a:solidFill>
              <a:srgbClr val="202C61"/>
            </a:solidFill>
          </a:ln>
        </p:spPr>
        <p:txBody>
          <a:bodyPr wrap="square" lIns="95250" tIns="95250" rIns="95250" bIns="95250" anchor="ctr"/>
          <a:lstStyle>
            <a:defPPr algn="ctr">
              <a:defRPr sz="1425">
                <a:solidFill>
                  <a:srgbClr val="171717"/>
                </a:solidFill>
                <a:latin typeface="Arial"/>
                <a:ea typeface="Arial"/>
                <a:cs typeface="Arial"/>
              </a:defRPr>
            </a:defPPr>
            <a:lvl1pPr algn="ctr">
              <a:defRPr sz="1425">
                <a:solidFill>
                  <a:srgbClr val="171717"/>
                </a:solidFill>
                <a:latin typeface="Arial"/>
                <a:ea typeface="Arial"/>
                <a:cs typeface="Arial"/>
              </a:defRPr>
            </a:lvl1pPr>
            <a:lvl2pPr algn="ctr">
              <a:defRPr sz="1425">
                <a:solidFill>
                  <a:srgbClr val="171717"/>
                </a:solidFill>
                <a:latin typeface="Arial"/>
                <a:ea typeface="Arial"/>
                <a:cs typeface="Arial"/>
              </a:defRPr>
            </a:lvl2pPr>
            <a:lvl3pPr algn="ctr">
              <a:defRPr sz="1425">
                <a:solidFill>
                  <a:srgbClr val="171717"/>
                </a:solidFill>
                <a:latin typeface="Arial"/>
                <a:ea typeface="Arial"/>
                <a:cs typeface="Arial"/>
              </a:defRPr>
            </a:lvl3pPr>
            <a:lvl4pPr algn="ctr">
              <a:defRPr sz="1425">
                <a:solidFill>
                  <a:srgbClr val="171717"/>
                </a:solidFill>
                <a:latin typeface="Arial"/>
                <a:ea typeface="Arial"/>
                <a:cs typeface="Arial"/>
              </a:defRPr>
            </a:lvl4pPr>
            <a:lvl5pPr algn="ctr">
              <a:defRPr sz="1425">
                <a:solidFill>
                  <a:srgbClr val="171717"/>
                </a:solidFill>
                <a:latin typeface="Arial"/>
                <a:ea typeface="Arial"/>
                <a:cs typeface="Arial"/>
              </a:defRPr>
            </a:lvl5pPr>
            <a:lvl6pPr algn="ctr">
              <a:defRPr sz="1425">
                <a:solidFill>
                  <a:srgbClr val="171717"/>
                </a:solidFill>
                <a:latin typeface="Arial"/>
                <a:ea typeface="Arial"/>
                <a:cs typeface="Arial"/>
              </a:defRPr>
            </a:lvl6pPr>
            <a:lvl7pPr algn="ctr">
              <a:defRPr sz="1425">
                <a:solidFill>
                  <a:srgbClr val="171717"/>
                </a:solidFill>
                <a:latin typeface="Arial"/>
                <a:ea typeface="Arial"/>
                <a:cs typeface="Arial"/>
              </a:defRPr>
            </a:lvl7pPr>
            <a:lvl8pPr algn="ctr">
              <a:defRPr sz="1425">
                <a:solidFill>
                  <a:srgbClr val="171717"/>
                </a:solidFill>
                <a:latin typeface="Arial"/>
                <a:ea typeface="Arial"/>
                <a:cs typeface="Arial"/>
              </a:defRPr>
            </a:lvl8pPr>
            <a:lvl9pPr algn="ctr">
              <a:defRPr sz="1425">
                <a:solidFill>
                  <a:srgbClr val="171717"/>
                </a:solidFill>
                <a:latin typeface="Arial"/>
                <a:ea typeface="Arial"/>
                <a:cs typeface="Arial"/>
              </a:defRPr>
            </a:lvl9pPr>
          </a:lstStyle>
          <a:p>
            <a:pPr algn="ctr">
              <a:defRPr sz="1425">
                <a:solidFill>
                  <a:srgbClr val="171717"/>
                </a:solidFill>
                <a:latin typeface="Arial"/>
                <a:ea typeface="Arial"/>
                <a:cs typeface="Arial"/>
              </a:defRPr>
            </a:pPr>
            <a:r>
              <a:rPr sz="1425">
                <a:solidFill>
                  <a:srgbClr val="171717"/>
                </a:solidFill>
                <a:latin typeface="Arial"/>
                <a:ea typeface="Arial"/>
                <a:cs typeface="Arial"/>
              </a:rPr>
              <a:t>12 base units</a:t>
            </a:r>
          </a:p>
        </p:txBody>
      </p:sp>
      <p:sp>
        <p:nvSpPr>
          <p:cNvPr id="13" name="Rectangle 12">
            <a:extLst>
              <a:ext uri="{FF2B5EF4-FFF2-40B4-BE49-F238E27FC236}">
                <a16:creationId xmlns:a16="http://schemas.microsoft.com/office/drawing/2014/main" id="{06523453-B122-4B32-930D-4A7CEBD9BF59}"/>
              </a:ext>
            </a:extLst>
          </p:cNvPr>
          <p:cNvSpPr>
            <a:spLocks noGrp="1"/>
          </p:cNvSpPr>
          <p:nvPr/>
        </p:nvSpPr>
        <p:spPr>
          <a:xfrm>
            <a:off x="6343650" y="2695575"/>
            <a:ext cx="2247900" cy="504825"/>
          </a:xfrm>
          <a:prstGeom prst="rect">
            <a:avLst/>
          </a:prstGeom>
          <a:solidFill>
            <a:srgbClr val="FFFFFF"/>
          </a:solidFill>
          <a:ln w="14288">
            <a:solidFill>
              <a:srgbClr val="202C61"/>
            </a:solidFill>
          </a:ln>
        </p:spPr>
        <p:txBody>
          <a:bodyPr wrap="square" lIns="95250" tIns="95250" rIns="95250" bIns="95250" anchor="ctr"/>
          <a:lstStyle>
            <a:defPPr algn="ctr">
              <a:defRPr sz="1425">
                <a:solidFill>
                  <a:srgbClr val="171717"/>
                </a:solidFill>
                <a:latin typeface="Arial"/>
                <a:ea typeface="Arial"/>
                <a:cs typeface="Arial"/>
              </a:defRPr>
            </a:defPPr>
            <a:lvl1pPr algn="ctr">
              <a:defRPr sz="1425">
                <a:solidFill>
                  <a:srgbClr val="171717"/>
                </a:solidFill>
                <a:latin typeface="Arial"/>
                <a:ea typeface="Arial"/>
                <a:cs typeface="Arial"/>
              </a:defRPr>
            </a:lvl1pPr>
            <a:lvl2pPr algn="ctr">
              <a:defRPr sz="1425">
                <a:solidFill>
                  <a:srgbClr val="171717"/>
                </a:solidFill>
                <a:latin typeface="Arial"/>
                <a:ea typeface="Arial"/>
                <a:cs typeface="Arial"/>
              </a:defRPr>
            </a:lvl2pPr>
            <a:lvl3pPr algn="ctr">
              <a:defRPr sz="1425">
                <a:solidFill>
                  <a:srgbClr val="171717"/>
                </a:solidFill>
                <a:latin typeface="Arial"/>
                <a:ea typeface="Arial"/>
                <a:cs typeface="Arial"/>
              </a:defRPr>
            </a:lvl3pPr>
            <a:lvl4pPr algn="ctr">
              <a:defRPr sz="1425">
                <a:solidFill>
                  <a:srgbClr val="171717"/>
                </a:solidFill>
                <a:latin typeface="Arial"/>
                <a:ea typeface="Arial"/>
                <a:cs typeface="Arial"/>
              </a:defRPr>
            </a:lvl4pPr>
            <a:lvl5pPr algn="ctr">
              <a:defRPr sz="1425">
                <a:solidFill>
                  <a:srgbClr val="171717"/>
                </a:solidFill>
                <a:latin typeface="Arial"/>
                <a:ea typeface="Arial"/>
                <a:cs typeface="Arial"/>
              </a:defRPr>
            </a:lvl5pPr>
            <a:lvl6pPr algn="ctr">
              <a:defRPr sz="1425">
                <a:solidFill>
                  <a:srgbClr val="171717"/>
                </a:solidFill>
                <a:latin typeface="Arial"/>
                <a:ea typeface="Arial"/>
                <a:cs typeface="Arial"/>
              </a:defRPr>
            </a:lvl6pPr>
            <a:lvl7pPr algn="ctr">
              <a:defRPr sz="1425">
                <a:solidFill>
                  <a:srgbClr val="171717"/>
                </a:solidFill>
                <a:latin typeface="Arial"/>
                <a:ea typeface="Arial"/>
                <a:cs typeface="Arial"/>
              </a:defRPr>
            </a:lvl7pPr>
            <a:lvl8pPr algn="ctr">
              <a:defRPr sz="1425">
                <a:solidFill>
                  <a:srgbClr val="171717"/>
                </a:solidFill>
                <a:latin typeface="Arial"/>
                <a:ea typeface="Arial"/>
                <a:cs typeface="Arial"/>
              </a:defRPr>
            </a:lvl8pPr>
            <a:lvl9pPr algn="ctr">
              <a:defRPr sz="1425">
                <a:solidFill>
                  <a:srgbClr val="171717"/>
                </a:solidFill>
                <a:latin typeface="Arial"/>
                <a:ea typeface="Arial"/>
                <a:cs typeface="Arial"/>
              </a:defRPr>
            </a:lvl9pPr>
          </a:lstStyle>
          <a:p>
            <a:pPr algn="ctr">
              <a:defRPr sz="1425">
                <a:solidFill>
                  <a:srgbClr val="171717"/>
                </a:solidFill>
                <a:latin typeface="Arial"/>
                <a:ea typeface="Arial"/>
                <a:cs typeface="Arial"/>
              </a:defRPr>
            </a:pPr>
            <a:r>
              <a:rPr sz="1425">
                <a:solidFill>
                  <a:srgbClr val="171717"/>
                </a:solidFill>
                <a:latin typeface="Arial"/>
                <a:ea typeface="Arial"/>
                <a:cs typeface="Arial"/>
              </a:rPr>
              <a:t>24 pieces become 12</a:t>
            </a:r>
          </a:p>
        </p:txBody>
      </p:sp>
      <p:sp>
        <p:nvSpPr>
          <p:cNvPr id="16" name="current-content-110">
            <a:extLst>
              <a:ext uri="{FF2B5EF4-FFF2-40B4-BE49-F238E27FC236}">
                <a16:creationId xmlns:a16="http://schemas.microsoft.com/office/drawing/2014/main" id="{63F3AE1E-932B-4181-A447-6F08C527D3A5}"/>
              </a:ext>
            </a:extLst>
          </p:cNvPr>
          <p:cNvSpPr>
            <a:spLocks noGrp="1"/>
          </p:cNvSpPr>
          <p:nvPr/>
        </p:nvSpPr>
        <p:spPr>
          <a:xfrm>
            <a:off x="533400" y="3381375"/>
            <a:ext cx="8058150" cy="285750"/>
          </a:xfrm>
          <a:prstGeom prst="rect">
            <a:avLst/>
          </a:prstGeom>
          <a:noFill/>
          <a:ln w="0">
            <a:noFill/>
          </a:ln>
        </p:spPr>
        <p:txBody>
          <a:bodyPr wrap="square" lIns="0" tIns="0" rIns="0" bIns="0" anchor="t">
            <a:noAutofit/>
          </a:bodyPr>
          <a:lstStyle>
            <a:defPPr algn="l">
              <a:defRPr sz="1800" b="1">
                <a:solidFill>
                  <a:srgbClr val="202C61"/>
                </a:solidFill>
                <a:latin typeface="Raleway"/>
                <a:ea typeface="Raleway"/>
                <a:cs typeface="Raleway"/>
              </a:defRPr>
            </a:defPPr>
            <a:lvl1pPr algn="l">
              <a:defRPr sz="1800" b="1">
                <a:solidFill>
                  <a:srgbClr val="202C61"/>
                </a:solidFill>
                <a:latin typeface="Raleway"/>
                <a:ea typeface="Raleway"/>
                <a:cs typeface="Raleway"/>
              </a:defRPr>
            </a:lvl1pPr>
            <a:lvl2pPr algn="l">
              <a:defRPr sz="1800" b="1">
                <a:solidFill>
                  <a:srgbClr val="202C61"/>
                </a:solidFill>
                <a:latin typeface="Raleway"/>
                <a:ea typeface="Raleway"/>
                <a:cs typeface="Raleway"/>
              </a:defRPr>
            </a:lvl2pPr>
            <a:lvl3pPr algn="l">
              <a:defRPr sz="1800" b="1">
                <a:solidFill>
                  <a:srgbClr val="202C61"/>
                </a:solidFill>
                <a:latin typeface="Raleway"/>
                <a:ea typeface="Raleway"/>
                <a:cs typeface="Raleway"/>
              </a:defRPr>
            </a:lvl3pPr>
            <a:lvl4pPr algn="l">
              <a:defRPr sz="1800" b="1">
                <a:solidFill>
                  <a:srgbClr val="202C61"/>
                </a:solidFill>
                <a:latin typeface="Raleway"/>
                <a:ea typeface="Raleway"/>
                <a:cs typeface="Raleway"/>
              </a:defRPr>
            </a:lvl4pPr>
            <a:lvl5pPr algn="l">
              <a:defRPr sz="1800" b="1">
                <a:solidFill>
                  <a:srgbClr val="202C61"/>
                </a:solidFill>
                <a:latin typeface="Raleway"/>
                <a:ea typeface="Raleway"/>
                <a:cs typeface="Raleway"/>
              </a:defRPr>
            </a:lvl5pPr>
            <a:lvl6pPr algn="l">
              <a:defRPr sz="1800" b="1">
                <a:solidFill>
                  <a:srgbClr val="202C61"/>
                </a:solidFill>
                <a:latin typeface="Raleway"/>
                <a:ea typeface="Raleway"/>
                <a:cs typeface="Raleway"/>
              </a:defRPr>
            </a:lvl6pPr>
            <a:lvl7pPr algn="l">
              <a:defRPr sz="1800" b="1">
                <a:solidFill>
                  <a:srgbClr val="202C61"/>
                </a:solidFill>
                <a:latin typeface="Raleway"/>
                <a:ea typeface="Raleway"/>
                <a:cs typeface="Raleway"/>
              </a:defRPr>
            </a:lvl7pPr>
            <a:lvl8pPr algn="l">
              <a:defRPr sz="1800" b="1">
                <a:solidFill>
                  <a:srgbClr val="202C61"/>
                </a:solidFill>
                <a:latin typeface="Raleway"/>
                <a:ea typeface="Raleway"/>
                <a:cs typeface="Raleway"/>
              </a:defRPr>
            </a:lvl8pPr>
            <a:lvl9pPr algn="l">
              <a:defRPr sz="1800" b="1">
                <a:solidFill>
                  <a:srgbClr val="202C61"/>
                </a:solidFill>
                <a:latin typeface="Raleway"/>
                <a:ea typeface="Raleway"/>
                <a:cs typeface="Raleway"/>
              </a:defRPr>
            </a:lvl9pPr>
          </a:lstStyle>
          <a:p>
            <a:pPr algn="l">
              <a:defRPr sz="1800" b="1">
                <a:solidFill>
                  <a:srgbClr val="202C61"/>
                </a:solidFill>
                <a:latin typeface="Raleway"/>
                <a:ea typeface="Raleway"/>
                <a:cs typeface="Raleway"/>
              </a:defRPr>
            </a:pPr>
            <a:r>
              <a:rPr sz="1800" b="1">
                <a:solidFill>
                  <a:srgbClr val="202C61"/>
                </a:solidFill>
                <a:latin typeface="Raleway"/>
                <a:ea typeface="Raleway"/>
                <a:cs typeface="Raleway"/>
              </a:rPr>
              <a:t>Receiving</a:t>
            </a:r>
          </a:p>
        </p:txBody>
      </p:sp>
      <p:sp>
        <p:nvSpPr>
          <p:cNvPr id="17" name="Rectangle 16">
            <a:extLst>
              <a:ext uri="{FF2B5EF4-FFF2-40B4-BE49-F238E27FC236}">
                <a16:creationId xmlns:a16="http://schemas.microsoft.com/office/drawing/2014/main" id="{944CAE56-0327-41A2-B81C-DCA7E9A64C3E}"/>
              </a:ext>
            </a:extLst>
          </p:cNvPr>
          <p:cNvSpPr>
            <a:spLocks noGrp="1"/>
          </p:cNvSpPr>
          <p:nvPr/>
        </p:nvSpPr>
        <p:spPr>
          <a:xfrm>
            <a:off x="533400" y="3733800"/>
            <a:ext cx="2247900" cy="504825"/>
          </a:xfrm>
          <a:prstGeom prst="rect">
            <a:avLst/>
          </a:prstGeom>
          <a:solidFill>
            <a:srgbClr val="FFFFFF"/>
          </a:solidFill>
          <a:ln w="14288">
            <a:solidFill>
              <a:srgbClr val="202C61"/>
            </a:solidFill>
          </a:ln>
        </p:spPr>
        <p:txBody>
          <a:bodyPr wrap="square" lIns="95250" tIns="95250" rIns="95250" bIns="95250" anchor="ctr"/>
          <a:lstStyle>
            <a:defPPr algn="ctr">
              <a:defRPr sz="1425">
                <a:solidFill>
                  <a:srgbClr val="171717"/>
                </a:solidFill>
                <a:latin typeface="Arial"/>
                <a:ea typeface="Arial"/>
                <a:cs typeface="Arial"/>
              </a:defRPr>
            </a:defPPr>
            <a:lvl1pPr algn="ctr">
              <a:defRPr sz="1425">
                <a:solidFill>
                  <a:srgbClr val="171717"/>
                </a:solidFill>
                <a:latin typeface="Arial"/>
                <a:ea typeface="Arial"/>
                <a:cs typeface="Arial"/>
              </a:defRPr>
            </a:lvl1pPr>
            <a:lvl2pPr algn="ctr">
              <a:defRPr sz="1425">
                <a:solidFill>
                  <a:srgbClr val="171717"/>
                </a:solidFill>
                <a:latin typeface="Arial"/>
                <a:ea typeface="Arial"/>
                <a:cs typeface="Arial"/>
              </a:defRPr>
            </a:lvl2pPr>
            <a:lvl3pPr algn="ctr">
              <a:defRPr sz="1425">
                <a:solidFill>
                  <a:srgbClr val="171717"/>
                </a:solidFill>
                <a:latin typeface="Arial"/>
                <a:ea typeface="Arial"/>
                <a:cs typeface="Arial"/>
              </a:defRPr>
            </a:lvl3pPr>
            <a:lvl4pPr algn="ctr">
              <a:defRPr sz="1425">
                <a:solidFill>
                  <a:srgbClr val="171717"/>
                </a:solidFill>
                <a:latin typeface="Arial"/>
                <a:ea typeface="Arial"/>
                <a:cs typeface="Arial"/>
              </a:defRPr>
            </a:lvl4pPr>
            <a:lvl5pPr algn="ctr">
              <a:defRPr sz="1425">
                <a:solidFill>
                  <a:srgbClr val="171717"/>
                </a:solidFill>
                <a:latin typeface="Arial"/>
                <a:ea typeface="Arial"/>
                <a:cs typeface="Arial"/>
              </a:defRPr>
            </a:lvl5pPr>
            <a:lvl6pPr algn="ctr">
              <a:defRPr sz="1425">
                <a:solidFill>
                  <a:srgbClr val="171717"/>
                </a:solidFill>
                <a:latin typeface="Arial"/>
                <a:ea typeface="Arial"/>
                <a:cs typeface="Arial"/>
              </a:defRPr>
            </a:lvl6pPr>
            <a:lvl7pPr algn="ctr">
              <a:defRPr sz="1425">
                <a:solidFill>
                  <a:srgbClr val="171717"/>
                </a:solidFill>
                <a:latin typeface="Arial"/>
                <a:ea typeface="Arial"/>
                <a:cs typeface="Arial"/>
              </a:defRPr>
            </a:lvl7pPr>
            <a:lvl8pPr algn="ctr">
              <a:defRPr sz="1425">
                <a:solidFill>
                  <a:srgbClr val="171717"/>
                </a:solidFill>
                <a:latin typeface="Arial"/>
                <a:ea typeface="Arial"/>
                <a:cs typeface="Arial"/>
              </a:defRPr>
            </a:lvl8pPr>
            <a:lvl9pPr algn="ctr">
              <a:defRPr sz="1425">
                <a:solidFill>
                  <a:srgbClr val="171717"/>
                </a:solidFill>
                <a:latin typeface="Arial"/>
                <a:ea typeface="Arial"/>
                <a:cs typeface="Arial"/>
              </a:defRPr>
            </a:lvl9pPr>
          </a:lstStyle>
          <a:p>
            <a:pPr algn="ctr">
              <a:defRPr sz="1425">
                <a:solidFill>
                  <a:srgbClr val="171717"/>
                </a:solidFill>
                <a:latin typeface="Arial"/>
                <a:ea typeface="Arial"/>
                <a:cs typeface="Arial"/>
              </a:defRPr>
            </a:pPr>
            <a:r>
              <a:rPr sz="1425">
                <a:solidFill>
                  <a:srgbClr val="171717"/>
                </a:solidFill>
                <a:latin typeface="Arial"/>
                <a:ea typeface="Arial"/>
                <a:cs typeface="Arial"/>
              </a:rPr>
              <a:t>Configured packages</a:t>
            </a:r>
          </a:p>
        </p:txBody>
      </p:sp>
      <p:sp>
        <p:nvSpPr>
          <p:cNvPr id="18" name="Rectangle 17">
            <a:extLst>
              <a:ext uri="{FF2B5EF4-FFF2-40B4-BE49-F238E27FC236}">
                <a16:creationId xmlns:a16="http://schemas.microsoft.com/office/drawing/2014/main" id="{2A1B4870-0B5B-4BBC-9A37-6AC40051FB9B}"/>
              </a:ext>
            </a:extLst>
          </p:cNvPr>
          <p:cNvSpPr>
            <a:spLocks noGrp="1"/>
          </p:cNvSpPr>
          <p:nvPr/>
        </p:nvSpPr>
        <p:spPr>
          <a:xfrm>
            <a:off x="3438525" y="3733800"/>
            <a:ext cx="2247900" cy="504825"/>
          </a:xfrm>
          <a:prstGeom prst="rect">
            <a:avLst/>
          </a:prstGeom>
          <a:solidFill>
            <a:srgbClr val="FFFFFF"/>
          </a:solidFill>
          <a:ln w="14288">
            <a:solidFill>
              <a:srgbClr val="202C61"/>
            </a:solidFill>
          </a:ln>
        </p:spPr>
        <p:txBody>
          <a:bodyPr wrap="square" lIns="95250" tIns="95250" rIns="95250" bIns="95250" anchor="ctr"/>
          <a:lstStyle>
            <a:defPPr algn="ctr">
              <a:defRPr sz="1425">
                <a:solidFill>
                  <a:srgbClr val="171717"/>
                </a:solidFill>
                <a:latin typeface="Arial"/>
                <a:ea typeface="Arial"/>
                <a:cs typeface="Arial"/>
              </a:defRPr>
            </a:defPPr>
            <a:lvl1pPr algn="ctr">
              <a:defRPr sz="1425">
                <a:solidFill>
                  <a:srgbClr val="171717"/>
                </a:solidFill>
                <a:latin typeface="Arial"/>
                <a:ea typeface="Arial"/>
                <a:cs typeface="Arial"/>
              </a:defRPr>
            </a:lvl1pPr>
            <a:lvl2pPr algn="ctr">
              <a:defRPr sz="1425">
                <a:solidFill>
                  <a:srgbClr val="171717"/>
                </a:solidFill>
                <a:latin typeface="Arial"/>
                <a:ea typeface="Arial"/>
                <a:cs typeface="Arial"/>
              </a:defRPr>
            </a:lvl2pPr>
            <a:lvl3pPr algn="ctr">
              <a:defRPr sz="1425">
                <a:solidFill>
                  <a:srgbClr val="171717"/>
                </a:solidFill>
                <a:latin typeface="Arial"/>
                <a:ea typeface="Arial"/>
                <a:cs typeface="Arial"/>
              </a:defRPr>
            </a:lvl3pPr>
            <a:lvl4pPr algn="ctr">
              <a:defRPr sz="1425">
                <a:solidFill>
                  <a:srgbClr val="171717"/>
                </a:solidFill>
                <a:latin typeface="Arial"/>
                <a:ea typeface="Arial"/>
                <a:cs typeface="Arial"/>
              </a:defRPr>
            </a:lvl4pPr>
            <a:lvl5pPr algn="ctr">
              <a:defRPr sz="1425">
                <a:solidFill>
                  <a:srgbClr val="171717"/>
                </a:solidFill>
                <a:latin typeface="Arial"/>
                <a:ea typeface="Arial"/>
                <a:cs typeface="Arial"/>
              </a:defRPr>
            </a:lvl5pPr>
            <a:lvl6pPr algn="ctr">
              <a:defRPr sz="1425">
                <a:solidFill>
                  <a:srgbClr val="171717"/>
                </a:solidFill>
                <a:latin typeface="Arial"/>
                <a:ea typeface="Arial"/>
                <a:cs typeface="Arial"/>
              </a:defRPr>
            </a:lvl6pPr>
            <a:lvl7pPr algn="ctr">
              <a:defRPr sz="1425">
                <a:solidFill>
                  <a:srgbClr val="171717"/>
                </a:solidFill>
                <a:latin typeface="Arial"/>
                <a:ea typeface="Arial"/>
                <a:cs typeface="Arial"/>
              </a:defRPr>
            </a:lvl7pPr>
            <a:lvl8pPr algn="ctr">
              <a:defRPr sz="1425">
                <a:solidFill>
                  <a:srgbClr val="171717"/>
                </a:solidFill>
                <a:latin typeface="Arial"/>
                <a:ea typeface="Arial"/>
                <a:cs typeface="Arial"/>
              </a:defRPr>
            </a:lvl8pPr>
            <a:lvl9pPr algn="ctr">
              <a:defRPr sz="1425">
                <a:solidFill>
                  <a:srgbClr val="171717"/>
                </a:solidFill>
                <a:latin typeface="Arial"/>
                <a:ea typeface="Arial"/>
                <a:cs typeface="Arial"/>
              </a:defRPr>
            </a:lvl9pPr>
          </a:lstStyle>
          <a:p>
            <a:pPr algn="ctr">
              <a:defRPr sz="1425">
                <a:solidFill>
                  <a:srgbClr val="171717"/>
                </a:solidFill>
                <a:latin typeface="Arial"/>
                <a:ea typeface="Arial"/>
                <a:cs typeface="Arial"/>
              </a:defRPr>
            </a:pPr>
            <a:r>
              <a:rPr sz="1425">
                <a:solidFill>
                  <a:srgbClr val="171717"/>
                </a:solidFill>
                <a:latin typeface="Arial"/>
                <a:ea typeface="Arial"/>
                <a:cs typeface="Arial"/>
              </a:rPr>
              <a:t>Stock + cost history</a:t>
            </a:r>
          </a:p>
        </p:txBody>
      </p:sp>
      <p:sp>
        <p:nvSpPr>
          <p:cNvPr id="19" name="Rectangle 18">
            <a:extLst>
              <a:ext uri="{FF2B5EF4-FFF2-40B4-BE49-F238E27FC236}">
                <a16:creationId xmlns:a16="http://schemas.microsoft.com/office/drawing/2014/main" id="{79FE6529-7B01-4D9C-B0D3-6631A09F43B9}"/>
              </a:ext>
            </a:extLst>
          </p:cNvPr>
          <p:cNvSpPr>
            <a:spLocks noGrp="1"/>
          </p:cNvSpPr>
          <p:nvPr/>
        </p:nvSpPr>
        <p:spPr>
          <a:xfrm>
            <a:off x="6343650" y="3733800"/>
            <a:ext cx="2247900" cy="504825"/>
          </a:xfrm>
          <a:prstGeom prst="rect">
            <a:avLst/>
          </a:prstGeom>
          <a:solidFill>
            <a:srgbClr val="FFFFFF"/>
          </a:solidFill>
          <a:ln w="14288">
            <a:solidFill>
              <a:srgbClr val="202C61"/>
            </a:solidFill>
          </a:ln>
        </p:spPr>
        <p:txBody>
          <a:bodyPr wrap="square" lIns="95250" tIns="95250" rIns="95250" bIns="95250" anchor="ctr"/>
          <a:lstStyle>
            <a:defPPr algn="ctr">
              <a:defRPr sz="1425">
                <a:solidFill>
                  <a:srgbClr val="171717"/>
                </a:solidFill>
                <a:latin typeface="Arial"/>
                <a:ea typeface="Arial"/>
                <a:cs typeface="Arial"/>
              </a:defRPr>
            </a:defPPr>
            <a:lvl1pPr algn="ctr">
              <a:defRPr sz="1425">
                <a:solidFill>
                  <a:srgbClr val="171717"/>
                </a:solidFill>
                <a:latin typeface="Arial"/>
                <a:ea typeface="Arial"/>
                <a:cs typeface="Arial"/>
              </a:defRPr>
            </a:lvl1pPr>
            <a:lvl2pPr algn="ctr">
              <a:defRPr sz="1425">
                <a:solidFill>
                  <a:srgbClr val="171717"/>
                </a:solidFill>
                <a:latin typeface="Arial"/>
                <a:ea typeface="Arial"/>
                <a:cs typeface="Arial"/>
              </a:defRPr>
            </a:lvl2pPr>
            <a:lvl3pPr algn="ctr">
              <a:defRPr sz="1425">
                <a:solidFill>
                  <a:srgbClr val="171717"/>
                </a:solidFill>
                <a:latin typeface="Arial"/>
                <a:ea typeface="Arial"/>
                <a:cs typeface="Arial"/>
              </a:defRPr>
            </a:lvl3pPr>
            <a:lvl4pPr algn="ctr">
              <a:defRPr sz="1425">
                <a:solidFill>
                  <a:srgbClr val="171717"/>
                </a:solidFill>
                <a:latin typeface="Arial"/>
                <a:ea typeface="Arial"/>
                <a:cs typeface="Arial"/>
              </a:defRPr>
            </a:lvl4pPr>
            <a:lvl5pPr algn="ctr">
              <a:defRPr sz="1425">
                <a:solidFill>
                  <a:srgbClr val="171717"/>
                </a:solidFill>
                <a:latin typeface="Arial"/>
                <a:ea typeface="Arial"/>
                <a:cs typeface="Arial"/>
              </a:defRPr>
            </a:lvl5pPr>
            <a:lvl6pPr algn="ctr">
              <a:defRPr sz="1425">
                <a:solidFill>
                  <a:srgbClr val="171717"/>
                </a:solidFill>
                <a:latin typeface="Arial"/>
                <a:ea typeface="Arial"/>
                <a:cs typeface="Arial"/>
              </a:defRPr>
            </a:lvl6pPr>
            <a:lvl7pPr algn="ctr">
              <a:defRPr sz="1425">
                <a:solidFill>
                  <a:srgbClr val="171717"/>
                </a:solidFill>
                <a:latin typeface="Arial"/>
                <a:ea typeface="Arial"/>
                <a:cs typeface="Arial"/>
              </a:defRPr>
            </a:lvl7pPr>
            <a:lvl8pPr algn="ctr">
              <a:defRPr sz="1425">
                <a:solidFill>
                  <a:srgbClr val="171717"/>
                </a:solidFill>
                <a:latin typeface="Arial"/>
                <a:ea typeface="Arial"/>
                <a:cs typeface="Arial"/>
              </a:defRPr>
            </a:lvl8pPr>
            <a:lvl9pPr algn="ctr">
              <a:defRPr sz="1425">
                <a:solidFill>
                  <a:srgbClr val="171717"/>
                </a:solidFill>
                <a:latin typeface="Arial"/>
                <a:ea typeface="Arial"/>
                <a:cs typeface="Arial"/>
              </a:defRPr>
            </a:lvl9pPr>
          </a:lstStyle>
          <a:p>
            <a:pPr algn="ctr">
              <a:defRPr sz="1425">
                <a:solidFill>
                  <a:srgbClr val="171717"/>
                </a:solidFill>
                <a:latin typeface="Arial"/>
                <a:ea typeface="Arial"/>
                <a:cs typeface="Arial"/>
              </a:defRPr>
            </a:pPr>
            <a:r>
              <a:rPr sz="1425">
                <a:solidFill>
                  <a:srgbClr val="171717"/>
                </a:solidFill>
                <a:latin typeface="Arial"/>
                <a:ea typeface="Arial"/>
                <a:cs typeface="Arial"/>
              </a:rPr>
              <a:t>Review suggested price</a:t>
            </a:r>
          </a:p>
        </p:txBody>
      </p:sp>
      <p:sp>
        <p:nvSpPr>
          <p:cNvPr id="22" name="current-content-111">
            <a:extLst>
              <a:ext uri="{FF2B5EF4-FFF2-40B4-BE49-F238E27FC236}">
                <a16:creationId xmlns:a16="http://schemas.microsoft.com/office/drawing/2014/main" id="{5D33B09B-A4F3-452A-86F8-FCB7CE4570BA}"/>
              </a:ext>
            </a:extLst>
          </p:cNvPr>
          <p:cNvSpPr>
            <a:spLocks noGrp="1"/>
          </p:cNvSpPr>
          <p:nvPr/>
        </p:nvSpPr>
        <p:spPr>
          <a:xfrm>
            <a:off x="533400" y="4457700"/>
            <a:ext cx="8058150" cy="219075"/>
          </a:xfrm>
          <a:prstGeom prst="rect">
            <a:avLst/>
          </a:prstGeom>
          <a:noFill/>
          <a:ln w="0">
            <a:noFill/>
          </a:ln>
        </p:spPr>
        <p:txBody>
          <a:bodyPr wrap="square" lIns="0" tIns="0" rIns="0" bIns="0" anchor="t">
            <a:noAutofit/>
          </a:bodyPr>
          <a:lstStyle>
            <a:defPPr algn="l">
              <a:defRPr sz="1238" b="0">
                <a:solidFill>
                  <a:srgbClr val="595959"/>
                </a:solidFill>
                <a:latin typeface="Arial"/>
                <a:ea typeface="Arial"/>
                <a:cs typeface="Arial"/>
              </a:defRPr>
            </a:defPPr>
            <a:lvl1pPr algn="l">
              <a:defRPr sz="1238" b="0">
                <a:solidFill>
                  <a:srgbClr val="595959"/>
                </a:solidFill>
                <a:latin typeface="Arial"/>
                <a:ea typeface="Arial"/>
                <a:cs typeface="Arial"/>
              </a:defRPr>
            </a:lvl1pPr>
            <a:lvl2pPr algn="l">
              <a:defRPr sz="1238" b="0">
                <a:solidFill>
                  <a:srgbClr val="595959"/>
                </a:solidFill>
                <a:latin typeface="Arial"/>
                <a:ea typeface="Arial"/>
                <a:cs typeface="Arial"/>
              </a:defRPr>
            </a:lvl2pPr>
            <a:lvl3pPr algn="l">
              <a:defRPr sz="1238" b="0">
                <a:solidFill>
                  <a:srgbClr val="595959"/>
                </a:solidFill>
                <a:latin typeface="Arial"/>
                <a:ea typeface="Arial"/>
                <a:cs typeface="Arial"/>
              </a:defRPr>
            </a:lvl3pPr>
            <a:lvl4pPr algn="l">
              <a:defRPr sz="1238" b="0">
                <a:solidFill>
                  <a:srgbClr val="595959"/>
                </a:solidFill>
                <a:latin typeface="Arial"/>
                <a:ea typeface="Arial"/>
                <a:cs typeface="Arial"/>
              </a:defRPr>
            </a:lvl4pPr>
            <a:lvl5pPr algn="l">
              <a:defRPr sz="1238" b="0">
                <a:solidFill>
                  <a:srgbClr val="595959"/>
                </a:solidFill>
                <a:latin typeface="Arial"/>
                <a:ea typeface="Arial"/>
                <a:cs typeface="Arial"/>
              </a:defRPr>
            </a:lvl5pPr>
            <a:lvl6pPr algn="l">
              <a:defRPr sz="1238" b="0">
                <a:solidFill>
                  <a:srgbClr val="595959"/>
                </a:solidFill>
                <a:latin typeface="Arial"/>
                <a:ea typeface="Arial"/>
                <a:cs typeface="Arial"/>
              </a:defRPr>
            </a:lvl6pPr>
            <a:lvl7pPr algn="l">
              <a:defRPr sz="1238" b="0">
                <a:solidFill>
                  <a:srgbClr val="595959"/>
                </a:solidFill>
                <a:latin typeface="Arial"/>
                <a:ea typeface="Arial"/>
                <a:cs typeface="Arial"/>
              </a:defRPr>
            </a:lvl7pPr>
            <a:lvl8pPr algn="l">
              <a:defRPr sz="1238" b="0">
                <a:solidFill>
                  <a:srgbClr val="595959"/>
                </a:solidFill>
                <a:latin typeface="Arial"/>
                <a:ea typeface="Arial"/>
                <a:cs typeface="Arial"/>
              </a:defRPr>
            </a:lvl8pPr>
            <a:lvl9pPr algn="l">
              <a:defRPr sz="1238" b="0">
                <a:solidFill>
                  <a:srgbClr val="595959"/>
                </a:solidFill>
                <a:latin typeface="Arial"/>
                <a:ea typeface="Arial"/>
                <a:cs typeface="Arial"/>
              </a:defRPr>
            </a:lvl9pPr>
          </a:lstStyle>
          <a:p>
            <a:pPr algn="l">
              <a:defRPr sz="1238" b="0">
                <a:solidFill>
                  <a:srgbClr val="595959"/>
                </a:solidFill>
                <a:latin typeface="Arial"/>
                <a:ea typeface="Arial"/>
                <a:cs typeface="Arial"/>
              </a:defRPr>
            </a:pPr>
            <a:r>
              <a:rPr sz="1238" b="0">
                <a:solidFill>
                  <a:srgbClr val="595959"/>
                </a:solidFill>
                <a:latin typeface="Arial"/>
                <a:ea typeface="Arial"/>
                <a:cs typeface="Arial"/>
              </a:rPr>
              <a:t>v4 calls v3 for validated checkout. Bulk arithmetic is illustrative. Price approval is separate.</a:t>
            </a:r>
          </a:p>
        </p:txBody>
      </p:sp>
      <p:cxnSp>
        <p:nvCxnSpPr>
          <p:cNvPr id="8" name="Straight Arrow Connector 7">
            <a:extLst>
              <a:ext uri="{FF2B5EF4-FFF2-40B4-BE49-F238E27FC236}">
                <a16:creationId xmlns:a16="http://schemas.microsoft.com/office/drawing/2014/main" id="{2B5A8022-EE24-4388-A4DD-A4D33BAD8CC9}"/>
              </a:ext>
            </a:extLst>
          </p:cNvPr>
          <p:cNvCxnSpPr>
            <a:stCxn id="5" idx="3"/>
            <a:endCxn id="6" idx="1"/>
          </p:cNvCxnSpPr>
          <p:nvPr/>
        </p:nvCxnSpPr>
        <p:spPr>
          <a:xfrm>
            <a:off x="2781300" y="1909763"/>
            <a:ext cx="657225" cy="0"/>
          </a:xfrm>
          <a:prstGeom prst="straightConnector1">
            <a:avLst/>
          </a:prstGeom>
          <a:ln w="19050">
            <a:solidFill>
              <a:srgbClr val="0070C0"/>
            </a:solidFill>
            <a:tailEnd type="triangle" w="med" len="med"/>
          </a:ln>
        </p:spPr>
      </p:cxnSp>
      <p:cxnSp>
        <p:nvCxnSpPr>
          <p:cNvPr id="9" name="Straight Arrow Connector 8">
            <a:extLst>
              <a:ext uri="{FF2B5EF4-FFF2-40B4-BE49-F238E27FC236}">
                <a16:creationId xmlns:a16="http://schemas.microsoft.com/office/drawing/2014/main" id="{AB820DBC-1DC4-4E43-8F9C-76FB00424210}"/>
              </a:ext>
            </a:extLst>
          </p:cNvPr>
          <p:cNvCxnSpPr>
            <a:stCxn id="6" idx="3"/>
            <a:endCxn id="7" idx="1"/>
          </p:cNvCxnSpPr>
          <p:nvPr/>
        </p:nvCxnSpPr>
        <p:spPr>
          <a:xfrm>
            <a:off x="5686425" y="1909763"/>
            <a:ext cx="657225" cy="0"/>
          </a:xfrm>
          <a:prstGeom prst="straightConnector1">
            <a:avLst/>
          </a:prstGeom>
          <a:ln w="19050">
            <a:solidFill>
              <a:srgbClr val="0070C0"/>
            </a:solidFill>
            <a:tailEnd type="triangle" w="med" len="med"/>
          </a:ln>
        </p:spPr>
      </p:cxnSp>
      <p:cxnSp>
        <p:nvCxnSpPr>
          <p:cNvPr id="14" name="Straight Arrow Connector 13">
            <a:extLst>
              <a:ext uri="{FF2B5EF4-FFF2-40B4-BE49-F238E27FC236}">
                <a16:creationId xmlns:a16="http://schemas.microsoft.com/office/drawing/2014/main" id="{F11C6C18-2762-4F91-88AF-1E83790EA815}"/>
              </a:ext>
            </a:extLst>
          </p:cNvPr>
          <p:cNvCxnSpPr>
            <a:stCxn id="11" idx="3"/>
            <a:endCxn id="12" idx="1"/>
          </p:cNvCxnSpPr>
          <p:nvPr/>
        </p:nvCxnSpPr>
        <p:spPr>
          <a:xfrm>
            <a:off x="2781300" y="2947988"/>
            <a:ext cx="657225" cy="0"/>
          </a:xfrm>
          <a:prstGeom prst="straightConnector1">
            <a:avLst/>
          </a:prstGeom>
          <a:ln w="19050">
            <a:solidFill>
              <a:srgbClr val="0070C0"/>
            </a:solidFill>
            <a:tailEnd type="triangle" w="med" len="med"/>
          </a:ln>
        </p:spPr>
      </p:cxnSp>
      <p:cxnSp>
        <p:nvCxnSpPr>
          <p:cNvPr id="15" name="Straight Arrow Connector 14">
            <a:extLst>
              <a:ext uri="{FF2B5EF4-FFF2-40B4-BE49-F238E27FC236}">
                <a16:creationId xmlns:a16="http://schemas.microsoft.com/office/drawing/2014/main" id="{ED0DC8FD-92BD-4081-9A99-CEC2D9B64405}"/>
              </a:ext>
            </a:extLst>
          </p:cNvPr>
          <p:cNvCxnSpPr>
            <a:stCxn id="12" idx="3"/>
            <a:endCxn id="13" idx="1"/>
          </p:cNvCxnSpPr>
          <p:nvPr/>
        </p:nvCxnSpPr>
        <p:spPr>
          <a:xfrm>
            <a:off x="5686425" y="2947988"/>
            <a:ext cx="657225" cy="0"/>
          </a:xfrm>
          <a:prstGeom prst="straightConnector1">
            <a:avLst/>
          </a:prstGeom>
          <a:ln w="19050">
            <a:solidFill>
              <a:srgbClr val="0070C0"/>
            </a:solidFill>
            <a:tailEnd type="triangle" w="med" len="med"/>
          </a:ln>
        </p:spPr>
      </p:cxnSp>
      <p:cxnSp>
        <p:nvCxnSpPr>
          <p:cNvPr id="20" name="Straight Arrow Connector 19">
            <a:extLst>
              <a:ext uri="{FF2B5EF4-FFF2-40B4-BE49-F238E27FC236}">
                <a16:creationId xmlns:a16="http://schemas.microsoft.com/office/drawing/2014/main" id="{BE376029-0F2C-495F-8AF0-810BBD3FA69E}"/>
              </a:ext>
            </a:extLst>
          </p:cNvPr>
          <p:cNvCxnSpPr>
            <a:stCxn id="17" idx="3"/>
            <a:endCxn id="18" idx="1"/>
          </p:cNvCxnSpPr>
          <p:nvPr/>
        </p:nvCxnSpPr>
        <p:spPr>
          <a:xfrm>
            <a:off x="2781300" y="3986213"/>
            <a:ext cx="657225" cy="0"/>
          </a:xfrm>
          <a:prstGeom prst="straightConnector1">
            <a:avLst/>
          </a:prstGeom>
          <a:ln w="19050">
            <a:solidFill>
              <a:srgbClr val="0070C0"/>
            </a:solidFill>
            <a:tailEnd type="triangle" w="med" len="med"/>
          </a:ln>
        </p:spPr>
      </p:cxnSp>
      <p:cxnSp>
        <p:nvCxnSpPr>
          <p:cNvPr id="21" name="Straight Arrow Connector 20">
            <a:extLst>
              <a:ext uri="{FF2B5EF4-FFF2-40B4-BE49-F238E27FC236}">
                <a16:creationId xmlns:a16="http://schemas.microsoft.com/office/drawing/2014/main" id="{5ADA2392-5ED1-41DF-975C-6DF4862179E8}"/>
              </a:ext>
            </a:extLst>
          </p:cNvPr>
          <p:cNvCxnSpPr>
            <a:stCxn id="18" idx="3"/>
            <a:endCxn id="19" idx="1"/>
          </p:cNvCxnSpPr>
          <p:nvPr/>
        </p:nvCxnSpPr>
        <p:spPr>
          <a:xfrm>
            <a:off x="5686425" y="3986213"/>
            <a:ext cx="657225" cy="0"/>
          </a:xfrm>
          <a:prstGeom prst="straightConnector1">
            <a:avLst/>
          </a:prstGeom>
          <a:ln w="19050">
            <a:solidFill>
              <a:srgbClr val="0070C0"/>
            </a:solidFill>
            <a:tailEnd type="triangle" w="med" len="med"/>
          </a:ln>
        </p:spPr>
      </p:cxnSp>
    </p:spTree>
    <p:extLst>
      <p:ext uri="{BB962C8B-B14F-4D97-AF65-F5344CB8AC3E}">
        <p14:creationId xmlns:p14="http://schemas.microsoft.com/office/powerpoint/2010/main" val="6495901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0164BB64-CE0F-48C8-8876-A62ABDA32779}"/>
              </a:ext>
            </a:extLst>
          </p:cNvPr>
          <p:cNvPicPr>
            <a:picLocks noChangeAspect="1"/>
          </p:cNvPicPr>
          <p:nvPr/>
        </p:nvPicPr>
        <p:blipFill>
          <a:blip r:embed="rId3"/>
          <a:stretch/>
        </p:blipFill>
        <p:spPr>
          <a:xfrm>
            <a:off x="6572250" y="260789"/>
            <a:ext cx="2238375" cy="716673"/>
          </a:xfrm>
          <a:prstGeom prst="rect">
            <a:avLst/>
          </a:prstGeom>
        </p:spPr>
      </p:pic>
      <p:sp>
        <p:nvSpPr>
          <p:cNvPr id="2" name="current-content-28">
            <a:extLst>
              <a:ext uri="{FF2B5EF4-FFF2-40B4-BE49-F238E27FC236}">
                <a16:creationId xmlns:a16="http://schemas.microsoft.com/office/drawing/2014/main" id="{1FDE2168-784E-4CE9-95E8-7C8F20B773C1}"/>
              </a:ext>
            </a:extLst>
          </p:cNvPr>
          <p:cNvSpPr>
            <a:spLocks noGrp="1"/>
          </p:cNvSpPr>
          <p:nvPr/>
        </p:nvSpPr>
        <p:spPr>
          <a:xfrm>
            <a:off x="533400" y="457200"/>
            <a:ext cx="5762625" cy="552450"/>
          </a:xfrm>
          <a:prstGeom prst="rect">
            <a:avLst/>
          </a:prstGeom>
          <a:noFill/>
          <a:ln w="0">
            <a:noFill/>
          </a:ln>
        </p:spPr>
        <p:txBody>
          <a:bodyPr wrap="square" lIns="0" tIns="0" rIns="0" bIns="0" anchor="t">
            <a:noAutofit/>
          </a:bodyPr>
          <a:lstStyle>
            <a:defPPr algn="l">
              <a:defRPr sz="2520" b="1">
                <a:solidFill>
                  <a:srgbClr val="0070C0"/>
                </a:solidFill>
                <a:latin typeface="Raleway"/>
                <a:ea typeface="Raleway"/>
                <a:cs typeface="Raleway"/>
              </a:defRPr>
            </a:defPPr>
            <a:lvl1pPr algn="l">
              <a:defRPr sz="2520" b="1">
                <a:solidFill>
                  <a:srgbClr val="0070C0"/>
                </a:solidFill>
                <a:latin typeface="Raleway"/>
                <a:ea typeface="Raleway"/>
                <a:cs typeface="Raleway"/>
              </a:defRPr>
            </a:lvl1pPr>
            <a:lvl2pPr algn="l">
              <a:defRPr sz="2520" b="1">
                <a:solidFill>
                  <a:srgbClr val="0070C0"/>
                </a:solidFill>
                <a:latin typeface="Raleway"/>
                <a:ea typeface="Raleway"/>
                <a:cs typeface="Raleway"/>
              </a:defRPr>
            </a:lvl2pPr>
            <a:lvl3pPr algn="l">
              <a:defRPr sz="2520" b="1">
                <a:solidFill>
                  <a:srgbClr val="0070C0"/>
                </a:solidFill>
                <a:latin typeface="Raleway"/>
                <a:ea typeface="Raleway"/>
                <a:cs typeface="Raleway"/>
              </a:defRPr>
            </a:lvl3pPr>
            <a:lvl4pPr algn="l">
              <a:defRPr sz="2520" b="1">
                <a:solidFill>
                  <a:srgbClr val="0070C0"/>
                </a:solidFill>
                <a:latin typeface="Raleway"/>
                <a:ea typeface="Raleway"/>
                <a:cs typeface="Raleway"/>
              </a:defRPr>
            </a:lvl4pPr>
            <a:lvl5pPr algn="l">
              <a:defRPr sz="2520" b="1">
                <a:solidFill>
                  <a:srgbClr val="0070C0"/>
                </a:solidFill>
                <a:latin typeface="Raleway"/>
                <a:ea typeface="Raleway"/>
                <a:cs typeface="Raleway"/>
              </a:defRPr>
            </a:lvl5pPr>
            <a:lvl6pPr algn="l">
              <a:defRPr sz="2520" b="1">
                <a:solidFill>
                  <a:srgbClr val="0070C0"/>
                </a:solidFill>
                <a:latin typeface="Raleway"/>
                <a:ea typeface="Raleway"/>
                <a:cs typeface="Raleway"/>
              </a:defRPr>
            </a:lvl6pPr>
            <a:lvl7pPr algn="l">
              <a:defRPr sz="2520" b="1">
                <a:solidFill>
                  <a:srgbClr val="0070C0"/>
                </a:solidFill>
                <a:latin typeface="Raleway"/>
                <a:ea typeface="Raleway"/>
                <a:cs typeface="Raleway"/>
              </a:defRPr>
            </a:lvl7pPr>
            <a:lvl8pPr algn="l">
              <a:defRPr sz="2520" b="1">
                <a:solidFill>
                  <a:srgbClr val="0070C0"/>
                </a:solidFill>
                <a:latin typeface="Raleway"/>
                <a:ea typeface="Raleway"/>
                <a:cs typeface="Raleway"/>
              </a:defRPr>
            </a:lvl8pPr>
            <a:lvl9pPr algn="l">
              <a:defRPr sz="2520" b="1">
                <a:solidFill>
                  <a:srgbClr val="0070C0"/>
                </a:solidFill>
                <a:latin typeface="Raleway"/>
                <a:ea typeface="Raleway"/>
                <a:cs typeface="Raleway"/>
              </a:defRPr>
            </a:lvl9pPr>
          </a:lstStyle>
          <a:p>
            <a:pPr algn="l">
              <a:defRPr sz="2520" b="1">
                <a:solidFill>
                  <a:srgbClr val="0070C0"/>
                </a:solidFill>
                <a:latin typeface="Raleway"/>
                <a:ea typeface="Raleway"/>
                <a:cs typeface="Raleway"/>
              </a:defRPr>
            </a:pPr>
            <a:r>
              <a:rPr sz="2520" b="1">
                <a:solidFill>
                  <a:srgbClr val="0070C0"/>
                </a:solidFill>
                <a:latin typeface="Raleway"/>
                <a:ea typeface="Raleway"/>
                <a:cs typeface="Raleway"/>
              </a:rPr>
              <a:t>Development platform</a:t>
            </a:r>
          </a:p>
        </p:txBody>
      </p:sp>
      <p:sp>
        <p:nvSpPr>
          <p:cNvPr id="4" name="current-content-112">
            <a:extLst>
              <a:ext uri="{FF2B5EF4-FFF2-40B4-BE49-F238E27FC236}">
                <a16:creationId xmlns:a16="http://schemas.microsoft.com/office/drawing/2014/main" id="{96954CFD-A8AC-4E63-BBF9-6611069F43F3}"/>
              </a:ext>
            </a:extLst>
          </p:cNvPr>
          <p:cNvSpPr>
            <a:spLocks noGrp="1"/>
          </p:cNvSpPr>
          <p:nvPr/>
        </p:nvSpPr>
        <p:spPr>
          <a:xfrm>
            <a:off x="533400" y="1323975"/>
            <a:ext cx="2286000" cy="371475"/>
          </a:xfrm>
          <a:prstGeom prst="rect">
            <a:avLst/>
          </a:prstGeom>
          <a:noFill/>
          <a:ln w="0">
            <a:noFill/>
          </a:ln>
        </p:spPr>
        <p:txBody>
          <a:bodyPr wrap="square" lIns="0" tIns="0" rIns="0" bIns="0" anchor="t">
            <a:noAutofit/>
          </a:bodyPr>
          <a:lstStyle>
            <a:defPPr algn="l">
              <a:defRPr sz="1800" b="1">
                <a:solidFill>
                  <a:srgbClr val="202C61"/>
                </a:solidFill>
                <a:latin typeface="Raleway"/>
                <a:ea typeface="Raleway"/>
                <a:cs typeface="Raleway"/>
              </a:defRPr>
            </a:defPPr>
            <a:lvl1pPr algn="l">
              <a:defRPr sz="1800" b="1">
                <a:solidFill>
                  <a:srgbClr val="202C61"/>
                </a:solidFill>
                <a:latin typeface="Raleway"/>
                <a:ea typeface="Raleway"/>
                <a:cs typeface="Raleway"/>
              </a:defRPr>
            </a:lvl1pPr>
            <a:lvl2pPr algn="l">
              <a:defRPr sz="1800" b="1">
                <a:solidFill>
                  <a:srgbClr val="202C61"/>
                </a:solidFill>
                <a:latin typeface="Raleway"/>
                <a:ea typeface="Raleway"/>
                <a:cs typeface="Raleway"/>
              </a:defRPr>
            </a:lvl2pPr>
            <a:lvl3pPr algn="l">
              <a:defRPr sz="1800" b="1">
                <a:solidFill>
                  <a:srgbClr val="202C61"/>
                </a:solidFill>
                <a:latin typeface="Raleway"/>
                <a:ea typeface="Raleway"/>
                <a:cs typeface="Raleway"/>
              </a:defRPr>
            </a:lvl3pPr>
            <a:lvl4pPr algn="l">
              <a:defRPr sz="1800" b="1">
                <a:solidFill>
                  <a:srgbClr val="202C61"/>
                </a:solidFill>
                <a:latin typeface="Raleway"/>
                <a:ea typeface="Raleway"/>
                <a:cs typeface="Raleway"/>
              </a:defRPr>
            </a:lvl4pPr>
            <a:lvl5pPr algn="l">
              <a:defRPr sz="1800" b="1">
                <a:solidFill>
                  <a:srgbClr val="202C61"/>
                </a:solidFill>
                <a:latin typeface="Raleway"/>
                <a:ea typeface="Raleway"/>
                <a:cs typeface="Raleway"/>
              </a:defRPr>
            </a:lvl5pPr>
            <a:lvl6pPr algn="l">
              <a:defRPr sz="1800" b="1">
                <a:solidFill>
                  <a:srgbClr val="202C61"/>
                </a:solidFill>
                <a:latin typeface="Raleway"/>
                <a:ea typeface="Raleway"/>
                <a:cs typeface="Raleway"/>
              </a:defRPr>
            </a:lvl6pPr>
            <a:lvl7pPr algn="l">
              <a:defRPr sz="1800" b="1">
                <a:solidFill>
                  <a:srgbClr val="202C61"/>
                </a:solidFill>
                <a:latin typeface="Raleway"/>
                <a:ea typeface="Raleway"/>
                <a:cs typeface="Raleway"/>
              </a:defRPr>
            </a:lvl7pPr>
            <a:lvl8pPr algn="l">
              <a:defRPr sz="1800" b="1">
                <a:solidFill>
                  <a:srgbClr val="202C61"/>
                </a:solidFill>
                <a:latin typeface="Raleway"/>
                <a:ea typeface="Raleway"/>
                <a:cs typeface="Raleway"/>
              </a:defRPr>
            </a:lvl8pPr>
            <a:lvl9pPr algn="l">
              <a:defRPr sz="1800" b="1">
                <a:solidFill>
                  <a:srgbClr val="202C61"/>
                </a:solidFill>
                <a:latin typeface="Raleway"/>
                <a:ea typeface="Raleway"/>
                <a:cs typeface="Raleway"/>
              </a:defRPr>
            </a:lvl9pPr>
          </a:lstStyle>
          <a:p>
            <a:pPr algn="l">
              <a:defRPr sz="1800" b="1">
                <a:solidFill>
                  <a:srgbClr val="202C61"/>
                </a:solidFill>
                <a:latin typeface="Raleway"/>
                <a:ea typeface="Raleway"/>
                <a:cs typeface="Raleway"/>
              </a:defRPr>
            </a:pPr>
            <a:r>
              <a:rPr sz="1800" b="1">
                <a:solidFill>
                  <a:srgbClr val="202C61"/>
                </a:solidFill>
                <a:latin typeface="Raleway"/>
                <a:ea typeface="Raleway"/>
                <a:cs typeface="Raleway"/>
              </a:rPr>
              <a:t>Hardware</a:t>
            </a:r>
          </a:p>
        </p:txBody>
      </p:sp>
      <p:sp>
        <p:nvSpPr>
          <p:cNvPr id="5" name="current-content-113">
            <a:extLst>
              <a:ext uri="{FF2B5EF4-FFF2-40B4-BE49-F238E27FC236}">
                <a16:creationId xmlns:a16="http://schemas.microsoft.com/office/drawing/2014/main" id="{6619B2D9-9579-4705-9AF1-F479F96A09DE}"/>
              </a:ext>
            </a:extLst>
          </p:cNvPr>
          <p:cNvSpPr>
            <a:spLocks noGrp="1"/>
          </p:cNvSpPr>
          <p:nvPr/>
        </p:nvSpPr>
        <p:spPr>
          <a:xfrm>
            <a:off x="3124200" y="1323975"/>
            <a:ext cx="5467350" cy="495300"/>
          </a:xfrm>
          <a:prstGeom prst="rect">
            <a:avLst/>
          </a:prstGeom>
          <a:noFill/>
          <a:ln w="0">
            <a:noFill/>
          </a:ln>
        </p:spPr>
        <p:txBody>
          <a:bodyPr wrap="square" lIns="0" tIns="0" rIns="0" bIns="0" anchor="t">
            <a:noAutofit/>
          </a:bodyPr>
          <a:lstStyle>
            <a:defPPr algn="l">
              <a:defRPr sz="1650" b="0">
                <a:solidFill>
                  <a:srgbClr val="171717"/>
                </a:solidFill>
                <a:latin typeface="Arial"/>
                <a:ea typeface="Arial"/>
                <a:cs typeface="Arial"/>
              </a:defRPr>
            </a:defPPr>
            <a:lvl1pPr algn="l">
              <a:defRPr sz="1650" b="0">
                <a:solidFill>
                  <a:srgbClr val="171717"/>
                </a:solidFill>
                <a:latin typeface="Arial"/>
                <a:ea typeface="Arial"/>
                <a:cs typeface="Arial"/>
              </a:defRPr>
            </a:lvl1pPr>
            <a:lvl2pPr algn="l">
              <a:defRPr sz="1650" b="0">
                <a:solidFill>
                  <a:srgbClr val="171717"/>
                </a:solidFill>
                <a:latin typeface="Arial"/>
                <a:ea typeface="Arial"/>
                <a:cs typeface="Arial"/>
              </a:defRPr>
            </a:lvl2pPr>
            <a:lvl3pPr algn="l">
              <a:defRPr sz="1650" b="0">
                <a:solidFill>
                  <a:srgbClr val="171717"/>
                </a:solidFill>
                <a:latin typeface="Arial"/>
                <a:ea typeface="Arial"/>
                <a:cs typeface="Arial"/>
              </a:defRPr>
            </a:lvl3pPr>
            <a:lvl4pPr algn="l">
              <a:defRPr sz="1650" b="0">
                <a:solidFill>
                  <a:srgbClr val="171717"/>
                </a:solidFill>
                <a:latin typeface="Arial"/>
                <a:ea typeface="Arial"/>
                <a:cs typeface="Arial"/>
              </a:defRPr>
            </a:lvl4pPr>
            <a:lvl5pPr algn="l">
              <a:defRPr sz="1650" b="0">
                <a:solidFill>
                  <a:srgbClr val="171717"/>
                </a:solidFill>
                <a:latin typeface="Arial"/>
                <a:ea typeface="Arial"/>
                <a:cs typeface="Arial"/>
              </a:defRPr>
            </a:lvl5pPr>
            <a:lvl6pPr algn="l">
              <a:defRPr sz="1650" b="0">
                <a:solidFill>
                  <a:srgbClr val="171717"/>
                </a:solidFill>
                <a:latin typeface="Arial"/>
                <a:ea typeface="Arial"/>
                <a:cs typeface="Arial"/>
              </a:defRPr>
            </a:lvl6pPr>
            <a:lvl7pPr algn="l">
              <a:defRPr sz="1650" b="0">
                <a:solidFill>
                  <a:srgbClr val="171717"/>
                </a:solidFill>
                <a:latin typeface="Arial"/>
                <a:ea typeface="Arial"/>
                <a:cs typeface="Arial"/>
              </a:defRPr>
            </a:lvl7pPr>
            <a:lvl8pPr algn="l">
              <a:defRPr sz="1650" b="0">
                <a:solidFill>
                  <a:srgbClr val="171717"/>
                </a:solidFill>
                <a:latin typeface="Arial"/>
                <a:ea typeface="Arial"/>
                <a:cs typeface="Arial"/>
              </a:defRPr>
            </a:lvl8pPr>
            <a:lvl9pPr algn="l">
              <a:defRPr sz="1650" b="0">
                <a:solidFill>
                  <a:srgbClr val="171717"/>
                </a:solidFill>
                <a:latin typeface="Arial"/>
                <a:ea typeface="Arial"/>
                <a:cs typeface="Arial"/>
              </a:defRPr>
            </a:lvl9pPr>
          </a:lstStyle>
          <a:p>
            <a:pPr algn="l">
              <a:defRPr sz="1650" b="0">
                <a:solidFill>
                  <a:srgbClr val="171717"/>
                </a:solidFill>
                <a:latin typeface="Arial"/>
                <a:ea typeface="Arial"/>
                <a:cs typeface="Arial"/>
              </a:defRPr>
            </a:pPr>
            <a:r>
              <a:rPr sz="1650" b="0">
                <a:solidFill>
                  <a:srgbClr val="171717"/>
                </a:solidFill>
                <a:latin typeface="Arial"/>
                <a:ea typeface="Arial"/>
                <a:cs typeface="Arial"/>
              </a:rPr>
              <a:t>Desktop browser, barcode input, optional printer/drawer</a:t>
            </a:r>
          </a:p>
        </p:txBody>
      </p:sp>
      <p:sp>
        <p:nvSpPr>
          <p:cNvPr id="6" name="Straight Connector 5">
            <a:extLst>
              <a:ext uri="{FF2B5EF4-FFF2-40B4-BE49-F238E27FC236}">
                <a16:creationId xmlns:a16="http://schemas.microsoft.com/office/drawing/2014/main" id="{F8998EDA-4390-4FE2-AA0C-2B213ADB31A7}"/>
              </a:ext>
            </a:extLst>
          </p:cNvPr>
          <p:cNvSpPr>
            <a:spLocks noGrp="1"/>
          </p:cNvSpPr>
          <p:nvPr/>
        </p:nvSpPr>
        <p:spPr>
          <a:xfrm>
            <a:off x="533400" y="1819275"/>
            <a:ext cx="8058150" cy="0"/>
          </a:xfrm>
          <a:prstGeom prst="line">
            <a:avLst/>
          </a:prstGeom>
          <a:ln w="9525">
            <a:solidFill>
              <a:srgbClr val="A6B0BE"/>
            </a:solidFill>
          </a:ln>
        </p:spPr>
        <p:txBody>
          <a:bodyPr/>
          <a:lstStyle/>
          <a:p>
            <a:endParaRPr lang="en-PH"/>
          </a:p>
        </p:txBody>
      </p:sp>
      <p:sp>
        <p:nvSpPr>
          <p:cNvPr id="7" name="current-content-114">
            <a:extLst>
              <a:ext uri="{FF2B5EF4-FFF2-40B4-BE49-F238E27FC236}">
                <a16:creationId xmlns:a16="http://schemas.microsoft.com/office/drawing/2014/main" id="{3EED4A95-F050-47AD-B375-4FF458EDEEFA}"/>
              </a:ext>
            </a:extLst>
          </p:cNvPr>
          <p:cNvSpPr>
            <a:spLocks noGrp="1"/>
          </p:cNvSpPr>
          <p:nvPr/>
        </p:nvSpPr>
        <p:spPr>
          <a:xfrm>
            <a:off x="533400" y="1952625"/>
            <a:ext cx="2286000" cy="371475"/>
          </a:xfrm>
          <a:prstGeom prst="rect">
            <a:avLst/>
          </a:prstGeom>
          <a:noFill/>
          <a:ln w="0">
            <a:noFill/>
          </a:ln>
        </p:spPr>
        <p:txBody>
          <a:bodyPr wrap="square" lIns="0" tIns="0" rIns="0" bIns="0" anchor="t">
            <a:noAutofit/>
          </a:bodyPr>
          <a:lstStyle>
            <a:defPPr algn="l">
              <a:defRPr sz="1800" b="1">
                <a:solidFill>
                  <a:srgbClr val="202C61"/>
                </a:solidFill>
                <a:latin typeface="Raleway"/>
                <a:ea typeface="Raleway"/>
                <a:cs typeface="Raleway"/>
              </a:defRPr>
            </a:defPPr>
            <a:lvl1pPr algn="l">
              <a:defRPr sz="1800" b="1">
                <a:solidFill>
                  <a:srgbClr val="202C61"/>
                </a:solidFill>
                <a:latin typeface="Raleway"/>
                <a:ea typeface="Raleway"/>
                <a:cs typeface="Raleway"/>
              </a:defRPr>
            </a:lvl1pPr>
            <a:lvl2pPr algn="l">
              <a:defRPr sz="1800" b="1">
                <a:solidFill>
                  <a:srgbClr val="202C61"/>
                </a:solidFill>
                <a:latin typeface="Raleway"/>
                <a:ea typeface="Raleway"/>
                <a:cs typeface="Raleway"/>
              </a:defRPr>
            </a:lvl2pPr>
            <a:lvl3pPr algn="l">
              <a:defRPr sz="1800" b="1">
                <a:solidFill>
                  <a:srgbClr val="202C61"/>
                </a:solidFill>
                <a:latin typeface="Raleway"/>
                <a:ea typeface="Raleway"/>
                <a:cs typeface="Raleway"/>
              </a:defRPr>
            </a:lvl3pPr>
            <a:lvl4pPr algn="l">
              <a:defRPr sz="1800" b="1">
                <a:solidFill>
                  <a:srgbClr val="202C61"/>
                </a:solidFill>
                <a:latin typeface="Raleway"/>
                <a:ea typeface="Raleway"/>
                <a:cs typeface="Raleway"/>
              </a:defRPr>
            </a:lvl4pPr>
            <a:lvl5pPr algn="l">
              <a:defRPr sz="1800" b="1">
                <a:solidFill>
                  <a:srgbClr val="202C61"/>
                </a:solidFill>
                <a:latin typeface="Raleway"/>
                <a:ea typeface="Raleway"/>
                <a:cs typeface="Raleway"/>
              </a:defRPr>
            </a:lvl5pPr>
            <a:lvl6pPr algn="l">
              <a:defRPr sz="1800" b="1">
                <a:solidFill>
                  <a:srgbClr val="202C61"/>
                </a:solidFill>
                <a:latin typeface="Raleway"/>
                <a:ea typeface="Raleway"/>
                <a:cs typeface="Raleway"/>
              </a:defRPr>
            </a:lvl6pPr>
            <a:lvl7pPr algn="l">
              <a:defRPr sz="1800" b="1">
                <a:solidFill>
                  <a:srgbClr val="202C61"/>
                </a:solidFill>
                <a:latin typeface="Raleway"/>
                <a:ea typeface="Raleway"/>
                <a:cs typeface="Raleway"/>
              </a:defRPr>
            </a:lvl7pPr>
            <a:lvl8pPr algn="l">
              <a:defRPr sz="1800" b="1">
                <a:solidFill>
                  <a:srgbClr val="202C61"/>
                </a:solidFill>
                <a:latin typeface="Raleway"/>
                <a:ea typeface="Raleway"/>
                <a:cs typeface="Raleway"/>
              </a:defRPr>
            </a:lvl8pPr>
            <a:lvl9pPr algn="l">
              <a:defRPr sz="1800" b="1">
                <a:solidFill>
                  <a:srgbClr val="202C61"/>
                </a:solidFill>
                <a:latin typeface="Raleway"/>
                <a:ea typeface="Raleway"/>
                <a:cs typeface="Raleway"/>
              </a:defRPr>
            </a:lvl9pPr>
          </a:lstStyle>
          <a:p>
            <a:pPr algn="l">
              <a:defRPr sz="1800" b="1">
                <a:solidFill>
                  <a:srgbClr val="202C61"/>
                </a:solidFill>
                <a:latin typeface="Raleway"/>
                <a:ea typeface="Raleway"/>
                <a:cs typeface="Raleway"/>
              </a:defRPr>
            </a:pPr>
            <a:r>
              <a:rPr sz="1800" b="1">
                <a:solidFill>
                  <a:srgbClr val="202C61"/>
                </a:solidFill>
                <a:latin typeface="Raleway"/>
                <a:ea typeface="Raleway"/>
                <a:cs typeface="Raleway"/>
              </a:rPr>
              <a:t>Software workflow</a:t>
            </a:r>
          </a:p>
        </p:txBody>
      </p:sp>
      <p:sp>
        <p:nvSpPr>
          <p:cNvPr id="8" name="current-content-115">
            <a:extLst>
              <a:ext uri="{FF2B5EF4-FFF2-40B4-BE49-F238E27FC236}">
                <a16:creationId xmlns:a16="http://schemas.microsoft.com/office/drawing/2014/main" id="{4B42E1A8-E2C3-444E-977B-DEF537336A48}"/>
              </a:ext>
            </a:extLst>
          </p:cNvPr>
          <p:cNvSpPr>
            <a:spLocks noGrp="1"/>
          </p:cNvSpPr>
          <p:nvPr/>
        </p:nvSpPr>
        <p:spPr>
          <a:xfrm>
            <a:off x="3124200" y="1952625"/>
            <a:ext cx="5467350" cy="495300"/>
          </a:xfrm>
          <a:prstGeom prst="rect">
            <a:avLst/>
          </a:prstGeom>
          <a:noFill/>
          <a:ln w="0">
            <a:noFill/>
          </a:ln>
        </p:spPr>
        <p:txBody>
          <a:bodyPr wrap="square" lIns="0" tIns="0" rIns="0" bIns="0" anchor="t">
            <a:noAutofit/>
          </a:bodyPr>
          <a:lstStyle>
            <a:defPPr algn="l">
              <a:defRPr sz="1650" b="0">
                <a:solidFill>
                  <a:srgbClr val="171717"/>
                </a:solidFill>
                <a:latin typeface="Arial"/>
                <a:ea typeface="Arial"/>
                <a:cs typeface="Arial"/>
              </a:defRPr>
            </a:defPPr>
            <a:lvl1pPr algn="l">
              <a:defRPr sz="1650" b="0">
                <a:solidFill>
                  <a:srgbClr val="171717"/>
                </a:solidFill>
                <a:latin typeface="Arial"/>
                <a:ea typeface="Arial"/>
                <a:cs typeface="Arial"/>
              </a:defRPr>
            </a:lvl1pPr>
            <a:lvl2pPr algn="l">
              <a:defRPr sz="1650" b="0">
                <a:solidFill>
                  <a:srgbClr val="171717"/>
                </a:solidFill>
                <a:latin typeface="Arial"/>
                <a:ea typeface="Arial"/>
                <a:cs typeface="Arial"/>
              </a:defRPr>
            </a:lvl2pPr>
            <a:lvl3pPr algn="l">
              <a:defRPr sz="1650" b="0">
                <a:solidFill>
                  <a:srgbClr val="171717"/>
                </a:solidFill>
                <a:latin typeface="Arial"/>
                <a:ea typeface="Arial"/>
                <a:cs typeface="Arial"/>
              </a:defRPr>
            </a:lvl3pPr>
            <a:lvl4pPr algn="l">
              <a:defRPr sz="1650" b="0">
                <a:solidFill>
                  <a:srgbClr val="171717"/>
                </a:solidFill>
                <a:latin typeface="Arial"/>
                <a:ea typeface="Arial"/>
                <a:cs typeface="Arial"/>
              </a:defRPr>
            </a:lvl4pPr>
            <a:lvl5pPr algn="l">
              <a:defRPr sz="1650" b="0">
                <a:solidFill>
                  <a:srgbClr val="171717"/>
                </a:solidFill>
                <a:latin typeface="Arial"/>
                <a:ea typeface="Arial"/>
                <a:cs typeface="Arial"/>
              </a:defRPr>
            </a:lvl5pPr>
            <a:lvl6pPr algn="l">
              <a:defRPr sz="1650" b="0">
                <a:solidFill>
                  <a:srgbClr val="171717"/>
                </a:solidFill>
                <a:latin typeface="Arial"/>
                <a:ea typeface="Arial"/>
                <a:cs typeface="Arial"/>
              </a:defRPr>
            </a:lvl6pPr>
            <a:lvl7pPr algn="l">
              <a:defRPr sz="1650" b="0">
                <a:solidFill>
                  <a:srgbClr val="171717"/>
                </a:solidFill>
                <a:latin typeface="Arial"/>
                <a:ea typeface="Arial"/>
                <a:cs typeface="Arial"/>
              </a:defRPr>
            </a:lvl7pPr>
            <a:lvl8pPr algn="l">
              <a:defRPr sz="1650" b="0">
                <a:solidFill>
                  <a:srgbClr val="171717"/>
                </a:solidFill>
                <a:latin typeface="Arial"/>
                <a:ea typeface="Arial"/>
                <a:cs typeface="Arial"/>
              </a:defRPr>
            </a:lvl8pPr>
            <a:lvl9pPr algn="l">
              <a:defRPr sz="1650" b="0">
                <a:solidFill>
                  <a:srgbClr val="171717"/>
                </a:solidFill>
                <a:latin typeface="Arial"/>
                <a:ea typeface="Arial"/>
                <a:cs typeface="Arial"/>
              </a:defRPr>
            </a:lvl9pPr>
          </a:lstStyle>
          <a:p>
            <a:pPr algn="l">
              <a:defRPr sz="1650" b="0">
                <a:solidFill>
                  <a:srgbClr val="171717"/>
                </a:solidFill>
                <a:latin typeface="Arial"/>
                <a:ea typeface="Arial"/>
                <a:cs typeface="Arial"/>
              </a:defRPr>
            </a:pPr>
            <a:r>
              <a:rPr sz="1650" b="0">
                <a:solidFill>
                  <a:srgbClr val="171717"/>
                </a:solidFill>
                <a:latin typeface="Arial"/>
                <a:ea typeface="Arial"/>
                <a:cs typeface="Arial"/>
              </a:rPr>
              <a:t>Git, TypeScript checks, ESLint and GitHub Actions</a:t>
            </a:r>
          </a:p>
        </p:txBody>
      </p:sp>
      <p:sp>
        <p:nvSpPr>
          <p:cNvPr id="9" name="Straight Connector 8">
            <a:extLst>
              <a:ext uri="{FF2B5EF4-FFF2-40B4-BE49-F238E27FC236}">
                <a16:creationId xmlns:a16="http://schemas.microsoft.com/office/drawing/2014/main" id="{C634A3A8-C006-4898-8BFB-7490151EBC3D}"/>
              </a:ext>
            </a:extLst>
          </p:cNvPr>
          <p:cNvSpPr>
            <a:spLocks noGrp="1"/>
          </p:cNvSpPr>
          <p:nvPr/>
        </p:nvSpPr>
        <p:spPr>
          <a:xfrm>
            <a:off x="533400" y="2447925"/>
            <a:ext cx="8058150" cy="0"/>
          </a:xfrm>
          <a:prstGeom prst="line">
            <a:avLst/>
          </a:prstGeom>
          <a:ln w="9525">
            <a:solidFill>
              <a:srgbClr val="A6B0BE"/>
            </a:solidFill>
          </a:ln>
        </p:spPr>
        <p:txBody>
          <a:bodyPr/>
          <a:lstStyle/>
          <a:p>
            <a:endParaRPr lang="en-PH"/>
          </a:p>
        </p:txBody>
      </p:sp>
      <p:sp>
        <p:nvSpPr>
          <p:cNvPr id="10" name="current-content-116">
            <a:extLst>
              <a:ext uri="{FF2B5EF4-FFF2-40B4-BE49-F238E27FC236}">
                <a16:creationId xmlns:a16="http://schemas.microsoft.com/office/drawing/2014/main" id="{3219341E-FCD2-4572-8FA9-F5605A0D0282}"/>
              </a:ext>
            </a:extLst>
          </p:cNvPr>
          <p:cNvSpPr>
            <a:spLocks noGrp="1"/>
          </p:cNvSpPr>
          <p:nvPr/>
        </p:nvSpPr>
        <p:spPr>
          <a:xfrm>
            <a:off x="533400" y="2581275"/>
            <a:ext cx="2286000" cy="371475"/>
          </a:xfrm>
          <a:prstGeom prst="rect">
            <a:avLst/>
          </a:prstGeom>
          <a:noFill/>
          <a:ln w="0">
            <a:noFill/>
          </a:ln>
        </p:spPr>
        <p:txBody>
          <a:bodyPr wrap="square" lIns="0" tIns="0" rIns="0" bIns="0" anchor="t">
            <a:noAutofit/>
          </a:bodyPr>
          <a:lstStyle>
            <a:defPPr algn="l">
              <a:defRPr sz="1800" b="1">
                <a:solidFill>
                  <a:srgbClr val="202C61"/>
                </a:solidFill>
                <a:latin typeface="Raleway"/>
                <a:ea typeface="Raleway"/>
                <a:cs typeface="Raleway"/>
              </a:defRPr>
            </a:defPPr>
            <a:lvl1pPr algn="l">
              <a:defRPr sz="1800" b="1">
                <a:solidFill>
                  <a:srgbClr val="202C61"/>
                </a:solidFill>
                <a:latin typeface="Raleway"/>
                <a:ea typeface="Raleway"/>
                <a:cs typeface="Raleway"/>
              </a:defRPr>
            </a:lvl1pPr>
            <a:lvl2pPr algn="l">
              <a:defRPr sz="1800" b="1">
                <a:solidFill>
                  <a:srgbClr val="202C61"/>
                </a:solidFill>
                <a:latin typeface="Raleway"/>
                <a:ea typeface="Raleway"/>
                <a:cs typeface="Raleway"/>
              </a:defRPr>
            </a:lvl2pPr>
            <a:lvl3pPr algn="l">
              <a:defRPr sz="1800" b="1">
                <a:solidFill>
                  <a:srgbClr val="202C61"/>
                </a:solidFill>
                <a:latin typeface="Raleway"/>
                <a:ea typeface="Raleway"/>
                <a:cs typeface="Raleway"/>
              </a:defRPr>
            </a:lvl3pPr>
            <a:lvl4pPr algn="l">
              <a:defRPr sz="1800" b="1">
                <a:solidFill>
                  <a:srgbClr val="202C61"/>
                </a:solidFill>
                <a:latin typeface="Raleway"/>
                <a:ea typeface="Raleway"/>
                <a:cs typeface="Raleway"/>
              </a:defRPr>
            </a:lvl4pPr>
            <a:lvl5pPr algn="l">
              <a:defRPr sz="1800" b="1">
                <a:solidFill>
                  <a:srgbClr val="202C61"/>
                </a:solidFill>
                <a:latin typeface="Raleway"/>
                <a:ea typeface="Raleway"/>
                <a:cs typeface="Raleway"/>
              </a:defRPr>
            </a:lvl5pPr>
            <a:lvl6pPr algn="l">
              <a:defRPr sz="1800" b="1">
                <a:solidFill>
                  <a:srgbClr val="202C61"/>
                </a:solidFill>
                <a:latin typeface="Raleway"/>
                <a:ea typeface="Raleway"/>
                <a:cs typeface="Raleway"/>
              </a:defRPr>
            </a:lvl6pPr>
            <a:lvl7pPr algn="l">
              <a:defRPr sz="1800" b="1">
                <a:solidFill>
                  <a:srgbClr val="202C61"/>
                </a:solidFill>
                <a:latin typeface="Raleway"/>
                <a:ea typeface="Raleway"/>
                <a:cs typeface="Raleway"/>
              </a:defRPr>
            </a:lvl7pPr>
            <a:lvl8pPr algn="l">
              <a:defRPr sz="1800" b="1">
                <a:solidFill>
                  <a:srgbClr val="202C61"/>
                </a:solidFill>
                <a:latin typeface="Raleway"/>
                <a:ea typeface="Raleway"/>
                <a:cs typeface="Raleway"/>
              </a:defRPr>
            </a:lvl8pPr>
            <a:lvl9pPr algn="l">
              <a:defRPr sz="1800" b="1">
                <a:solidFill>
                  <a:srgbClr val="202C61"/>
                </a:solidFill>
                <a:latin typeface="Raleway"/>
                <a:ea typeface="Raleway"/>
                <a:cs typeface="Raleway"/>
              </a:defRPr>
            </a:lvl9pPr>
          </a:lstStyle>
          <a:p>
            <a:pPr algn="l">
              <a:defRPr sz="1800" b="1">
                <a:solidFill>
                  <a:srgbClr val="202C61"/>
                </a:solidFill>
                <a:latin typeface="Raleway"/>
                <a:ea typeface="Raleway"/>
                <a:cs typeface="Raleway"/>
              </a:defRPr>
            </a:pPr>
            <a:r>
              <a:rPr sz="1800" b="1">
                <a:solidFill>
                  <a:srgbClr val="202C61"/>
                </a:solidFill>
                <a:latin typeface="Raleway"/>
                <a:ea typeface="Raleway"/>
                <a:cs typeface="Raleway"/>
              </a:rPr>
              <a:t>Frontend</a:t>
            </a:r>
          </a:p>
        </p:txBody>
      </p:sp>
      <p:sp>
        <p:nvSpPr>
          <p:cNvPr id="11" name="current-content-117">
            <a:extLst>
              <a:ext uri="{FF2B5EF4-FFF2-40B4-BE49-F238E27FC236}">
                <a16:creationId xmlns:a16="http://schemas.microsoft.com/office/drawing/2014/main" id="{6BB78E61-E53B-45FB-B246-36E740F53261}"/>
              </a:ext>
            </a:extLst>
          </p:cNvPr>
          <p:cNvSpPr>
            <a:spLocks noGrp="1"/>
          </p:cNvSpPr>
          <p:nvPr/>
        </p:nvSpPr>
        <p:spPr>
          <a:xfrm>
            <a:off x="3124200" y="2581275"/>
            <a:ext cx="5467350" cy="495300"/>
          </a:xfrm>
          <a:prstGeom prst="rect">
            <a:avLst/>
          </a:prstGeom>
          <a:noFill/>
          <a:ln w="0">
            <a:noFill/>
          </a:ln>
        </p:spPr>
        <p:txBody>
          <a:bodyPr wrap="square" lIns="0" tIns="0" rIns="0" bIns="0" anchor="t">
            <a:noAutofit/>
          </a:bodyPr>
          <a:lstStyle>
            <a:defPPr algn="l">
              <a:defRPr sz="1650" b="0">
                <a:solidFill>
                  <a:srgbClr val="171717"/>
                </a:solidFill>
                <a:latin typeface="Arial"/>
                <a:ea typeface="Arial"/>
                <a:cs typeface="Arial"/>
              </a:defRPr>
            </a:defPPr>
            <a:lvl1pPr algn="l">
              <a:defRPr sz="1650" b="0">
                <a:solidFill>
                  <a:srgbClr val="171717"/>
                </a:solidFill>
                <a:latin typeface="Arial"/>
                <a:ea typeface="Arial"/>
                <a:cs typeface="Arial"/>
              </a:defRPr>
            </a:lvl1pPr>
            <a:lvl2pPr algn="l">
              <a:defRPr sz="1650" b="0">
                <a:solidFill>
                  <a:srgbClr val="171717"/>
                </a:solidFill>
                <a:latin typeface="Arial"/>
                <a:ea typeface="Arial"/>
                <a:cs typeface="Arial"/>
              </a:defRPr>
            </a:lvl2pPr>
            <a:lvl3pPr algn="l">
              <a:defRPr sz="1650" b="0">
                <a:solidFill>
                  <a:srgbClr val="171717"/>
                </a:solidFill>
                <a:latin typeface="Arial"/>
                <a:ea typeface="Arial"/>
                <a:cs typeface="Arial"/>
              </a:defRPr>
            </a:lvl3pPr>
            <a:lvl4pPr algn="l">
              <a:defRPr sz="1650" b="0">
                <a:solidFill>
                  <a:srgbClr val="171717"/>
                </a:solidFill>
                <a:latin typeface="Arial"/>
                <a:ea typeface="Arial"/>
                <a:cs typeface="Arial"/>
              </a:defRPr>
            </a:lvl4pPr>
            <a:lvl5pPr algn="l">
              <a:defRPr sz="1650" b="0">
                <a:solidFill>
                  <a:srgbClr val="171717"/>
                </a:solidFill>
                <a:latin typeface="Arial"/>
                <a:ea typeface="Arial"/>
                <a:cs typeface="Arial"/>
              </a:defRPr>
            </a:lvl5pPr>
            <a:lvl6pPr algn="l">
              <a:defRPr sz="1650" b="0">
                <a:solidFill>
                  <a:srgbClr val="171717"/>
                </a:solidFill>
                <a:latin typeface="Arial"/>
                <a:ea typeface="Arial"/>
                <a:cs typeface="Arial"/>
              </a:defRPr>
            </a:lvl6pPr>
            <a:lvl7pPr algn="l">
              <a:defRPr sz="1650" b="0">
                <a:solidFill>
                  <a:srgbClr val="171717"/>
                </a:solidFill>
                <a:latin typeface="Arial"/>
                <a:ea typeface="Arial"/>
                <a:cs typeface="Arial"/>
              </a:defRPr>
            </a:lvl7pPr>
            <a:lvl8pPr algn="l">
              <a:defRPr sz="1650" b="0">
                <a:solidFill>
                  <a:srgbClr val="171717"/>
                </a:solidFill>
                <a:latin typeface="Arial"/>
                <a:ea typeface="Arial"/>
                <a:cs typeface="Arial"/>
              </a:defRPr>
            </a:lvl8pPr>
            <a:lvl9pPr algn="l">
              <a:defRPr sz="1650" b="0">
                <a:solidFill>
                  <a:srgbClr val="171717"/>
                </a:solidFill>
                <a:latin typeface="Arial"/>
                <a:ea typeface="Arial"/>
                <a:cs typeface="Arial"/>
              </a:defRPr>
            </a:lvl9pPr>
          </a:lstStyle>
          <a:p>
            <a:pPr algn="l">
              <a:defRPr sz="1650" b="0">
                <a:solidFill>
                  <a:srgbClr val="171717"/>
                </a:solidFill>
                <a:latin typeface="Arial"/>
                <a:ea typeface="Arial"/>
                <a:cs typeface="Arial"/>
              </a:defRPr>
            </a:pPr>
            <a:r>
              <a:rPr sz="1650" b="0">
                <a:solidFill>
                  <a:srgbClr val="171717"/>
                </a:solidFill>
                <a:latin typeface="Arial"/>
                <a:ea typeface="Arial"/>
                <a:cs typeface="Arial"/>
              </a:rPr>
              <a:t>React, TypeScript, Vite, Tailwind, Zustand, TanStack Query</a:t>
            </a:r>
          </a:p>
        </p:txBody>
      </p:sp>
      <p:sp>
        <p:nvSpPr>
          <p:cNvPr id="12" name="Straight Connector 11">
            <a:extLst>
              <a:ext uri="{FF2B5EF4-FFF2-40B4-BE49-F238E27FC236}">
                <a16:creationId xmlns:a16="http://schemas.microsoft.com/office/drawing/2014/main" id="{88EBA718-C57D-4022-8734-123377C6193A}"/>
              </a:ext>
            </a:extLst>
          </p:cNvPr>
          <p:cNvSpPr>
            <a:spLocks noGrp="1"/>
          </p:cNvSpPr>
          <p:nvPr/>
        </p:nvSpPr>
        <p:spPr>
          <a:xfrm>
            <a:off x="533400" y="3076575"/>
            <a:ext cx="8058150" cy="0"/>
          </a:xfrm>
          <a:prstGeom prst="line">
            <a:avLst/>
          </a:prstGeom>
          <a:ln w="9525">
            <a:solidFill>
              <a:srgbClr val="A6B0BE"/>
            </a:solidFill>
          </a:ln>
        </p:spPr>
        <p:txBody>
          <a:bodyPr/>
          <a:lstStyle/>
          <a:p>
            <a:endParaRPr lang="en-PH"/>
          </a:p>
        </p:txBody>
      </p:sp>
      <p:sp>
        <p:nvSpPr>
          <p:cNvPr id="13" name="current-content-118">
            <a:extLst>
              <a:ext uri="{FF2B5EF4-FFF2-40B4-BE49-F238E27FC236}">
                <a16:creationId xmlns:a16="http://schemas.microsoft.com/office/drawing/2014/main" id="{D871CAB6-9768-4DA2-89BD-D78D81606B24}"/>
              </a:ext>
            </a:extLst>
          </p:cNvPr>
          <p:cNvSpPr>
            <a:spLocks noGrp="1"/>
          </p:cNvSpPr>
          <p:nvPr/>
        </p:nvSpPr>
        <p:spPr>
          <a:xfrm>
            <a:off x="533400" y="3209925"/>
            <a:ext cx="2286000" cy="371475"/>
          </a:xfrm>
          <a:prstGeom prst="rect">
            <a:avLst/>
          </a:prstGeom>
          <a:noFill/>
          <a:ln w="0">
            <a:noFill/>
          </a:ln>
        </p:spPr>
        <p:txBody>
          <a:bodyPr wrap="square" lIns="0" tIns="0" rIns="0" bIns="0" anchor="t">
            <a:noAutofit/>
          </a:bodyPr>
          <a:lstStyle>
            <a:defPPr algn="l">
              <a:defRPr sz="1800" b="1">
                <a:solidFill>
                  <a:srgbClr val="202C61"/>
                </a:solidFill>
                <a:latin typeface="Raleway"/>
                <a:ea typeface="Raleway"/>
                <a:cs typeface="Raleway"/>
              </a:defRPr>
            </a:defPPr>
            <a:lvl1pPr algn="l">
              <a:defRPr sz="1800" b="1">
                <a:solidFill>
                  <a:srgbClr val="202C61"/>
                </a:solidFill>
                <a:latin typeface="Raleway"/>
                <a:ea typeface="Raleway"/>
                <a:cs typeface="Raleway"/>
              </a:defRPr>
            </a:lvl1pPr>
            <a:lvl2pPr algn="l">
              <a:defRPr sz="1800" b="1">
                <a:solidFill>
                  <a:srgbClr val="202C61"/>
                </a:solidFill>
                <a:latin typeface="Raleway"/>
                <a:ea typeface="Raleway"/>
                <a:cs typeface="Raleway"/>
              </a:defRPr>
            </a:lvl2pPr>
            <a:lvl3pPr algn="l">
              <a:defRPr sz="1800" b="1">
                <a:solidFill>
                  <a:srgbClr val="202C61"/>
                </a:solidFill>
                <a:latin typeface="Raleway"/>
                <a:ea typeface="Raleway"/>
                <a:cs typeface="Raleway"/>
              </a:defRPr>
            </a:lvl3pPr>
            <a:lvl4pPr algn="l">
              <a:defRPr sz="1800" b="1">
                <a:solidFill>
                  <a:srgbClr val="202C61"/>
                </a:solidFill>
                <a:latin typeface="Raleway"/>
                <a:ea typeface="Raleway"/>
                <a:cs typeface="Raleway"/>
              </a:defRPr>
            </a:lvl4pPr>
            <a:lvl5pPr algn="l">
              <a:defRPr sz="1800" b="1">
                <a:solidFill>
                  <a:srgbClr val="202C61"/>
                </a:solidFill>
                <a:latin typeface="Raleway"/>
                <a:ea typeface="Raleway"/>
                <a:cs typeface="Raleway"/>
              </a:defRPr>
            </a:lvl5pPr>
            <a:lvl6pPr algn="l">
              <a:defRPr sz="1800" b="1">
                <a:solidFill>
                  <a:srgbClr val="202C61"/>
                </a:solidFill>
                <a:latin typeface="Raleway"/>
                <a:ea typeface="Raleway"/>
                <a:cs typeface="Raleway"/>
              </a:defRPr>
            </a:lvl6pPr>
            <a:lvl7pPr algn="l">
              <a:defRPr sz="1800" b="1">
                <a:solidFill>
                  <a:srgbClr val="202C61"/>
                </a:solidFill>
                <a:latin typeface="Raleway"/>
                <a:ea typeface="Raleway"/>
                <a:cs typeface="Raleway"/>
              </a:defRPr>
            </a:lvl7pPr>
            <a:lvl8pPr algn="l">
              <a:defRPr sz="1800" b="1">
                <a:solidFill>
                  <a:srgbClr val="202C61"/>
                </a:solidFill>
                <a:latin typeface="Raleway"/>
                <a:ea typeface="Raleway"/>
                <a:cs typeface="Raleway"/>
              </a:defRPr>
            </a:lvl8pPr>
            <a:lvl9pPr algn="l">
              <a:defRPr sz="1800" b="1">
                <a:solidFill>
                  <a:srgbClr val="202C61"/>
                </a:solidFill>
                <a:latin typeface="Raleway"/>
                <a:ea typeface="Raleway"/>
                <a:cs typeface="Raleway"/>
              </a:defRPr>
            </a:lvl9pPr>
          </a:lstStyle>
          <a:p>
            <a:pPr algn="l">
              <a:defRPr sz="1800" b="1">
                <a:solidFill>
                  <a:srgbClr val="202C61"/>
                </a:solidFill>
                <a:latin typeface="Raleway"/>
                <a:ea typeface="Raleway"/>
                <a:cs typeface="Raleway"/>
              </a:defRPr>
            </a:pPr>
            <a:r>
              <a:rPr sz="1800" b="1">
                <a:solidFill>
                  <a:srgbClr val="202C61"/>
                </a:solidFill>
                <a:latin typeface="Raleway"/>
                <a:ea typeface="Raleway"/>
                <a:cs typeface="Raleway"/>
              </a:rPr>
              <a:t>Backend</a:t>
            </a:r>
          </a:p>
        </p:txBody>
      </p:sp>
      <p:sp>
        <p:nvSpPr>
          <p:cNvPr id="14" name="current-content-119">
            <a:extLst>
              <a:ext uri="{FF2B5EF4-FFF2-40B4-BE49-F238E27FC236}">
                <a16:creationId xmlns:a16="http://schemas.microsoft.com/office/drawing/2014/main" id="{B25D8566-ACBE-4AD3-B7F9-9FF8437CD246}"/>
              </a:ext>
            </a:extLst>
          </p:cNvPr>
          <p:cNvSpPr>
            <a:spLocks noGrp="1"/>
          </p:cNvSpPr>
          <p:nvPr/>
        </p:nvSpPr>
        <p:spPr>
          <a:xfrm>
            <a:off x="3124200" y="3209925"/>
            <a:ext cx="5467350" cy="495300"/>
          </a:xfrm>
          <a:prstGeom prst="rect">
            <a:avLst/>
          </a:prstGeom>
          <a:noFill/>
          <a:ln w="0">
            <a:noFill/>
          </a:ln>
        </p:spPr>
        <p:txBody>
          <a:bodyPr wrap="square" lIns="0" tIns="0" rIns="0" bIns="0" anchor="t">
            <a:noAutofit/>
          </a:bodyPr>
          <a:lstStyle>
            <a:defPPr algn="l">
              <a:defRPr sz="1650" b="0">
                <a:solidFill>
                  <a:srgbClr val="171717"/>
                </a:solidFill>
                <a:latin typeface="Arial"/>
                <a:ea typeface="Arial"/>
                <a:cs typeface="Arial"/>
              </a:defRPr>
            </a:defPPr>
            <a:lvl1pPr algn="l">
              <a:defRPr sz="1650" b="0">
                <a:solidFill>
                  <a:srgbClr val="171717"/>
                </a:solidFill>
                <a:latin typeface="Arial"/>
                <a:ea typeface="Arial"/>
                <a:cs typeface="Arial"/>
              </a:defRPr>
            </a:lvl1pPr>
            <a:lvl2pPr algn="l">
              <a:defRPr sz="1650" b="0">
                <a:solidFill>
                  <a:srgbClr val="171717"/>
                </a:solidFill>
                <a:latin typeface="Arial"/>
                <a:ea typeface="Arial"/>
                <a:cs typeface="Arial"/>
              </a:defRPr>
            </a:lvl2pPr>
            <a:lvl3pPr algn="l">
              <a:defRPr sz="1650" b="0">
                <a:solidFill>
                  <a:srgbClr val="171717"/>
                </a:solidFill>
                <a:latin typeface="Arial"/>
                <a:ea typeface="Arial"/>
                <a:cs typeface="Arial"/>
              </a:defRPr>
            </a:lvl3pPr>
            <a:lvl4pPr algn="l">
              <a:defRPr sz="1650" b="0">
                <a:solidFill>
                  <a:srgbClr val="171717"/>
                </a:solidFill>
                <a:latin typeface="Arial"/>
                <a:ea typeface="Arial"/>
                <a:cs typeface="Arial"/>
              </a:defRPr>
            </a:lvl4pPr>
            <a:lvl5pPr algn="l">
              <a:defRPr sz="1650" b="0">
                <a:solidFill>
                  <a:srgbClr val="171717"/>
                </a:solidFill>
                <a:latin typeface="Arial"/>
                <a:ea typeface="Arial"/>
                <a:cs typeface="Arial"/>
              </a:defRPr>
            </a:lvl5pPr>
            <a:lvl6pPr algn="l">
              <a:defRPr sz="1650" b="0">
                <a:solidFill>
                  <a:srgbClr val="171717"/>
                </a:solidFill>
                <a:latin typeface="Arial"/>
                <a:ea typeface="Arial"/>
                <a:cs typeface="Arial"/>
              </a:defRPr>
            </a:lvl6pPr>
            <a:lvl7pPr algn="l">
              <a:defRPr sz="1650" b="0">
                <a:solidFill>
                  <a:srgbClr val="171717"/>
                </a:solidFill>
                <a:latin typeface="Arial"/>
                <a:ea typeface="Arial"/>
                <a:cs typeface="Arial"/>
              </a:defRPr>
            </a:lvl7pPr>
            <a:lvl8pPr algn="l">
              <a:defRPr sz="1650" b="0">
                <a:solidFill>
                  <a:srgbClr val="171717"/>
                </a:solidFill>
                <a:latin typeface="Arial"/>
                <a:ea typeface="Arial"/>
                <a:cs typeface="Arial"/>
              </a:defRPr>
            </a:lvl8pPr>
            <a:lvl9pPr algn="l">
              <a:defRPr sz="1650" b="0">
                <a:solidFill>
                  <a:srgbClr val="171717"/>
                </a:solidFill>
                <a:latin typeface="Arial"/>
                <a:ea typeface="Arial"/>
                <a:cs typeface="Arial"/>
              </a:defRPr>
            </a:lvl9pPr>
          </a:lstStyle>
          <a:p>
            <a:pPr algn="l">
              <a:defRPr sz="1650" b="0">
                <a:solidFill>
                  <a:srgbClr val="171717"/>
                </a:solidFill>
                <a:latin typeface="Arial"/>
                <a:ea typeface="Arial"/>
                <a:cs typeface="Arial"/>
              </a:defRPr>
            </a:pPr>
            <a:r>
              <a:rPr sz="1650" b="0">
                <a:solidFill>
                  <a:srgbClr val="171717"/>
                </a:solidFill>
                <a:latin typeface="Arial"/>
                <a:ea typeface="Arial"/>
                <a:cs typeface="Arial"/>
              </a:rPr>
              <a:t>Supabase Auth, PostgreSQL, RLS, Storage, Edge Functions</a:t>
            </a:r>
          </a:p>
        </p:txBody>
      </p:sp>
      <p:sp>
        <p:nvSpPr>
          <p:cNvPr id="15" name="Straight Connector 14">
            <a:extLst>
              <a:ext uri="{FF2B5EF4-FFF2-40B4-BE49-F238E27FC236}">
                <a16:creationId xmlns:a16="http://schemas.microsoft.com/office/drawing/2014/main" id="{ACB0DA79-4119-4E8E-98E1-5C5B664B13E6}"/>
              </a:ext>
            </a:extLst>
          </p:cNvPr>
          <p:cNvSpPr>
            <a:spLocks noGrp="1"/>
          </p:cNvSpPr>
          <p:nvPr/>
        </p:nvSpPr>
        <p:spPr>
          <a:xfrm>
            <a:off x="533400" y="3705225"/>
            <a:ext cx="8058150" cy="0"/>
          </a:xfrm>
          <a:prstGeom prst="line">
            <a:avLst/>
          </a:prstGeom>
          <a:ln w="9525">
            <a:solidFill>
              <a:srgbClr val="A6B0BE"/>
            </a:solidFill>
          </a:ln>
        </p:spPr>
        <p:txBody>
          <a:bodyPr/>
          <a:lstStyle/>
          <a:p>
            <a:endParaRPr lang="en-PH"/>
          </a:p>
        </p:txBody>
      </p:sp>
      <p:sp>
        <p:nvSpPr>
          <p:cNvPr id="16" name="current-content-120">
            <a:extLst>
              <a:ext uri="{FF2B5EF4-FFF2-40B4-BE49-F238E27FC236}">
                <a16:creationId xmlns:a16="http://schemas.microsoft.com/office/drawing/2014/main" id="{90FB75DF-2E99-4E48-A62B-FC09B65703DB}"/>
              </a:ext>
            </a:extLst>
          </p:cNvPr>
          <p:cNvSpPr>
            <a:spLocks noGrp="1"/>
          </p:cNvSpPr>
          <p:nvPr/>
        </p:nvSpPr>
        <p:spPr>
          <a:xfrm>
            <a:off x="533400" y="3838575"/>
            <a:ext cx="2286000" cy="371475"/>
          </a:xfrm>
          <a:prstGeom prst="rect">
            <a:avLst/>
          </a:prstGeom>
          <a:noFill/>
          <a:ln w="0">
            <a:noFill/>
          </a:ln>
        </p:spPr>
        <p:txBody>
          <a:bodyPr wrap="square" lIns="0" tIns="0" rIns="0" bIns="0" anchor="t">
            <a:noAutofit/>
          </a:bodyPr>
          <a:lstStyle>
            <a:defPPr algn="l">
              <a:defRPr sz="1800" b="1">
                <a:solidFill>
                  <a:srgbClr val="202C61"/>
                </a:solidFill>
                <a:latin typeface="Raleway"/>
                <a:ea typeface="Raleway"/>
                <a:cs typeface="Raleway"/>
              </a:defRPr>
            </a:defPPr>
            <a:lvl1pPr algn="l">
              <a:defRPr sz="1800" b="1">
                <a:solidFill>
                  <a:srgbClr val="202C61"/>
                </a:solidFill>
                <a:latin typeface="Raleway"/>
                <a:ea typeface="Raleway"/>
                <a:cs typeface="Raleway"/>
              </a:defRPr>
            </a:lvl1pPr>
            <a:lvl2pPr algn="l">
              <a:defRPr sz="1800" b="1">
                <a:solidFill>
                  <a:srgbClr val="202C61"/>
                </a:solidFill>
                <a:latin typeface="Raleway"/>
                <a:ea typeface="Raleway"/>
                <a:cs typeface="Raleway"/>
              </a:defRPr>
            </a:lvl2pPr>
            <a:lvl3pPr algn="l">
              <a:defRPr sz="1800" b="1">
                <a:solidFill>
                  <a:srgbClr val="202C61"/>
                </a:solidFill>
                <a:latin typeface="Raleway"/>
                <a:ea typeface="Raleway"/>
                <a:cs typeface="Raleway"/>
              </a:defRPr>
            </a:lvl3pPr>
            <a:lvl4pPr algn="l">
              <a:defRPr sz="1800" b="1">
                <a:solidFill>
                  <a:srgbClr val="202C61"/>
                </a:solidFill>
                <a:latin typeface="Raleway"/>
                <a:ea typeface="Raleway"/>
                <a:cs typeface="Raleway"/>
              </a:defRPr>
            </a:lvl4pPr>
            <a:lvl5pPr algn="l">
              <a:defRPr sz="1800" b="1">
                <a:solidFill>
                  <a:srgbClr val="202C61"/>
                </a:solidFill>
                <a:latin typeface="Raleway"/>
                <a:ea typeface="Raleway"/>
                <a:cs typeface="Raleway"/>
              </a:defRPr>
            </a:lvl5pPr>
            <a:lvl6pPr algn="l">
              <a:defRPr sz="1800" b="1">
                <a:solidFill>
                  <a:srgbClr val="202C61"/>
                </a:solidFill>
                <a:latin typeface="Raleway"/>
                <a:ea typeface="Raleway"/>
                <a:cs typeface="Raleway"/>
              </a:defRPr>
            </a:lvl6pPr>
            <a:lvl7pPr algn="l">
              <a:defRPr sz="1800" b="1">
                <a:solidFill>
                  <a:srgbClr val="202C61"/>
                </a:solidFill>
                <a:latin typeface="Raleway"/>
                <a:ea typeface="Raleway"/>
                <a:cs typeface="Raleway"/>
              </a:defRPr>
            </a:lvl7pPr>
            <a:lvl8pPr algn="l">
              <a:defRPr sz="1800" b="1">
                <a:solidFill>
                  <a:srgbClr val="202C61"/>
                </a:solidFill>
                <a:latin typeface="Raleway"/>
                <a:ea typeface="Raleway"/>
                <a:cs typeface="Raleway"/>
              </a:defRPr>
            </a:lvl8pPr>
            <a:lvl9pPr algn="l">
              <a:defRPr sz="1800" b="1">
                <a:solidFill>
                  <a:srgbClr val="202C61"/>
                </a:solidFill>
                <a:latin typeface="Raleway"/>
                <a:ea typeface="Raleway"/>
                <a:cs typeface="Raleway"/>
              </a:defRPr>
            </a:lvl9pPr>
          </a:lstStyle>
          <a:p>
            <a:pPr algn="l">
              <a:defRPr sz="1800" b="1">
                <a:solidFill>
                  <a:srgbClr val="202C61"/>
                </a:solidFill>
                <a:latin typeface="Raleway"/>
                <a:ea typeface="Raleway"/>
                <a:cs typeface="Raleway"/>
              </a:defRPr>
            </a:pPr>
            <a:r>
              <a:rPr sz="1800" b="1">
                <a:solidFill>
                  <a:srgbClr val="202C61"/>
                </a:solidFill>
                <a:latin typeface="Raleway"/>
                <a:ea typeface="Raleway"/>
                <a:cs typeface="Raleway"/>
              </a:rPr>
              <a:t>Deployment</a:t>
            </a:r>
          </a:p>
        </p:txBody>
      </p:sp>
      <p:sp>
        <p:nvSpPr>
          <p:cNvPr id="17" name="current-content-121">
            <a:extLst>
              <a:ext uri="{FF2B5EF4-FFF2-40B4-BE49-F238E27FC236}">
                <a16:creationId xmlns:a16="http://schemas.microsoft.com/office/drawing/2014/main" id="{C2A3274D-798F-4093-BF80-03E40D0473DA}"/>
              </a:ext>
            </a:extLst>
          </p:cNvPr>
          <p:cNvSpPr>
            <a:spLocks noGrp="1"/>
          </p:cNvSpPr>
          <p:nvPr/>
        </p:nvSpPr>
        <p:spPr>
          <a:xfrm>
            <a:off x="3124200" y="3838575"/>
            <a:ext cx="5467350" cy="495300"/>
          </a:xfrm>
          <a:prstGeom prst="rect">
            <a:avLst/>
          </a:prstGeom>
          <a:noFill/>
          <a:ln w="0">
            <a:noFill/>
          </a:ln>
        </p:spPr>
        <p:txBody>
          <a:bodyPr wrap="square" lIns="0" tIns="0" rIns="0" bIns="0" anchor="t">
            <a:noAutofit/>
          </a:bodyPr>
          <a:lstStyle>
            <a:defPPr algn="l">
              <a:defRPr sz="1650" b="0">
                <a:solidFill>
                  <a:srgbClr val="171717"/>
                </a:solidFill>
                <a:latin typeface="Arial"/>
                <a:ea typeface="Arial"/>
                <a:cs typeface="Arial"/>
              </a:defRPr>
            </a:defPPr>
            <a:lvl1pPr algn="l">
              <a:defRPr sz="1650" b="0">
                <a:solidFill>
                  <a:srgbClr val="171717"/>
                </a:solidFill>
                <a:latin typeface="Arial"/>
                <a:ea typeface="Arial"/>
                <a:cs typeface="Arial"/>
              </a:defRPr>
            </a:lvl1pPr>
            <a:lvl2pPr algn="l">
              <a:defRPr sz="1650" b="0">
                <a:solidFill>
                  <a:srgbClr val="171717"/>
                </a:solidFill>
                <a:latin typeface="Arial"/>
                <a:ea typeface="Arial"/>
                <a:cs typeface="Arial"/>
              </a:defRPr>
            </a:lvl2pPr>
            <a:lvl3pPr algn="l">
              <a:defRPr sz="1650" b="0">
                <a:solidFill>
                  <a:srgbClr val="171717"/>
                </a:solidFill>
                <a:latin typeface="Arial"/>
                <a:ea typeface="Arial"/>
                <a:cs typeface="Arial"/>
              </a:defRPr>
            </a:lvl3pPr>
            <a:lvl4pPr algn="l">
              <a:defRPr sz="1650" b="0">
                <a:solidFill>
                  <a:srgbClr val="171717"/>
                </a:solidFill>
                <a:latin typeface="Arial"/>
                <a:ea typeface="Arial"/>
                <a:cs typeface="Arial"/>
              </a:defRPr>
            </a:lvl4pPr>
            <a:lvl5pPr algn="l">
              <a:defRPr sz="1650" b="0">
                <a:solidFill>
                  <a:srgbClr val="171717"/>
                </a:solidFill>
                <a:latin typeface="Arial"/>
                <a:ea typeface="Arial"/>
                <a:cs typeface="Arial"/>
              </a:defRPr>
            </a:lvl5pPr>
            <a:lvl6pPr algn="l">
              <a:defRPr sz="1650" b="0">
                <a:solidFill>
                  <a:srgbClr val="171717"/>
                </a:solidFill>
                <a:latin typeface="Arial"/>
                <a:ea typeface="Arial"/>
                <a:cs typeface="Arial"/>
              </a:defRPr>
            </a:lvl6pPr>
            <a:lvl7pPr algn="l">
              <a:defRPr sz="1650" b="0">
                <a:solidFill>
                  <a:srgbClr val="171717"/>
                </a:solidFill>
                <a:latin typeface="Arial"/>
                <a:ea typeface="Arial"/>
                <a:cs typeface="Arial"/>
              </a:defRPr>
            </a:lvl7pPr>
            <a:lvl8pPr algn="l">
              <a:defRPr sz="1650" b="0">
                <a:solidFill>
                  <a:srgbClr val="171717"/>
                </a:solidFill>
                <a:latin typeface="Arial"/>
                <a:ea typeface="Arial"/>
                <a:cs typeface="Arial"/>
              </a:defRPr>
            </a:lvl8pPr>
            <a:lvl9pPr algn="l">
              <a:defRPr sz="1650" b="0">
                <a:solidFill>
                  <a:srgbClr val="171717"/>
                </a:solidFill>
                <a:latin typeface="Arial"/>
                <a:ea typeface="Arial"/>
                <a:cs typeface="Arial"/>
              </a:defRPr>
            </a:lvl9pPr>
          </a:lstStyle>
          <a:p>
            <a:pPr algn="l">
              <a:defRPr sz="1650" b="0">
                <a:solidFill>
                  <a:srgbClr val="171717"/>
                </a:solidFill>
                <a:latin typeface="Arial"/>
                <a:ea typeface="Arial"/>
                <a:cs typeface="Arial"/>
              </a:defRPr>
            </a:pPr>
            <a:r>
              <a:rPr sz="1650" b="0">
                <a:solidFill>
                  <a:srgbClr val="171717"/>
                </a:solidFill>
                <a:latin typeface="Arial"/>
                <a:ea typeface="Arial"/>
                <a:cs typeface="Arial"/>
              </a:rPr>
              <a:t>Vercel SPA routing configuration</a:t>
            </a:r>
          </a:p>
        </p:txBody>
      </p:sp>
      <p:sp>
        <p:nvSpPr>
          <p:cNvPr id="18" name="current-content-122">
            <a:extLst>
              <a:ext uri="{FF2B5EF4-FFF2-40B4-BE49-F238E27FC236}">
                <a16:creationId xmlns:a16="http://schemas.microsoft.com/office/drawing/2014/main" id="{B1E12E2F-0720-4B3F-82DE-BAEE5EB317F2}"/>
              </a:ext>
            </a:extLst>
          </p:cNvPr>
          <p:cNvSpPr>
            <a:spLocks noGrp="1"/>
          </p:cNvSpPr>
          <p:nvPr/>
        </p:nvSpPr>
        <p:spPr>
          <a:xfrm>
            <a:off x="533400" y="4429125"/>
            <a:ext cx="8058150" cy="209550"/>
          </a:xfrm>
          <a:prstGeom prst="rect">
            <a:avLst/>
          </a:prstGeom>
          <a:noFill/>
          <a:ln w="0">
            <a:noFill/>
          </a:ln>
        </p:spPr>
        <p:txBody>
          <a:bodyPr wrap="square" lIns="0" tIns="0" rIns="0" bIns="0" anchor="t">
            <a:noAutofit/>
          </a:bodyPr>
          <a:lstStyle>
            <a:defPPr algn="l">
              <a:defRPr sz="1275" b="0">
                <a:solidFill>
                  <a:srgbClr val="595959"/>
                </a:solidFill>
                <a:latin typeface="Arial"/>
                <a:ea typeface="Arial"/>
                <a:cs typeface="Arial"/>
              </a:defRPr>
            </a:defPPr>
            <a:lvl1pPr algn="l">
              <a:defRPr sz="1275" b="0">
                <a:solidFill>
                  <a:srgbClr val="595959"/>
                </a:solidFill>
                <a:latin typeface="Arial"/>
                <a:ea typeface="Arial"/>
                <a:cs typeface="Arial"/>
              </a:defRPr>
            </a:lvl1pPr>
            <a:lvl2pPr algn="l">
              <a:defRPr sz="1275" b="0">
                <a:solidFill>
                  <a:srgbClr val="595959"/>
                </a:solidFill>
                <a:latin typeface="Arial"/>
                <a:ea typeface="Arial"/>
                <a:cs typeface="Arial"/>
              </a:defRPr>
            </a:lvl2pPr>
            <a:lvl3pPr algn="l">
              <a:defRPr sz="1275" b="0">
                <a:solidFill>
                  <a:srgbClr val="595959"/>
                </a:solidFill>
                <a:latin typeface="Arial"/>
                <a:ea typeface="Arial"/>
                <a:cs typeface="Arial"/>
              </a:defRPr>
            </a:lvl3pPr>
            <a:lvl4pPr algn="l">
              <a:defRPr sz="1275" b="0">
                <a:solidFill>
                  <a:srgbClr val="595959"/>
                </a:solidFill>
                <a:latin typeface="Arial"/>
                <a:ea typeface="Arial"/>
                <a:cs typeface="Arial"/>
              </a:defRPr>
            </a:lvl4pPr>
            <a:lvl5pPr algn="l">
              <a:defRPr sz="1275" b="0">
                <a:solidFill>
                  <a:srgbClr val="595959"/>
                </a:solidFill>
                <a:latin typeface="Arial"/>
                <a:ea typeface="Arial"/>
                <a:cs typeface="Arial"/>
              </a:defRPr>
            </a:lvl5pPr>
            <a:lvl6pPr algn="l">
              <a:defRPr sz="1275" b="0">
                <a:solidFill>
                  <a:srgbClr val="595959"/>
                </a:solidFill>
                <a:latin typeface="Arial"/>
                <a:ea typeface="Arial"/>
                <a:cs typeface="Arial"/>
              </a:defRPr>
            </a:lvl6pPr>
            <a:lvl7pPr algn="l">
              <a:defRPr sz="1275" b="0">
                <a:solidFill>
                  <a:srgbClr val="595959"/>
                </a:solidFill>
                <a:latin typeface="Arial"/>
                <a:ea typeface="Arial"/>
                <a:cs typeface="Arial"/>
              </a:defRPr>
            </a:lvl7pPr>
            <a:lvl8pPr algn="l">
              <a:defRPr sz="1275" b="0">
                <a:solidFill>
                  <a:srgbClr val="595959"/>
                </a:solidFill>
                <a:latin typeface="Arial"/>
                <a:ea typeface="Arial"/>
                <a:cs typeface="Arial"/>
              </a:defRPr>
            </a:lvl8pPr>
            <a:lvl9pPr algn="l">
              <a:defRPr sz="1275" b="0">
                <a:solidFill>
                  <a:srgbClr val="595959"/>
                </a:solidFill>
                <a:latin typeface="Arial"/>
                <a:ea typeface="Arial"/>
                <a:cs typeface="Arial"/>
              </a:defRPr>
            </a:lvl9pPr>
          </a:lstStyle>
          <a:p>
            <a:pPr algn="l">
              <a:defRPr sz="1275" b="0">
                <a:solidFill>
                  <a:srgbClr val="595959"/>
                </a:solidFill>
                <a:latin typeface="Arial"/>
                <a:ea typeface="Arial"/>
                <a:cs typeface="Arial"/>
              </a:defRPr>
            </a:pPr>
            <a:r>
              <a:rPr sz="1275" b="0">
                <a:solidFill>
                  <a:srgbClr val="595959"/>
                </a:solidFill>
                <a:latin typeface="Arial"/>
                <a:ea typeface="Arial"/>
                <a:cs typeface="Arial"/>
              </a:rPr>
              <a:t>Current optional hardware bridge: QZ Tray. Device readiness remains unverified.</a:t>
            </a:r>
          </a:p>
        </p:txBody>
      </p:sp>
    </p:spTree>
    <p:extLst>
      <p:ext uri="{BB962C8B-B14F-4D97-AF65-F5344CB8AC3E}">
        <p14:creationId xmlns:p14="http://schemas.microsoft.com/office/powerpoint/2010/main" val="9320232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34E0B711-31B0-42B2-A6F4-1DB734EE1976}"/>
              </a:ext>
            </a:extLst>
          </p:cNvPr>
          <p:cNvPicPr>
            <a:picLocks noChangeAspect="1"/>
          </p:cNvPicPr>
          <p:nvPr/>
        </p:nvPicPr>
        <p:blipFill>
          <a:blip r:embed="rId3"/>
          <a:stretch/>
        </p:blipFill>
        <p:spPr>
          <a:xfrm>
            <a:off x="6572250" y="260789"/>
            <a:ext cx="2238375" cy="716673"/>
          </a:xfrm>
          <a:prstGeom prst="rect">
            <a:avLst/>
          </a:prstGeom>
        </p:spPr>
      </p:pic>
      <p:sp>
        <p:nvSpPr>
          <p:cNvPr id="2" name="current-content-32">
            <a:extLst>
              <a:ext uri="{FF2B5EF4-FFF2-40B4-BE49-F238E27FC236}">
                <a16:creationId xmlns:a16="http://schemas.microsoft.com/office/drawing/2014/main" id="{ED370FE4-1261-4D79-80FC-BA1E65894816}"/>
              </a:ext>
            </a:extLst>
          </p:cNvPr>
          <p:cNvSpPr>
            <a:spLocks noGrp="1"/>
          </p:cNvSpPr>
          <p:nvPr/>
        </p:nvSpPr>
        <p:spPr>
          <a:xfrm>
            <a:off x="533400" y="457200"/>
            <a:ext cx="5762625" cy="552450"/>
          </a:xfrm>
          <a:prstGeom prst="rect">
            <a:avLst/>
          </a:prstGeom>
          <a:noFill/>
          <a:ln w="0">
            <a:noFill/>
          </a:ln>
        </p:spPr>
        <p:txBody>
          <a:bodyPr wrap="square" lIns="0" tIns="0" rIns="0" bIns="0" anchor="t">
            <a:noAutofit/>
          </a:bodyPr>
          <a:lstStyle>
            <a:defPPr algn="l">
              <a:defRPr sz="2520" b="1">
                <a:solidFill>
                  <a:srgbClr val="0070C0"/>
                </a:solidFill>
                <a:latin typeface="Raleway"/>
                <a:ea typeface="Raleway"/>
                <a:cs typeface="Raleway"/>
              </a:defRPr>
            </a:defPPr>
            <a:lvl1pPr algn="l">
              <a:defRPr sz="2520" b="1">
                <a:solidFill>
                  <a:srgbClr val="0070C0"/>
                </a:solidFill>
                <a:latin typeface="Raleway"/>
                <a:ea typeface="Raleway"/>
                <a:cs typeface="Raleway"/>
              </a:defRPr>
            </a:lvl1pPr>
            <a:lvl2pPr algn="l">
              <a:defRPr sz="2520" b="1">
                <a:solidFill>
                  <a:srgbClr val="0070C0"/>
                </a:solidFill>
                <a:latin typeface="Raleway"/>
                <a:ea typeface="Raleway"/>
                <a:cs typeface="Raleway"/>
              </a:defRPr>
            </a:lvl2pPr>
            <a:lvl3pPr algn="l">
              <a:defRPr sz="2520" b="1">
                <a:solidFill>
                  <a:srgbClr val="0070C0"/>
                </a:solidFill>
                <a:latin typeface="Raleway"/>
                <a:ea typeface="Raleway"/>
                <a:cs typeface="Raleway"/>
              </a:defRPr>
            </a:lvl3pPr>
            <a:lvl4pPr algn="l">
              <a:defRPr sz="2520" b="1">
                <a:solidFill>
                  <a:srgbClr val="0070C0"/>
                </a:solidFill>
                <a:latin typeface="Raleway"/>
                <a:ea typeface="Raleway"/>
                <a:cs typeface="Raleway"/>
              </a:defRPr>
            </a:lvl4pPr>
            <a:lvl5pPr algn="l">
              <a:defRPr sz="2520" b="1">
                <a:solidFill>
                  <a:srgbClr val="0070C0"/>
                </a:solidFill>
                <a:latin typeface="Raleway"/>
                <a:ea typeface="Raleway"/>
                <a:cs typeface="Raleway"/>
              </a:defRPr>
            </a:lvl5pPr>
            <a:lvl6pPr algn="l">
              <a:defRPr sz="2520" b="1">
                <a:solidFill>
                  <a:srgbClr val="0070C0"/>
                </a:solidFill>
                <a:latin typeface="Raleway"/>
                <a:ea typeface="Raleway"/>
                <a:cs typeface="Raleway"/>
              </a:defRPr>
            </a:lvl6pPr>
            <a:lvl7pPr algn="l">
              <a:defRPr sz="2520" b="1">
                <a:solidFill>
                  <a:srgbClr val="0070C0"/>
                </a:solidFill>
                <a:latin typeface="Raleway"/>
                <a:ea typeface="Raleway"/>
                <a:cs typeface="Raleway"/>
              </a:defRPr>
            </a:lvl7pPr>
            <a:lvl8pPr algn="l">
              <a:defRPr sz="2520" b="1">
                <a:solidFill>
                  <a:srgbClr val="0070C0"/>
                </a:solidFill>
                <a:latin typeface="Raleway"/>
                <a:ea typeface="Raleway"/>
                <a:cs typeface="Raleway"/>
              </a:defRPr>
            </a:lvl8pPr>
            <a:lvl9pPr algn="l">
              <a:defRPr sz="2520" b="1">
                <a:solidFill>
                  <a:srgbClr val="0070C0"/>
                </a:solidFill>
                <a:latin typeface="Raleway"/>
                <a:ea typeface="Raleway"/>
                <a:cs typeface="Raleway"/>
              </a:defRPr>
            </a:lvl9pPr>
          </a:lstStyle>
          <a:p>
            <a:pPr algn="l">
              <a:defRPr sz="2520" b="1">
                <a:solidFill>
                  <a:srgbClr val="0070C0"/>
                </a:solidFill>
                <a:latin typeface="Raleway"/>
                <a:ea typeface="Raleway"/>
                <a:cs typeface="Raleway"/>
              </a:defRPr>
            </a:pPr>
            <a:r>
              <a:rPr sz="2520" b="1">
                <a:solidFill>
                  <a:srgbClr val="0070C0"/>
                </a:solidFill>
                <a:latin typeface="Raleway"/>
                <a:ea typeface="Raleway"/>
                <a:cs typeface="Raleway"/>
              </a:rPr>
              <a:t>System walkthrough</a:t>
            </a:r>
          </a:p>
        </p:txBody>
      </p:sp>
      <p:sp>
        <p:nvSpPr>
          <p:cNvPr id="4" name="current-content-129">
            <a:extLst>
              <a:ext uri="{FF2B5EF4-FFF2-40B4-BE49-F238E27FC236}">
                <a16:creationId xmlns:a16="http://schemas.microsoft.com/office/drawing/2014/main" id="{FD311013-AB83-4541-B024-F9E8A763B518}"/>
              </a:ext>
            </a:extLst>
          </p:cNvPr>
          <p:cNvSpPr>
            <a:spLocks noGrp="1"/>
          </p:cNvSpPr>
          <p:nvPr/>
        </p:nvSpPr>
        <p:spPr>
          <a:xfrm>
            <a:off x="533400" y="1323975"/>
            <a:ext cx="3714750" cy="361950"/>
          </a:xfrm>
          <a:prstGeom prst="rect">
            <a:avLst/>
          </a:prstGeom>
          <a:noFill/>
          <a:ln w="0">
            <a:noFill/>
          </a:ln>
        </p:spPr>
        <p:txBody>
          <a:bodyPr wrap="square" lIns="0" tIns="0" rIns="0" bIns="0" anchor="t">
            <a:noAutofit/>
          </a:bodyPr>
          <a:lstStyle>
            <a:defPPr algn="l">
              <a:defRPr sz="1950" b="1">
                <a:solidFill>
                  <a:srgbClr val="202C61"/>
                </a:solidFill>
                <a:latin typeface="Raleway"/>
                <a:ea typeface="Raleway"/>
                <a:cs typeface="Raleway"/>
              </a:defRPr>
            </a:defPPr>
            <a:lvl1pPr algn="l">
              <a:defRPr sz="1950" b="1">
                <a:solidFill>
                  <a:srgbClr val="202C61"/>
                </a:solidFill>
                <a:latin typeface="Raleway"/>
                <a:ea typeface="Raleway"/>
                <a:cs typeface="Raleway"/>
              </a:defRPr>
            </a:lvl1pPr>
            <a:lvl2pPr algn="l">
              <a:defRPr sz="1950" b="1">
                <a:solidFill>
                  <a:srgbClr val="202C61"/>
                </a:solidFill>
                <a:latin typeface="Raleway"/>
                <a:ea typeface="Raleway"/>
                <a:cs typeface="Raleway"/>
              </a:defRPr>
            </a:lvl2pPr>
            <a:lvl3pPr algn="l">
              <a:defRPr sz="1950" b="1">
                <a:solidFill>
                  <a:srgbClr val="202C61"/>
                </a:solidFill>
                <a:latin typeface="Raleway"/>
                <a:ea typeface="Raleway"/>
                <a:cs typeface="Raleway"/>
              </a:defRPr>
            </a:lvl3pPr>
            <a:lvl4pPr algn="l">
              <a:defRPr sz="1950" b="1">
                <a:solidFill>
                  <a:srgbClr val="202C61"/>
                </a:solidFill>
                <a:latin typeface="Raleway"/>
                <a:ea typeface="Raleway"/>
                <a:cs typeface="Raleway"/>
              </a:defRPr>
            </a:lvl4pPr>
            <a:lvl5pPr algn="l">
              <a:defRPr sz="1950" b="1">
                <a:solidFill>
                  <a:srgbClr val="202C61"/>
                </a:solidFill>
                <a:latin typeface="Raleway"/>
                <a:ea typeface="Raleway"/>
                <a:cs typeface="Raleway"/>
              </a:defRPr>
            </a:lvl5pPr>
            <a:lvl6pPr algn="l">
              <a:defRPr sz="1950" b="1">
                <a:solidFill>
                  <a:srgbClr val="202C61"/>
                </a:solidFill>
                <a:latin typeface="Raleway"/>
                <a:ea typeface="Raleway"/>
                <a:cs typeface="Raleway"/>
              </a:defRPr>
            </a:lvl6pPr>
            <a:lvl7pPr algn="l">
              <a:defRPr sz="1950" b="1">
                <a:solidFill>
                  <a:srgbClr val="202C61"/>
                </a:solidFill>
                <a:latin typeface="Raleway"/>
                <a:ea typeface="Raleway"/>
                <a:cs typeface="Raleway"/>
              </a:defRPr>
            </a:lvl7pPr>
            <a:lvl8pPr algn="l">
              <a:defRPr sz="1950" b="1">
                <a:solidFill>
                  <a:srgbClr val="202C61"/>
                </a:solidFill>
                <a:latin typeface="Raleway"/>
                <a:ea typeface="Raleway"/>
                <a:cs typeface="Raleway"/>
              </a:defRPr>
            </a:lvl8pPr>
            <a:lvl9pPr algn="l">
              <a:defRPr sz="1950" b="1">
                <a:solidFill>
                  <a:srgbClr val="202C61"/>
                </a:solidFill>
                <a:latin typeface="Raleway"/>
                <a:ea typeface="Raleway"/>
                <a:cs typeface="Raleway"/>
              </a:defRPr>
            </a:lvl9pPr>
          </a:lstStyle>
          <a:p>
            <a:pPr algn="l">
              <a:defRPr sz="1950" b="1">
                <a:solidFill>
                  <a:srgbClr val="202C61"/>
                </a:solidFill>
                <a:latin typeface="Raleway"/>
                <a:ea typeface="Raleway"/>
                <a:cs typeface="Raleway"/>
              </a:defRPr>
            </a:pPr>
            <a:r>
              <a:rPr sz="1950" b="1">
                <a:solidFill>
                  <a:srgbClr val="202C61"/>
                </a:solidFill>
                <a:latin typeface="Raleway"/>
                <a:ea typeface="Raleway"/>
                <a:cs typeface="Raleway"/>
              </a:rPr>
              <a:t>Planned initial state</a:t>
            </a:r>
          </a:p>
        </p:txBody>
      </p:sp>
      <p:sp>
        <p:nvSpPr>
          <p:cNvPr id="5" name="current-content-130">
            <a:extLst>
              <a:ext uri="{FF2B5EF4-FFF2-40B4-BE49-F238E27FC236}">
                <a16:creationId xmlns:a16="http://schemas.microsoft.com/office/drawing/2014/main" id="{D90D6AE2-4A53-41E7-B125-E13A1700F3CD}"/>
              </a:ext>
            </a:extLst>
          </p:cNvPr>
          <p:cNvSpPr>
            <a:spLocks noGrp="1"/>
          </p:cNvSpPr>
          <p:nvPr/>
        </p:nvSpPr>
        <p:spPr>
          <a:xfrm>
            <a:off x="533400" y="1924050"/>
            <a:ext cx="3714750" cy="1038225"/>
          </a:xfrm>
          <a:prstGeom prst="rect">
            <a:avLst/>
          </a:prstGeom>
          <a:noFill/>
          <a:ln w="0">
            <a:noFill/>
          </a:ln>
        </p:spPr>
        <p:txBody>
          <a:bodyPr wrap="square" lIns="0" tIns="0" rIns="0" bIns="0" anchor="t">
            <a:noAutofit/>
          </a:bodyPr>
          <a:lstStyle>
            <a:defPPr algn="l">
              <a:defRPr sz="1875" b="0">
                <a:solidFill>
                  <a:srgbClr val="171717"/>
                </a:solidFill>
                <a:latin typeface="Arial"/>
                <a:ea typeface="Arial"/>
                <a:cs typeface="Arial"/>
              </a:defRPr>
            </a:defPPr>
            <a:lvl1pPr algn="l">
              <a:defRPr sz="1875" b="0">
                <a:solidFill>
                  <a:srgbClr val="171717"/>
                </a:solidFill>
                <a:latin typeface="Arial"/>
                <a:ea typeface="Arial"/>
                <a:cs typeface="Arial"/>
              </a:defRPr>
            </a:lvl1pPr>
            <a:lvl2pPr algn="l">
              <a:defRPr sz="1875" b="0">
                <a:solidFill>
                  <a:srgbClr val="171717"/>
                </a:solidFill>
                <a:latin typeface="Arial"/>
                <a:ea typeface="Arial"/>
                <a:cs typeface="Arial"/>
              </a:defRPr>
            </a:lvl2pPr>
            <a:lvl3pPr algn="l">
              <a:defRPr sz="1875" b="0">
                <a:solidFill>
                  <a:srgbClr val="171717"/>
                </a:solidFill>
                <a:latin typeface="Arial"/>
                <a:ea typeface="Arial"/>
                <a:cs typeface="Arial"/>
              </a:defRPr>
            </a:lvl3pPr>
            <a:lvl4pPr algn="l">
              <a:defRPr sz="1875" b="0">
                <a:solidFill>
                  <a:srgbClr val="171717"/>
                </a:solidFill>
                <a:latin typeface="Arial"/>
                <a:ea typeface="Arial"/>
                <a:cs typeface="Arial"/>
              </a:defRPr>
            </a:lvl4pPr>
            <a:lvl5pPr algn="l">
              <a:defRPr sz="1875" b="0">
                <a:solidFill>
                  <a:srgbClr val="171717"/>
                </a:solidFill>
                <a:latin typeface="Arial"/>
                <a:ea typeface="Arial"/>
                <a:cs typeface="Arial"/>
              </a:defRPr>
            </a:lvl5pPr>
            <a:lvl6pPr algn="l">
              <a:defRPr sz="1875" b="0">
                <a:solidFill>
                  <a:srgbClr val="171717"/>
                </a:solidFill>
                <a:latin typeface="Arial"/>
                <a:ea typeface="Arial"/>
                <a:cs typeface="Arial"/>
              </a:defRPr>
            </a:lvl6pPr>
            <a:lvl7pPr algn="l">
              <a:defRPr sz="1875" b="0">
                <a:solidFill>
                  <a:srgbClr val="171717"/>
                </a:solidFill>
                <a:latin typeface="Arial"/>
                <a:ea typeface="Arial"/>
                <a:cs typeface="Arial"/>
              </a:defRPr>
            </a:lvl7pPr>
            <a:lvl8pPr algn="l">
              <a:defRPr sz="1875" b="0">
                <a:solidFill>
                  <a:srgbClr val="171717"/>
                </a:solidFill>
                <a:latin typeface="Arial"/>
                <a:ea typeface="Arial"/>
                <a:cs typeface="Arial"/>
              </a:defRPr>
            </a:lvl8pPr>
            <a:lvl9pPr algn="l">
              <a:defRPr sz="1875" b="0">
                <a:solidFill>
                  <a:srgbClr val="171717"/>
                </a:solidFill>
                <a:latin typeface="Arial"/>
                <a:ea typeface="Arial"/>
                <a:cs typeface="Arial"/>
              </a:defRPr>
            </a:lvl9pPr>
          </a:lstStyle>
          <a:p>
            <a:pPr algn="l">
              <a:defRPr sz="1875" b="0">
                <a:solidFill>
                  <a:srgbClr val="171717"/>
                </a:solidFill>
                <a:latin typeface="Arial"/>
                <a:ea typeface="Arial"/>
                <a:cs typeface="Arial"/>
              </a:defRPr>
            </a:pPr>
            <a:r>
              <a:rPr sz="1875" b="0">
                <a:solidFill>
                  <a:srgbClr val="171717"/>
                </a:solidFill>
                <a:latin typeface="Arial"/>
                <a:ea typeface="Arial"/>
                <a:cs typeface="Arial"/>
              </a:rPr>
              <a:t>Cleared business records</a:t>
            </a:r>
          </a:p>
          <a:p>
            <a:pPr algn="l">
              <a:defRPr sz="1875" b="0">
                <a:solidFill>
                  <a:srgbClr val="171717"/>
                </a:solidFill>
                <a:latin typeface="Arial"/>
                <a:ea typeface="Arial"/>
                <a:cs typeface="Arial"/>
              </a:defRPr>
            </a:pPr>
            <a:r>
              <a:rPr sz="1875" b="0">
                <a:solidFill>
                  <a:srgbClr val="171717"/>
                </a:solidFill>
                <a:latin typeface="Arial"/>
                <a:ea typeface="Arial"/>
                <a:cs typeface="Arial"/>
              </a:rPr>
              <a:t>Required schema, Auth and</a:t>
            </a:r>
          </a:p>
          <a:p>
            <a:pPr algn="l">
              <a:defRPr sz="1875" b="0">
                <a:solidFill>
                  <a:srgbClr val="171717"/>
                </a:solidFill>
                <a:latin typeface="Arial"/>
                <a:ea typeface="Arial"/>
                <a:cs typeface="Arial"/>
              </a:defRPr>
            </a:pPr>
            <a:r>
              <a:rPr sz="1875" b="0">
                <a:solidFill>
                  <a:srgbClr val="171717"/>
                </a:solidFill>
                <a:latin typeface="Arial"/>
                <a:ea typeface="Arial"/>
                <a:cs typeface="Arial"/>
              </a:rPr>
              <a:t>configuration retained</a:t>
            </a:r>
          </a:p>
        </p:txBody>
      </p:sp>
      <p:sp>
        <p:nvSpPr>
          <p:cNvPr id="7" name="current-content-132">
            <a:extLst>
              <a:ext uri="{FF2B5EF4-FFF2-40B4-BE49-F238E27FC236}">
                <a16:creationId xmlns:a16="http://schemas.microsoft.com/office/drawing/2014/main" id="{B39C5E37-0570-4358-A2BF-7706F8FF1FA1}"/>
              </a:ext>
            </a:extLst>
          </p:cNvPr>
          <p:cNvSpPr>
            <a:spLocks noGrp="1"/>
          </p:cNvSpPr>
          <p:nvPr/>
        </p:nvSpPr>
        <p:spPr>
          <a:xfrm>
            <a:off x="4857750" y="1323975"/>
            <a:ext cx="504825" cy="304800"/>
          </a:xfrm>
          <a:prstGeom prst="rect">
            <a:avLst/>
          </a:prstGeom>
          <a:noFill/>
          <a:ln w="0">
            <a:noFill/>
          </a:ln>
        </p:spPr>
        <p:txBody>
          <a:bodyPr wrap="square" lIns="0" tIns="0" rIns="0" bIns="0" anchor="t">
            <a:noAutofit/>
          </a:bodyPr>
          <a:lstStyle>
            <a:defPPr algn="l">
              <a:defRPr sz="1800" b="1">
                <a:solidFill>
                  <a:srgbClr val="0070C0"/>
                </a:solidFill>
                <a:latin typeface="Arial"/>
                <a:ea typeface="Arial"/>
                <a:cs typeface="Arial"/>
              </a:defRPr>
            </a:defPPr>
            <a:lvl1pPr algn="l">
              <a:defRPr sz="1800" b="1">
                <a:solidFill>
                  <a:srgbClr val="0070C0"/>
                </a:solidFill>
                <a:latin typeface="Arial"/>
                <a:ea typeface="Arial"/>
                <a:cs typeface="Arial"/>
              </a:defRPr>
            </a:lvl1pPr>
            <a:lvl2pPr algn="l">
              <a:defRPr sz="1800" b="1">
                <a:solidFill>
                  <a:srgbClr val="0070C0"/>
                </a:solidFill>
                <a:latin typeface="Arial"/>
                <a:ea typeface="Arial"/>
                <a:cs typeface="Arial"/>
              </a:defRPr>
            </a:lvl2pPr>
            <a:lvl3pPr algn="l">
              <a:defRPr sz="1800" b="1">
                <a:solidFill>
                  <a:srgbClr val="0070C0"/>
                </a:solidFill>
                <a:latin typeface="Arial"/>
                <a:ea typeface="Arial"/>
                <a:cs typeface="Arial"/>
              </a:defRPr>
            </a:lvl3pPr>
            <a:lvl4pPr algn="l">
              <a:defRPr sz="1800" b="1">
                <a:solidFill>
                  <a:srgbClr val="0070C0"/>
                </a:solidFill>
                <a:latin typeface="Arial"/>
                <a:ea typeface="Arial"/>
                <a:cs typeface="Arial"/>
              </a:defRPr>
            </a:lvl4pPr>
            <a:lvl5pPr algn="l">
              <a:defRPr sz="1800" b="1">
                <a:solidFill>
                  <a:srgbClr val="0070C0"/>
                </a:solidFill>
                <a:latin typeface="Arial"/>
                <a:ea typeface="Arial"/>
                <a:cs typeface="Arial"/>
              </a:defRPr>
            </a:lvl5pPr>
            <a:lvl6pPr algn="l">
              <a:defRPr sz="1800" b="1">
                <a:solidFill>
                  <a:srgbClr val="0070C0"/>
                </a:solidFill>
                <a:latin typeface="Arial"/>
                <a:ea typeface="Arial"/>
                <a:cs typeface="Arial"/>
              </a:defRPr>
            </a:lvl6pPr>
            <a:lvl7pPr algn="l">
              <a:defRPr sz="1800" b="1">
                <a:solidFill>
                  <a:srgbClr val="0070C0"/>
                </a:solidFill>
                <a:latin typeface="Arial"/>
                <a:ea typeface="Arial"/>
                <a:cs typeface="Arial"/>
              </a:defRPr>
            </a:lvl7pPr>
            <a:lvl8pPr algn="l">
              <a:defRPr sz="1800" b="1">
                <a:solidFill>
                  <a:srgbClr val="0070C0"/>
                </a:solidFill>
                <a:latin typeface="Arial"/>
                <a:ea typeface="Arial"/>
                <a:cs typeface="Arial"/>
              </a:defRPr>
            </a:lvl8pPr>
            <a:lvl9pPr algn="l">
              <a:defRPr sz="1800" b="1">
                <a:solidFill>
                  <a:srgbClr val="0070C0"/>
                </a:solidFill>
                <a:latin typeface="Arial"/>
                <a:ea typeface="Arial"/>
                <a:cs typeface="Arial"/>
              </a:defRPr>
            </a:lvl9pPr>
          </a:lstStyle>
          <a:p>
            <a:pPr algn="l">
              <a:defRPr sz="1800" b="1">
                <a:solidFill>
                  <a:srgbClr val="0070C0"/>
                </a:solidFill>
                <a:latin typeface="Arial"/>
                <a:ea typeface="Arial"/>
                <a:cs typeface="Arial"/>
              </a:defRPr>
            </a:pPr>
            <a:r>
              <a:rPr sz="1800" b="1">
                <a:solidFill>
                  <a:srgbClr val="0070C0"/>
                </a:solidFill>
                <a:latin typeface="Arial"/>
                <a:ea typeface="Arial"/>
                <a:cs typeface="Arial"/>
              </a:rPr>
              <a:t>01</a:t>
            </a:r>
          </a:p>
        </p:txBody>
      </p:sp>
      <p:sp>
        <p:nvSpPr>
          <p:cNvPr id="8" name="current-content-133">
            <a:extLst>
              <a:ext uri="{FF2B5EF4-FFF2-40B4-BE49-F238E27FC236}">
                <a16:creationId xmlns:a16="http://schemas.microsoft.com/office/drawing/2014/main" id="{6C097D81-2902-42EF-A4E7-78DB70717D85}"/>
              </a:ext>
            </a:extLst>
          </p:cNvPr>
          <p:cNvSpPr>
            <a:spLocks noGrp="1"/>
          </p:cNvSpPr>
          <p:nvPr/>
        </p:nvSpPr>
        <p:spPr>
          <a:xfrm>
            <a:off x="5619750" y="1323975"/>
            <a:ext cx="2971800" cy="323850"/>
          </a:xfrm>
          <a:prstGeom prst="rect">
            <a:avLst/>
          </a:prstGeom>
          <a:noFill/>
          <a:ln w="0">
            <a:noFill/>
          </a:ln>
        </p:spPr>
        <p:txBody>
          <a:bodyPr wrap="square" lIns="0" tIns="0" rIns="0" bIns="0" anchor="t">
            <a:noAutofit/>
          </a:bodyPr>
          <a:lstStyle>
            <a:defPPr algn="l">
              <a:defRPr sz="1800" b="0">
                <a:solidFill>
                  <a:srgbClr val="171717"/>
                </a:solidFill>
                <a:latin typeface="Arial"/>
                <a:ea typeface="Arial"/>
                <a:cs typeface="Arial"/>
              </a:defRPr>
            </a:defPPr>
            <a:lvl1pPr algn="l">
              <a:defRPr sz="1800" b="0">
                <a:solidFill>
                  <a:srgbClr val="171717"/>
                </a:solidFill>
                <a:latin typeface="Arial"/>
                <a:ea typeface="Arial"/>
                <a:cs typeface="Arial"/>
              </a:defRPr>
            </a:lvl1pPr>
            <a:lvl2pPr algn="l">
              <a:defRPr sz="1800" b="0">
                <a:solidFill>
                  <a:srgbClr val="171717"/>
                </a:solidFill>
                <a:latin typeface="Arial"/>
                <a:ea typeface="Arial"/>
                <a:cs typeface="Arial"/>
              </a:defRPr>
            </a:lvl2pPr>
            <a:lvl3pPr algn="l">
              <a:defRPr sz="1800" b="0">
                <a:solidFill>
                  <a:srgbClr val="171717"/>
                </a:solidFill>
                <a:latin typeface="Arial"/>
                <a:ea typeface="Arial"/>
                <a:cs typeface="Arial"/>
              </a:defRPr>
            </a:lvl3pPr>
            <a:lvl4pPr algn="l">
              <a:defRPr sz="1800" b="0">
                <a:solidFill>
                  <a:srgbClr val="171717"/>
                </a:solidFill>
                <a:latin typeface="Arial"/>
                <a:ea typeface="Arial"/>
                <a:cs typeface="Arial"/>
              </a:defRPr>
            </a:lvl4pPr>
            <a:lvl5pPr algn="l">
              <a:defRPr sz="1800" b="0">
                <a:solidFill>
                  <a:srgbClr val="171717"/>
                </a:solidFill>
                <a:latin typeface="Arial"/>
                <a:ea typeface="Arial"/>
                <a:cs typeface="Arial"/>
              </a:defRPr>
            </a:lvl5pPr>
            <a:lvl6pPr algn="l">
              <a:defRPr sz="1800" b="0">
                <a:solidFill>
                  <a:srgbClr val="171717"/>
                </a:solidFill>
                <a:latin typeface="Arial"/>
                <a:ea typeface="Arial"/>
                <a:cs typeface="Arial"/>
              </a:defRPr>
            </a:lvl6pPr>
            <a:lvl7pPr algn="l">
              <a:defRPr sz="1800" b="0">
                <a:solidFill>
                  <a:srgbClr val="171717"/>
                </a:solidFill>
                <a:latin typeface="Arial"/>
                <a:ea typeface="Arial"/>
                <a:cs typeface="Arial"/>
              </a:defRPr>
            </a:lvl7pPr>
            <a:lvl8pPr algn="l">
              <a:defRPr sz="1800" b="0">
                <a:solidFill>
                  <a:srgbClr val="171717"/>
                </a:solidFill>
                <a:latin typeface="Arial"/>
                <a:ea typeface="Arial"/>
                <a:cs typeface="Arial"/>
              </a:defRPr>
            </a:lvl8pPr>
            <a:lvl9pPr algn="l">
              <a:defRPr sz="1800" b="0">
                <a:solidFill>
                  <a:srgbClr val="171717"/>
                </a:solidFill>
                <a:latin typeface="Arial"/>
                <a:ea typeface="Arial"/>
                <a:cs typeface="Arial"/>
              </a:defRPr>
            </a:lvl9pPr>
          </a:lstStyle>
          <a:p>
            <a:pPr algn="l">
              <a:defRPr sz="1800" b="0">
                <a:solidFill>
                  <a:srgbClr val="171717"/>
                </a:solidFill>
                <a:latin typeface="Arial"/>
                <a:ea typeface="Arial"/>
                <a:cs typeface="Arial"/>
              </a:defRPr>
            </a:pPr>
            <a:r>
              <a:rPr sz="1800" b="0">
                <a:solidFill>
                  <a:srgbClr val="171717"/>
                </a:solidFill>
                <a:latin typeface="Arial"/>
                <a:ea typeface="Arial"/>
                <a:cs typeface="Arial"/>
              </a:rPr>
              <a:t>Login</a:t>
            </a:r>
          </a:p>
        </p:txBody>
      </p:sp>
      <p:sp>
        <p:nvSpPr>
          <p:cNvPr id="9" name="current-content-134">
            <a:extLst>
              <a:ext uri="{FF2B5EF4-FFF2-40B4-BE49-F238E27FC236}">
                <a16:creationId xmlns:a16="http://schemas.microsoft.com/office/drawing/2014/main" id="{CB68AC8B-9238-4F60-BD7E-AD2C5389D989}"/>
              </a:ext>
            </a:extLst>
          </p:cNvPr>
          <p:cNvSpPr>
            <a:spLocks noGrp="1"/>
          </p:cNvSpPr>
          <p:nvPr/>
        </p:nvSpPr>
        <p:spPr>
          <a:xfrm>
            <a:off x="4857750" y="1771650"/>
            <a:ext cx="504825" cy="304800"/>
          </a:xfrm>
          <a:prstGeom prst="rect">
            <a:avLst/>
          </a:prstGeom>
          <a:noFill/>
          <a:ln w="0">
            <a:noFill/>
          </a:ln>
        </p:spPr>
        <p:txBody>
          <a:bodyPr wrap="square" lIns="0" tIns="0" rIns="0" bIns="0" anchor="t">
            <a:noAutofit/>
          </a:bodyPr>
          <a:lstStyle>
            <a:defPPr algn="l">
              <a:defRPr sz="1800" b="1">
                <a:solidFill>
                  <a:srgbClr val="0070C0"/>
                </a:solidFill>
                <a:latin typeface="Arial"/>
                <a:ea typeface="Arial"/>
                <a:cs typeface="Arial"/>
              </a:defRPr>
            </a:defPPr>
            <a:lvl1pPr algn="l">
              <a:defRPr sz="1800" b="1">
                <a:solidFill>
                  <a:srgbClr val="0070C0"/>
                </a:solidFill>
                <a:latin typeface="Arial"/>
                <a:ea typeface="Arial"/>
                <a:cs typeface="Arial"/>
              </a:defRPr>
            </a:lvl1pPr>
            <a:lvl2pPr algn="l">
              <a:defRPr sz="1800" b="1">
                <a:solidFill>
                  <a:srgbClr val="0070C0"/>
                </a:solidFill>
                <a:latin typeface="Arial"/>
                <a:ea typeface="Arial"/>
                <a:cs typeface="Arial"/>
              </a:defRPr>
            </a:lvl2pPr>
            <a:lvl3pPr algn="l">
              <a:defRPr sz="1800" b="1">
                <a:solidFill>
                  <a:srgbClr val="0070C0"/>
                </a:solidFill>
                <a:latin typeface="Arial"/>
                <a:ea typeface="Arial"/>
                <a:cs typeface="Arial"/>
              </a:defRPr>
            </a:lvl3pPr>
            <a:lvl4pPr algn="l">
              <a:defRPr sz="1800" b="1">
                <a:solidFill>
                  <a:srgbClr val="0070C0"/>
                </a:solidFill>
                <a:latin typeface="Arial"/>
                <a:ea typeface="Arial"/>
                <a:cs typeface="Arial"/>
              </a:defRPr>
            </a:lvl4pPr>
            <a:lvl5pPr algn="l">
              <a:defRPr sz="1800" b="1">
                <a:solidFill>
                  <a:srgbClr val="0070C0"/>
                </a:solidFill>
                <a:latin typeface="Arial"/>
                <a:ea typeface="Arial"/>
                <a:cs typeface="Arial"/>
              </a:defRPr>
            </a:lvl5pPr>
            <a:lvl6pPr algn="l">
              <a:defRPr sz="1800" b="1">
                <a:solidFill>
                  <a:srgbClr val="0070C0"/>
                </a:solidFill>
                <a:latin typeface="Arial"/>
                <a:ea typeface="Arial"/>
                <a:cs typeface="Arial"/>
              </a:defRPr>
            </a:lvl6pPr>
            <a:lvl7pPr algn="l">
              <a:defRPr sz="1800" b="1">
                <a:solidFill>
                  <a:srgbClr val="0070C0"/>
                </a:solidFill>
                <a:latin typeface="Arial"/>
                <a:ea typeface="Arial"/>
                <a:cs typeface="Arial"/>
              </a:defRPr>
            </a:lvl7pPr>
            <a:lvl8pPr algn="l">
              <a:defRPr sz="1800" b="1">
                <a:solidFill>
                  <a:srgbClr val="0070C0"/>
                </a:solidFill>
                <a:latin typeface="Arial"/>
                <a:ea typeface="Arial"/>
                <a:cs typeface="Arial"/>
              </a:defRPr>
            </a:lvl8pPr>
            <a:lvl9pPr algn="l">
              <a:defRPr sz="1800" b="1">
                <a:solidFill>
                  <a:srgbClr val="0070C0"/>
                </a:solidFill>
                <a:latin typeface="Arial"/>
                <a:ea typeface="Arial"/>
                <a:cs typeface="Arial"/>
              </a:defRPr>
            </a:lvl9pPr>
          </a:lstStyle>
          <a:p>
            <a:pPr algn="l">
              <a:defRPr sz="1800" b="1">
                <a:solidFill>
                  <a:srgbClr val="0070C0"/>
                </a:solidFill>
                <a:latin typeface="Arial"/>
                <a:ea typeface="Arial"/>
                <a:cs typeface="Arial"/>
              </a:defRPr>
            </a:pPr>
            <a:r>
              <a:rPr sz="1800" b="1">
                <a:solidFill>
                  <a:srgbClr val="0070C0"/>
                </a:solidFill>
                <a:latin typeface="Arial"/>
                <a:ea typeface="Arial"/>
                <a:cs typeface="Arial"/>
              </a:rPr>
              <a:t>02</a:t>
            </a:r>
          </a:p>
        </p:txBody>
      </p:sp>
      <p:sp>
        <p:nvSpPr>
          <p:cNvPr id="10" name="current-content-135">
            <a:extLst>
              <a:ext uri="{FF2B5EF4-FFF2-40B4-BE49-F238E27FC236}">
                <a16:creationId xmlns:a16="http://schemas.microsoft.com/office/drawing/2014/main" id="{3C484003-B324-4BBC-A0BB-E97DABA3BBB5}"/>
              </a:ext>
            </a:extLst>
          </p:cNvPr>
          <p:cNvSpPr>
            <a:spLocks noGrp="1"/>
          </p:cNvSpPr>
          <p:nvPr/>
        </p:nvSpPr>
        <p:spPr>
          <a:xfrm>
            <a:off x="5619750" y="1771650"/>
            <a:ext cx="2971800" cy="323850"/>
          </a:xfrm>
          <a:prstGeom prst="rect">
            <a:avLst/>
          </a:prstGeom>
          <a:noFill/>
          <a:ln w="0">
            <a:noFill/>
          </a:ln>
        </p:spPr>
        <p:txBody>
          <a:bodyPr wrap="square" lIns="0" tIns="0" rIns="0" bIns="0" anchor="t">
            <a:noAutofit/>
          </a:bodyPr>
          <a:lstStyle>
            <a:defPPr algn="l">
              <a:defRPr sz="1800" b="0">
                <a:solidFill>
                  <a:srgbClr val="171717"/>
                </a:solidFill>
                <a:latin typeface="Arial"/>
                <a:ea typeface="Arial"/>
                <a:cs typeface="Arial"/>
              </a:defRPr>
            </a:defPPr>
            <a:lvl1pPr algn="l">
              <a:defRPr sz="1800" b="0">
                <a:solidFill>
                  <a:srgbClr val="171717"/>
                </a:solidFill>
                <a:latin typeface="Arial"/>
                <a:ea typeface="Arial"/>
                <a:cs typeface="Arial"/>
              </a:defRPr>
            </a:lvl1pPr>
            <a:lvl2pPr algn="l">
              <a:defRPr sz="1800" b="0">
                <a:solidFill>
                  <a:srgbClr val="171717"/>
                </a:solidFill>
                <a:latin typeface="Arial"/>
                <a:ea typeface="Arial"/>
                <a:cs typeface="Arial"/>
              </a:defRPr>
            </a:lvl2pPr>
            <a:lvl3pPr algn="l">
              <a:defRPr sz="1800" b="0">
                <a:solidFill>
                  <a:srgbClr val="171717"/>
                </a:solidFill>
                <a:latin typeface="Arial"/>
                <a:ea typeface="Arial"/>
                <a:cs typeface="Arial"/>
              </a:defRPr>
            </a:lvl3pPr>
            <a:lvl4pPr algn="l">
              <a:defRPr sz="1800" b="0">
                <a:solidFill>
                  <a:srgbClr val="171717"/>
                </a:solidFill>
                <a:latin typeface="Arial"/>
                <a:ea typeface="Arial"/>
                <a:cs typeface="Arial"/>
              </a:defRPr>
            </a:lvl4pPr>
            <a:lvl5pPr algn="l">
              <a:defRPr sz="1800" b="0">
                <a:solidFill>
                  <a:srgbClr val="171717"/>
                </a:solidFill>
                <a:latin typeface="Arial"/>
                <a:ea typeface="Arial"/>
                <a:cs typeface="Arial"/>
              </a:defRPr>
            </a:lvl5pPr>
            <a:lvl6pPr algn="l">
              <a:defRPr sz="1800" b="0">
                <a:solidFill>
                  <a:srgbClr val="171717"/>
                </a:solidFill>
                <a:latin typeface="Arial"/>
                <a:ea typeface="Arial"/>
                <a:cs typeface="Arial"/>
              </a:defRPr>
            </a:lvl6pPr>
            <a:lvl7pPr algn="l">
              <a:defRPr sz="1800" b="0">
                <a:solidFill>
                  <a:srgbClr val="171717"/>
                </a:solidFill>
                <a:latin typeface="Arial"/>
                <a:ea typeface="Arial"/>
                <a:cs typeface="Arial"/>
              </a:defRPr>
            </a:lvl7pPr>
            <a:lvl8pPr algn="l">
              <a:defRPr sz="1800" b="0">
                <a:solidFill>
                  <a:srgbClr val="171717"/>
                </a:solidFill>
                <a:latin typeface="Arial"/>
                <a:ea typeface="Arial"/>
                <a:cs typeface="Arial"/>
              </a:defRPr>
            </a:lvl8pPr>
            <a:lvl9pPr algn="l">
              <a:defRPr sz="1800" b="0">
                <a:solidFill>
                  <a:srgbClr val="171717"/>
                </a:solidFill>
                <a:latin typeface="Arial"/>
                <a:ea typeface="Arial"/>
                <a:cs typeface="Arial"/>
              </a:defRPr>
            </a:lvl9pPr>
          </a:lstStyle>
          <a:p>
            <a:pPr algn="l">
              <a:defRPr sz="1800" b="0">
                <a:solidFill>
                  <a:srgbClr val="171717"/>
                </a:solidFill>
                <a:latin typeface="Arial"/>
                <a:ea typeface="Arial"/>
                <a:cs typeface="Arial"/>
              </a:defRPr>
            </a:pPr>
            <a:r>
              <a:rPr sz="1800" b="0">
                <a:solidFill>
                  <a:srgbClr val="171717"/>
                </a:solidFill>
                <a:latin typeface="Arial"/>
                <a:ea typeface="Arial"/>
                <a:cs typeface="Arial"/>
              </a:rPr>
              <a:t>Product setup</a:t>
            </a:r>
          </a:p>
        </p:txBody>
      </p:sp>
      <p:sp>
        <p:nvSpPr>
          <p:cNvPr id="11" name="current-content-136">
            <a:extLst>
              <a:ext uri="{FF2B5EF4-FFF2-40B4-BE49-F238E27FC236}">
                <a16:creationId xmlns:a16="http://schemas.microsoft.com/office/drawing/2014/main" id="{4BBB29D6-E877-4917-9547-0910992FE4E4}"/>
              </a:ext>
            </a:extLst>
          </p:cNvPr>
          <p:cNvSpPr>
            <a:spLocks noGrp="1"/>
          </p:cNvSpPr>
          <p:nvPr/>
        </p:nvSpPr>
        <p:spPr>
          <a:xfrm>
            <a:off x="4857750" y="2219325"/>
            <a:ext cx="504825" cy="304800"/>
          </a:xfrm>
          <a:prstGeom prst="rect">
            <a:avLst/>
          </a:prstGeom>
          <a:noFill/>
          <a:ln w="0">
            <a:noFill/>
          </a:ln>
        </p:spPr>
        <p:txBody>
          <a:bodyPr wrap="square" lIns="0" tIns="0" rIns="0" bIns="0" anchor="t">
            <a:noAutofit/>
          </a:bodyPr>
          <a:lstStyle>
            <a:defPPr algn="l">
              <a:defRPr sz="1800" b="1">
                <a:solidFill>
                  <a:srgbClr val="0070C0"/>
                </a:solidFill>
                <a:latin typeface="Arial"/>
                <a:ea typeface="Arial"/>
                <a:cs typeface="Arial"/>
              </a:defRPr>
            </a:defPPr>
            <a:lvl1pPr algn="l">
              <a:defRPr sz="1800" b="1">
                <a:solidFill>
                  <a:srgbClr val="0070C0"/>
                </a:solidFill>
                <a:latin typeface="Arial"/>
                <a:ea typeface="Arial"/>
                <a:cs typeface="Arial"/>
              </a:defRPr>
            </a:lvl1pPr>
            <a:lvl2pPr algn="l">
              <a:defRPr sz="1800" b="1">
                <a:solidFill>
                  <a:srgbClr val="0070C0"/>
                </a:solidFill>
                <a:latin typeface="Arial"/>
                <a:ea typeface="Arial"/>
                <a:cs typeface="Arial"/>
              </a:defRPr>
            </a:lvl2pPr>
            <a:lvl3pPr algn="l">
              <a:defRPr sz="1800" b="1">
                <a:solidFill>
                  <a:srgbClr val="0070C0"/>
                </a:solidFill>
                <a:latin typeface="Arial"/>
                <a:ea typeface="Arial"/>
                <a:cs typeface="Arial"/>
              </a:defRPr>
            </a:lvl3pPr>
            <a:lvl4pPr algn="l">
              <a:defRPr sz="1800" b="1">
                <a:solidFill>
                  <a:srgbClr val="0070C0"/>
                </a:solidFill>
                <a:latin typeface="Arial"/>
                <a:ea typeface="Arial"/>
                <a:cs typeface="Arial"/>
              </a:defRPr>
            </a:lvl4pPr>
            <a:lvl5pPr algn="l">
              <a:defRPr sz="1800" b="1">
                <a:solidFill>
                  <a:srgbClr val="0070C0"/>
                </a:solidFill>
                <a:latin typeface="Arial"/>
                <a:ea typeface="Arial"/>
                <a:cs typeface="Arial"/>
              </a:defRPr>
            </a:lvl5pPr>
            <a:lvl6pPr algn="l">
              <a:defRPr sz="1800" b="1">
                <a:solidFill>
                  <a:srgbClr val="0070C0"/>
                </a:solidFill>
                <a:latin typeface="Arial"/>
                <a:ea typeface="Arial"/>
                <a:cs typeface="Arial"/>
              </a:defRPr>
            </a:lvl6pPr>
            <a:lvl7pPr algn="l">
              <a:defRPr sz="1800" b="1">
                <a:solidFill>
                  <a:srgbClr val="0070C0"/>
                </a:solidFill>
                <a:latin typeface="Arial"/>
                <a:ea typeface="Arial"/>
                <a:cs typeface="Arial"/>
              </a:defRPr>
            </a:lvl7pPr>
            <a:lvl8pPr algn="l">
              <a:defRPr sz="1800" b="1">
                <a:solidFill>
                  <a:srgbClr val="0070C0"/>
                </a:solidFill>
                <a:latin typeface="Arial"/>
                <a:ea typeface="Arial"/>
                <a:cs typeface="Arial"/>
              </a:defRPr>
            </a:lvl8pPr>
            <a:lvl9pPr algn="l">
              <a:defRPr sz="1800" b="1">
                <a:solidFill>
                  <a:srgbClr val="0070C0"/>
                </a:solidFill>
                <a:latin typeface="Arial"/>
                <a:ea typeface="Arial"/>
                <a:cs typeface="Arial"/>
              </a:defRPr>
            </a:lvl9pPr>
          </a:lstStyle>
          <a:p>
            <a:pPr algn="l">
              <a:defRPr sz="1800" b="1">
                <a:solidFill>
                  <a:srgbClr val="0070C0"/>
                </a:solidFill>
                <a:latin typeface="Arial"/>
                <a:ea typeface="Arial"/>
                <a:cs typeface="Arial"/>
              </a:defRPr>
            </a:pPr>
            <a:r>
              <a:rPr sz="1800" b="1">
                <a:solidFill>
                  <a:srgbClr val="0070C0"/>
                </a:solidFill>
                <a:latin typeface="Arial"/>
                <a:ea typeface="Arial"/>
                <a:cs typeface="Arial"/>
              </a:rPr>
              <a:t>03</a:t>
            </a:r>
          </a:p>
        </p:txBody>
      </p:sp>
      <p:sp>
        <p:nvSpPr>
          <p:cNvPr id="12" name="current-content-137">
            <a:extLst>
              <a:ext uri="{FF2B5EF4-FFF2-40B4-BE49-F238E27FC236}">
                <a16:creationId xmlns:a16="http://schemas.microsoft.com/office/drawing/2014/main" id="{3A8730C6-D6DC-4D84-98D7-D4F1B5DC645D}"/>
              </a:ext>
            </a:extLst>
          </p:cNvPr>
          <p:cNvSpPr>
            <a:spLocks noGrp="1"/>
          </p:cNvSpPr>
          <p:nvPr/>
        </p:nvSpPr>
        <p:spPr>
          <a:xfrm>
            <a:off x="5619750" y="2219325"/>
            <a:ext cx="2971800" cy="323850"/>
          </a:xfrm>
          <a:prstGeom prst="rect">
            <a:avLst/>
          </a:prstGeom>
          <a:noFill/>
          <a:ln w="0">
            <a:noFill/>
          </a:ln>
        </p:spPr>
        <p:txBody>
          <a:bodyPr wrap="square" lIns="0" tIns="0" rIns="0" bIns="0" anchor="t">
            <a:noAutofit/>
          </a:bodyPr>
          <a:lstStyle>
            <a:defPPr algn="l">
              <a:defRPr sz="1800" b="0">
                <a:solidFill>
                  <a:srgbClr val="171717"/>
                </a:solidFill>
                <a:latin typeface="Arial"/>
                <a:ea typeface="Arial"/>
                <a:cs typeface="Arial"/>
              </a:defRPr>
            </a:defPPr>
            <a:lvl1pPr algn="l">
              <a:defRPr sz="1800" b="0">
                <a:solidFill>
                  <a:srgbClr val="171717"/>
                </a:solidFill>
                <a:latin typeface="Arial"/>
                <a:ea typeface="Arial"/>
                <a:cs typeface="Arial"/>
              </a:defRPr>
            </a:lvl1pPr>
            <a:lvl2pPr algn="l">
              <a:defRPr sz="1800" b="0">
                <a:solidFill>
                  <a:srgbClr val="171717"/>
                </a:solidFill>
                <a:latin typeface="Arial"/>
                <a:ea typeface="Arial"/>
                <a:cs typeface="Arial"/>
              </a:defRPr>
            </a:lvl2pPr>
            <a:lvl3pPr algn="l">
              <a:defRPr sz="1800" b="0">
                <a:solidFill>
                  <a:srgbClr val="171717"/>
                </a:solidFill>
                <a:latin typeface="Arial"/>
                <a:ea typeface="Arial"/>
                <a:cs typeface="Arial"/>
              </a:defRPr>
            </a:lvl3pPr>
            <a:lvl4pPr algn="l">
              <a:defRPr sz="1800" b="0">
                <a:solidFill>
                  <a:srgbClr val="171717"/>
                </a:solidFill>
                <a:latin typeface="Arial"/>
                <a:ea typeface="Arial"/>
                <a:cs typeface="Arial"/>
              </a:defRPr>
            </a:lvl4pPr>
            <a:lvl5pPr algn="l">
              <a:defRPr sz="1800" b="0">
                <a:solidFill>
                  <a:srgbClr val="171717"/>
                </a:solidFill>
                <a:latin typeface="Arial"/>
                <a:ea typeface="Arial"/>
                <a:cs typeface="Arial"/>
              </a:defRPr>
            </a:lvl5pPr>
            <a:lvl6pPr algn="l">
              <a:defRPr sz="1800" b="0">
                <a:solidFill>
                  <a:srgbClr val="171717"/>
                </a:solidFill>
                <a:latin typeface="Arial"/>
                <a:ea typeface="Arial"/>
                <a:cs typeface="Arial"/>
              </a:defRPr>
            </a:lvl6pPr>
            <a:lvl7pPr algn="l">
              <a:defRPr sz="1800" b="0">
                <a:solidFill>
                  <a:srgbClr val="171717"/>
                </a:solidFill>
                <a:latin typeface="Arial"/>
                <a:ea typeface="Arial"/>
                <a:cs typeface="Arial"/>
              </a:defRPr>
            </a:lvl7pPr>
            <a:lvl8pPr algn="l">
              <a:defRPr sz="1800" b="0">
                <a:solidFill>
                  <a:srgbClr val="171717"/>
                </a:solidFill>
                <a:latin typeface="Arial"/>
                <a:ea typeface="Arial"/>
                <a:cs typeface="Arial"/>
              </a:defRPr>
            </a:lvl8pPr>
            <a:lvl9pPr algn="l">
              <a:defRPr sz="1800" b="0">
                <a:solidFill>
                  <a:srgbClr val="171717"/>
                </a:solidFill>
                <a:latin typeface="Arial"/>
                <a:ea typeface="Arial"/>
                <a:cs typeface="Arial"/>
              </a:defRPr>
            </a:lvl9pPr>
          </a:lstStyle>
          <a:p>
            <a:pPr algn="l">
              <a:defRPr sz="1800" b="0">
                <a:solidFill>
                  <a:srgbClr val="171717"/>
                </a:solidFill>
                <a:latin typeface="Arial"/>
                <a:ea typeface="Arial"/>
                <a:cs typeface="Arial"/>
              </a:defRPr>
            </a:pPr>
            <a:r>
              <a:rPr sz="1800" b="0">
                <a:solidFill>
                  <a:srgbClr val="171717"/>
                </a:solidFill>
                <a:latin typeface="Arial"/>
                <a:ea typeface="Arial"/>
                <a:cs typeface="Arial"/>
              </a:rPr>
              <a:t>Receive stock</a:t>
            </a:r>
          </a:p>
        </p:txBody>
      </p:sp>
      <p:sp>
        <p:nvSpPr>
          <p:cNvPr id="13" name="current-content-138">
            <a:extLst>
              <a:ext uri="{FF2B5EF4-FFF2-40B4-BE49-F238E27FC236}">
                <a16:creationId xmlns:a16="http://schemas.microsoft.com/office/drawing/2014/main" id="{EAFA12E0-193A-4FD2-BCF5-B96BAD46A724}"/>
              </a:ext>
            </a:extLst>
          </p:cNvPr>
          <p:cNvSpPr>
            <a:spLocks noGrp="1"/>
          </p:cNvSpPr>
          <p:nvPr/>
        </p:nvSpPr>
        <p:spPr>
          <a:xfrm>
            <a:off x="4857750" y="2667000"/>
            <a:ext cx="504825" cy="304800"/>
          </a:xfrm>
          <a:prstGeom prst="rect">
            <a:avLst/>
          </a:prstGeom>
          <a:noFill/>
          <a:ln w="0">
            <a:noFill/>
          </a:ln>
        </p:spPr>
        <p:txBody>
          <a:bodyPr wrap="square" lIns="0" tIns="0" rIns="0" bIns="0" anchor="t">
            <a:noAutofit/>
          </a:bodyPr>
          <a:lstStyle>
            <a:defPPr algn="l">
              <a:defRPr sz="1800" b="1">
                <a:solidFill>
                  <a:srgbClr val="0070C0"/>
                </a:solidFill>
                <a:latin typeface="Arial"/>
                <a:ea typeface="Arial"/>
                <a:cs typeface="Arial"/>
              </a:defRPr>
            </a:defPPr>
            <a:lvl1pPr algn="l">
              <a:defRPr sz="1800" b="1">
                <a:solidFill>
                  <a:srgbClr val="0070C0"/>
                </a:solidFill>
                <a:latin typeface="Arial"/>
                <a:ea typeface="Arial"/>
                <a:cs typeface="Arial"/>
              </a:defRPr>
            </a:lvl1pPr>
            <a:lvl2pPr algn="l">
              <a:defRPr sz="1800" b="1">
                <a:solidFill>
                  <a:srgbClr val="0070C0"/>
                </a:solidFill>
                <a:latin typeface="Arial"/>
                <a:ea typeface="Arial"/>
                <a:cs typeface="Arial"/>
              </a:defRPr>
            </a:lvl2pPr>
            <a:lvl3pPr algn="l">
              <a:defRPr sz="1800" b="1">
                <a:solidFill>
                  <a:srgbClr val="0070C0"/>
                </a:solidFill>
                <a:latin typeface="Arial"/>
                <a:ea typeface="Arial"/>
                <a:cs typeface="Arial"/>
              </a:defRPr>
            </a:lvl3pPr>
            <a:lvl4pPr algn="l">
              <a:defRPr sz="1800" b="1">
                <a:solidFill>
                  <a:srgbClr val="0070C0"/>
                </a:solidFill>
                <a:latin typeface="Arial"/>
                <a:ea typeface="Arial"/>
                <a:cs typeface="Arial"/>
              </a:defRPr>
            </a:lvl4pPr>
            <a:lvl5pPr algn="l">
              <a:defRPr sz="1800" b="1">
                <a:solidFill>
                  <a:srgbClr val="0070C0"/>
                </a:solidFill>
                <a:latin typeface="Arial"/>
                <a:ea typeface="Arial"/>
                <a:cs typeface="Arial"/>
              </a:defRPr>
            </a:lvl5pPr>
            <a:lvl6pPr algn="l">
              <a:defRPr sz="1800" b="1">
                <a:solidFill>
                  <a:srgbClr val="0070C0"/>
                </a:solidFill>
                <a:latin typeface="Arial"/>
                <a:ea typeface="Arial"/>
                <a:cs typeface="Arial"/>
              </a:defRPr>
            </a:lvl6pPr>
            <a:lvl7pPr algn="l">
              <a:defRPr sz="1800" b="1">
                <a:solidFill>
                  <a:srgbClr val="0070C0"/>
                </a:solidFill>
                <a:latin typeface="Arial"/>
                <a:ea typeface="Arial"/>
                <a:cs typeface="Arial"/>
              </a:defRPr>
            </a:lvl7pPr>
            <a:lvl8pPr algn="l">
              <a:defRPr sz="1800" b="1">
                <a:solidFill>
                  <a:srgbClr val="0070C0"/>
                </a:solidFill>
                <a:latin typeface="Arial"/>
                <a:ea typeface="Arial"/>
                <a:cs typeface="Arial"/>
              </a:defRPr>
            </a:lvl8pPr>
            <a:lvl9pPr algn="l">
              <a:defRPr sz="1800" b="1">
                <a:solidFill>
                  <a:srgbClr val="0070C0"/>
                </a:solidFill>
                <a:latin typeface="Arial"/>
                <a:ea typeface="Arial"/>
                <a:cs typeface="Arial"/>
              </a:defRPr>
            </a:lvl9pPr>
          </a:lstStyle>
          <a:p>
            <a:pPr algn="l">
              <a:defRPr sz="1800" b="1">
                <a:solidFill>
                  <a:srgbClr val="0070C0"/>
                </a:solidFill>
                <a:latin typeface="Arial"/>
                <a:ea typeface="Arial"/>
                <a:cs typeface="Arial"/>
              </a:defRPr>
            </a:pPr>
            <a:r>
              <a:rPr sz="1800" b="1">
                <a:solidFill>
                  <a:srgbClr val="0070C0"/>
                </a:solidFill>
                <a:latin typeface="Arial"/>
                <a:ea typeface="Arial"/>
                <a:cs typeface="Arial"/>
              </a:rPr>
              <a:t>04</a:t>
            </a:r>
          </a:p>
        </p:txBody>
      </p:sp>
      <p:sp>
        <p:nvSpPr>
          <p:cNvPr id="14" name="current-content-139">
            <a:extLst>
              <a:ext uri="{FF2B5EF4-FFF2-40B4-BE49-F238E27FC236}">
                <a16:creationId xmlns:a16="http://schemas.microsoft.com/office/drawing/2014/main" id="{7B995C80-DBE1-419F-9ED4-69ED8F0163D0}"/>
              </a:ext>
            </a:extLst>
          </p:cNvPr>
          <p:cNvSpPr>
            <a:spLocks noGrp="1"/>
          </p:cNvSpPr>
          <p:nvPr/>
        </p:nvSpPr>
        <p:spPr>
          <a:xfrm>
            <a:off x="5619750" y="2667000"/>
            <a:ext cx="2971800" cy="323850"/>
          </a:xfrm>
          <a:prstGeom prst="rect">
            <a:avLst/>
          </a:prstGeom>
          <a:noFill/>
          <a:ln w="0">
            <a:noFill/>
          </a:ln>
        </p:spPr>
        <p:txBody>
          <a:bodyPr wrap="square" lIns="0" tIns="0" rIns="0" bIns="0" anchor="t">
            <a:noAutofit/>
          </a:bodyPr>
          <a:lstStyle>
            <a:defPPr algn="l">
              <a:defRPr sz="1800" b="0">
                <a:solidFill>
                  <a:srgbClr val="171717"/>
                </a:solidFill>
                <a:latin typeface="Arial"/>
                <a:ea typeface="Arial"/>
                <a:cs typeface="Arial"/>
              </a:defRPr>
            </a:defPPr>
            <a:lvl1pPr algn="l">
              <a:defRPr sz="1800" b="0">
                <a:solidFill>
                  <a:srgbClr val="171717"/>
                </a:solidFill>
                <a:latin typeface="Arial"/>
                <a:ea typeface="Arial"/>
                <a:cs typeface="Arial"/>
              </a:defRPr>
            </a:lvl1pPr>
            <a:lvl2pPr algn="l">
              <a:defRPr sz="1800" b="0">
                <a:solidFill>
                  <a:srgbClr val="171717"/>
                </a:solidFill>
                <a:latin typeface="Arial"/>
                <a:ea typeface="Arial"/>
                <a:cs typeface="Arial"/>
              </a:defRPr>
            </a:lvl2pPr>
            <a:lvl3pPr algn="l">
              <a:defRPr sz="1800" b="0">
                <a:solidFill>
                  <a:srgbClr val="171717"/>
                </a:solidFill>
                <a:latin typeface="Arial"/>
                <a:ea typeface="Arial"/>
                <a:cs typeface="Arial"/>
              </a:defRPr>
            </a:lvl3pPr>
            <a:lvl4pPr algn="l">
              <a:defRPr sz="1800" b="0">
                <a:solidFill>
                  <a:srgbClr val="171717"/>
                </a:solidFill>
                <a:latin typeface="Arial"/>
                <a:ea typeface="Arial"/>
                <a:cs typeface="Arial"/>
              </a:defRPr>
            </a:lvl4pPr>
            <a:lvl5pPr algn="l">
              <a:defRPr sz="1800" b="0">
                <a:solidFill>
                  <a:srgbClr val="171717"/>
                </a:solidFill>
                <a:latin typeface="Arial"/>
                <a:ea typeface="Arial"/>
                <a:cs typeface="Arial"/>
              </a:defRPr>
            </a:lvl5pPr>
            <a:lvl6pPr algn="l">
              <a:defRPr sz="1800" b="0">
                <a:solidFill>
                  <a:srgbClr val="171717"/>
                </a:solidFill>
                <a:latin typeface="Arial"/>
                <a:ea typeface="Arial"/>
                <a:cs typeface="Arial"/>
              </a:defRPr>
            </a:lvl6pPr>
            <a:lvl7pPr algn="l">
              <a:defRPr sz="1800" b="0">
                <a:solidFill>
                  <a:srgbClr val="171717"/>
                </a:solidFill>
                <a:latin typeface="Arial"/>
                <a:ea typeface="Arial"/>
                <a:cs typeface="Arial"/>
              </a:defRPr>
            </a:lvl7pPr>
            <a:lvl8pPr algn="l">
              <a:defRPr sz="1800" b="0">
                <a:solidFill>
                  <a:srgbClr val="171717"/>
                </a:solidFill>
                <a:latin typeface="Arial"/>
                <a:ea typeface="Arial"/>
                <a:cs typeface="Arial"/>
              </a:defRPr>
            </a:lvl8pPr>
            <a:lvl9pPr algn="l">
              <a:defRPr sz="1800" b="0">
                <a:solidFill>
                  <a:srgbClr val="171717"/>
                </a:solidFill>
                <a:latin typeface="Arial"/>
                <a:ea typeface="Arial"/>
                <a:cs typeface="Arial"/>
              </a:defRPr>
            </a:lvl9pPr>
          </a:lstStyle>
          <a:p>
            <a:pPr algn="l">
              <a:defRPr sz="1800" b="0">
                <a:solidFill>
                  <a:srgbClr val="171717"/>
                </a:solidFill>
                <a:latin typeface="Arial"/>
                <a:ea typeface="Arial"/>
                <a:cs typeface="Arial"/>
              </a:defRPr>
            </a:pPr>
            <a:r>
              <a:rPr sz="1800" b="0">
                <a:solidFill>
                  <a:srgbClr val="171717"/>
                </a:solidFill>
                <a:latin typeface="Arial"/>
                <a:ea typeface="Arial"/>
                <a:cs typeface="Arial"/>
              </a:rPr>
              <a:t>POS transaction</a:t>
            </a:r>
          </a:p>
        </p:txBody>
      </p:sp>
      <p:sp>
        <p:nvSpPr>
          <p:cNvPr id="15" name="current-content-140">
            <a:extLst>
              <a:ext uri="{FF2B5EF4-FFF2-40B4-BE49-F238E27FC236}">
                <a16:creationId xmlns:a16="http://schemas.microsoft.com/office/drawing/2014/main" id="{56DD23C9-3B69-48E4-8086-CFBC7D6C014B}"/>
              </a:ext>
            </a:extLst>
          </p:cNvPr>
          <p:cNvSpPr>
            <a:spLocks noGrp="1"/>
          </p:cNvSpPr>
          <p:nvPr/>
        </p:nvSpPr>
        <p:spPr>
          <a:xfrm>
            <a:off x="4857750" y="3114675"/>
            <a:ext cx="504825" cy="304800"/>
          </a:xfrm>
          <a:prstGeom prst="rect">
            <a:avLst/>
          </a:prstGeom>
          <a:noFill/>
          <a:ln w="0">
            <a:noFill/>
          </a:ln>
        </p:spPr>
        <p:txBody>
          <a:bodyPr wrap="square" lIns="0" tIns="0" rIns="0" bIns="0" anchor="t">
            <a:noAutofit/>
          </a:bodyPr>
          <a:lstStyle>
            <a:defPPr algn="l">
              <a:defRPr sz="1800" b="1">
                <a:solidFill>
                  <a:srgbClr val="0070C0"/>
                </a:solidFill>
                <a:latin typeface="Arial"/>
                <a:ea typeface="Arial"/>
                <a:cs typeface="Arial"/>
              </a:defRPr>
            </a:defPPr>
            <a:lvl1pPr algn="l">
              <a:defRPr sz="1800" b="1">
                <a:solidFill>
                  <a:srgbClr val="0070C0"/>
                </a:solidFill>
                <a:latin typeface="Arial"/>
                <a:ea typeface="Arial"/>
                <a:cs typeface="Arial"/>
              </a:defRPr>
            </a:lvl1pPr>
            <a:lvl2pPr algn="l">
              <a:defRPr sz="1800" b="1">
                <a:solidFill>
                  <a:srgbClr val="0070C0"/>
                </a:solidFill>
                <a:latin typeface="Arial"/>
                <a:ea typeface="Arial"/>
                <a:cs typeface="Arial"/>
              </a:defRPr>
            </a:lvl2pPr>
            <a:lvl3pPr algn="l">
              <a:defRPr sz="1800" b="1">
                <a:solidFill>
                  <a:srgbClr val="0070C0"/>
                </a:solidFill>
                <a:latin typeface="Arial"/>
                <a:ea typeface="Arial"/>
                <a:cs typeface="Arial"/>
              </a:defRPr>
            </a:lvl3pPr>
            <a:lvl4pPr algn="l">
              <a:defRPr sz="1800" b="1">
                <a:solidFill>
                  <a:srgbClr val="0070C0"/>
                </a:solidFill>
                <a:latin typeface="Arial"/>
                <a:ea typeface="Arial"/>
                <a:cs typeface="Arial"/>
              </a:defRPr>
            </a:lvl4pPr>
            <a:lvl5pPr algn="l">
              <a:defRPr sz="1800" b="1">
                <a:solidFill>
                  <a:srgbClr val="0070C0"/>
                </a:solidFill>
                <a:latin typeface="Arial"/>
                <a:ea typeface="Arial"/>
                <a:cs typeface="Arial"/>
              </a:defRPr>
            </a:lvl5pPr>
            <a:lvl6pPr algn="l">
              <a:defRPr sz="1800" b="1">
                <a:solidFill>
                  <a:srgbClr val="0070C0"/>
                </a:solidFill>
                <a:latin typeface="Arial"/>
                <a:ea typeface="Arial"/>
                <a:cs typeface="Arial"/>
              </a:defRPr>
            </a:lvl6pPr>
            <a:lvl7pPr algn="l">
              <a:defRPr sz="1800" b="1">
                <a:solidFill>
                  <a:srgbClr val="0070C0"/>
                </a:solidFill>
                <a:latin typeface="Arial"/>
                <a:ea typeface="Arial"/>
                <a:cs typeface="Arial"/>
              </a:defRPr>
            </a:lvl7pPr>
            <a:lvl8pPr algn="l">
              <a:defRPr sz="1800" b="1">
                <a:solidFill>
                  <a:srgbClr val="0070C0"/>
                </a:solidFill>
                <a:latin typeface="Arial"/>
                <a:ea typeface="Arial"/>
                <a:cs typeface="Arial"/>
              </a:defRPr>
            </a:lvl8pPr>
            <a:lvl9pPr algn="l">
              <a:defRPr sz="1800" b="1">
                <a:solidFill>
                  <a:srgbClr val="0070C0"/>
                </a:solidFill>
                <a:latin typeface="Arial"/>
                <a:ea typeface="Arial"/>
                <a:cs typeface="Arial"/>
              </a:defRPr>
            </a:lvl9pPr>
          </a:lstStyle>
          <a:p>
            <a:pPr algn="l">
              <a:defRPr sz="1800" b="1">
                <a:solidFill>
                  <a:srgbClr val="0070C0"/>
                </a:solidFill>
                <a:latin typeface="Arial"/>
                <a:ea typeface="Arial"/>
                <a:cs typeface="Arial"/>
              </a:defRPr>
            </a:pPr>
            <a:r>
              <a:rPr sz="1800" b="1">
                <a:solidFill>
                  <a:srgbClr val="0070C0"/>
                </a:solidFill>
                <a:latin typeface="Arial"/>
                <a:ea typeface="Arial"/>
                <a:cs typeface="Arial"/>
              </a:rPr>
              <a:t>05</a:t>
            </a:r>
          </a:p>
        </p:txBody>
      </p:sp>
      <p:sp>
        <p:nvSpPr>
          <p:cNvPr id="16" name="current-content-141">
            <a:extLst>
              <a:ext uri="{FF2B5EF4-FFF2-40B4-BE49-F238E27FC236}">
                <a16:creationId xmlns:a16="http://schemas.microsoft.com/office/drawing/2014/main" id="{0367F212-B11F-41D2-B540-67600358BE6E}"/>
              </a:ext>
            </a:extLst>
          </p:cNvPr>
          <p:cNvSpPr>
            <a:spLocks noGrp="1"/>
          </p:cNvSpPr>
          <p:nvPr/>
        </p:nvSpPr>
        <p:spPr>
          <a:xfrm>
            <a:off x="5619750" y="3114675"/>
            <a:ext cx="2971800" cy="323850"/>
          </a:xfrm>
          <a:prstGeom prst="rect">
            <a:avLst/>
          </a:prstGeom>
          <a:noFill/>
          <a:ln w="0">
            <a:noFill/>
          </a:ln>
        </p:spPr>
        <p:txBody>
          <a:bodyPr wrap="square" lIns="0" tIns="0" rIns="0" bIns="0" anchor="t">
            <a:noAutofit/>
          </a:bodyPr>
          <a:lstStyle>
            <a:defPPr algn="l">
              <a:defRPr sz="1800" b="0">
                <a:solidFill>
                  <a:srgbClr val="171717"/>
                </a:solidFill>
                <a:latin typeface="Arial"/>
                <a:ea typeface="Arial"/>
                <a:cs typeface="Arial"/>
              </a:defRPr>
            </a:defPPr>
            <a:lvl1pPr algn="l">
              <a:defRPr sz="1800" b="0">
                <a:solidFill>
                  <a:srgbClr val="171717"/>
                </a:solidFill>
                <a:latin typeface="Arial"/>
                <a:ea typeface="Arial"/>
                <a:cs typeface="Arial"/>
              </a:defRPr>
            </a:lvl1pPr>
            <a:lvl2pPr algn="l">
              <a:defRPr sz="1800" b="0">
                <a:solidFill>
                  <a:srgbClr val="171717"/>
                </a:solidFill>
                <a:latin typeface="Arial"/>
                <a:ea typeface="Arial"/>
                <a:cs typeface="Arial"/>
              </a:defRPr>
            </a:lvl2pPr>
            <a:lvl3pPr algn="l">
              <a:defRPr sz="1800" b="0">
                <a:solidFill>
                  <a:srgbClr val="171717"/>
                </a:solidFill>
                <a:latin typeface="Arial"/>
                <a:ea typeface="Arial"/>
                <a:cs typeface="Arial"/>
              </a:defRPr>
            </a:lvl3pPr>
            <a:lvl4pPr algn="l">
              <a:defRPr sz="1800" b="0">
                <a:solidFill>
                  <a:srgbClr val="171717"/>
                </a:solidFill>
                <a:latin typeface="Arial"/>
                <a:ea typeface="Arial"/>
                <a:cs typeface="Arial"/>
              </a:defRPr>
            </a:lvl4pPr>
            <a:lvl5pPr algn="l">
              <a:defRPr sz="1800" b="0">
                <a:solidFill>
                  <a:srgbClr val="171717"/>
                </a:solidFill>
                <a:latin typeface="Arial"/>
                <a:ea typeface="Arial"/>
                <a:cs typeface="Arial"/>
              </a:defRPr>
            </a:lvl5pPr>
            <a:lvl6pPr algn="l">
              <a:defRPr sz="1800" b="0">
                <a:solidFill>
                  <a:srgbClr val="171717"/>
                </a:solidFill>
                <a:latin typeface="Arial"/>
                <a:ea typeface="Arial"/>
                <a:cs typeface="Arial"/>
              </a:defRPr>
            </a:lvl6pPr>
            <a:lvl7pPr algn="l">
              <a:defRPr sz="1800" b="0">
                <a:solidFill>
                  <a:srgbClr val="171717"/>
                </a:solidFill>
                <a:latin typeface="Arial"/>
                <a:ea typeface="Arial"/>
                <a:cs typeface="Arial"/>
              </a:defRPr>
            </a:lvl7pPr>
            <a:lvl8pPr algn="l">
              <a:defRPr sz="1800" b="0">
                <a:solidFill>
                  <a:srgbClr val="171717"/>
                </a:solidFill>
                <a:latin typeface="Arial"/>
                <a:ea typeface="Arial"/>
                <a:cs typeface="Arial"/>
              </a:defRPr>
            </a:lvl8pPr>
            <a:lvl9pPr algn="l">
              <a:defRPr sz="1800" b="0">
                <a:solidFill>
                  <a:srgbClr val="171717"/>
                </a:solidFill>
                <a:latin typeface="Arial"/>
                <a:ea typeface="Arial"/>
                <a:cs typeface="Arial"/>
              </a:defRPr>
            </a:lvl9pPr>
          </a:lstStyle>
          <a:p>
            <a:pPr algn="l">
              <a:defRPr sz="1800" b="0">
                <a:solidFill>
                  <a:srgbClr val="171717"/>
                </a:solidFill>
                <a:latin typeface="Arial"/>
                <a:ea typeface="Arial"/>
                <a:cs typeface="Arial"/>
              </a:defRPr>
            </a:pPr>
            <a:r>
              <a:rPr sz="1800" b="0">
                <a:solidFill>
                  <a:srgbClr val="171717"/>
                </a:solidFill>
                <a:latin typeface="Arial"/>
                <a:ea typeface="Arial"/>
                <a:cs typeface="Arial"/>
              </a:rPr>
              <a:t>Verify deduction</a:t>
            </a:r>
          </a:p>
        </p:txBody>
      </p:sp>
      <p:sp>
        <p:nvSpPr>
          <p:cNvPr id="17" name="current-content-142">
            <a:extLst>
              <a:ext uri="{FF2B5EF4-FFF2-40B4-BE49-F238E27FC236}">
                <a16:creationId xmlns:a16="http://schemas.microsoft.com/office/drawing/2014/main" id="{6283512C-8BEA-4752-9EB6-426A587FE2D0}"/>
              </a:ext>
            </a:extLst>
          </p:cNvPr>
          <p:cNvSpPr>
            <a:spLocks noGrp="1"/>
          </p:cNvSpPr>
          <p:nvPr/>
        </p:nvSpPr>
        <p:spPr>
          <a:xfrm>
            <a:off x="4857750" y="3562350"/>
            <a:ext cx="504825" cy="304800"/>
          </a:xfrm>
          <a:prstGeom prst="rect">
            <a:avLst/>
          </a:prstGeom>
          <a:noFill/>
          <a:ln w="0">
            <a:noFill/>
          </a:ln>
        </p:spPr>
        <p:txBody>
          <a:bodyPr wrap="square" lIns="0" tIns="0" rIns="0" bIns="0" anchor="t">
            <a:noAutofit/>
          </a:bodyPr>
          <a:lstStyle>
            <a:defPPr algn="l">
              <a:defRPr sz="1800" b="1">
                <a:solidFill>
                  <a:srgbClr val="0070C0"/>
                </a:solidFill>
                <a:latin typeface="Arial"/>
                <a:ea typeface="Arial"/>
                <a:cs typeface="Arial"/>
              </a:defRPr>
            </a:defPPr>
            <a:lvl1pPr algn="l">
              <a:defRPr sz="1800" b="1">
                <a:solidFill>
                  <a:srgbClr val="0070C0"/>
                </a:solidFill>
                <a:latin typeface="Arial"/>
                <a:ea typeface="Arial"/>
                <a:cs typeface="Arial"/>
              </a:defRPr>
            </a:lvl1pPr>
            <a:lvl2pPr algn="l">
              <a:defRPr sz="1800" b="1">
                <a:solidFill>
                  <a:srgbClr val="0070C0"/>
                </a:solidFill>
                <a:latin typeface="Arial"/>
                <a:ea typeface="Arial"/>
                <a:cs typeface="Arial"/>
              </a:defRPr>
            </a:lvl2pPr>
            <a:lvl3pPr algn="l">
              <a:defRPr sz="1800" b="1">
                <a:solidFill>
                  <a:srgbClr val="0070C0"/>
                </a:solidFill>
                <a:latin typeface="Arial"/>
                <a:ea typeface="Arial"/>
                <a:cs typeface="Arial"/>
              </a:defRPr>
            </a:lvl3pPr>
            <a:lvl4pPr algn="l">
              <a:defRPr sz="1800" b="1">
                <a:solidFill>
                  <a:srgbClr val="0070C0"/>
                </a:solidFill>
                <a:latin typeface="Arial"/>
                <a:ea typeface="Arial"/>
                <a:cs typeface="Arial"/>
              </a:defRPr>
            </a:lvl4pPr>
            <a:lvl5pPr algn="l">
              <a:defRPr sz="1800" b="1">
                <a:solidFill>
                  <a:srgbClr val="0070C0"/>
                </a:solidFill>
                <a:latin typeface="Arial"/>
                <a:ea typeface="Arial"/>
                <a:cs typeface="Arial"/>
              </a:defRPr>
            </a:lvl5pPr>
            <a:lvl6pPr algn="l">
              <a:defRPr sz="1800" b="1">
                <a:solidFill>
                  <a:srgbClr val="0070C0"/>
                </a:solidFill>
                <a:latin typeface="Arial"/>
                <a:ea typeface="Arial"/>
                <a:cs typeface="Arial"/>
              </a:defRPr>
            </a:lvl6pPr>
            <a:lvl7pPr algn="l">
              <a:defRPr sz="1800" b="1">
                <a:solidFill>
                  <a:srgbClr val="0070C0"/>
                </a:solidFill>
                <a:latin typeface="Arial"/>
                <a:ea typeface="Arial"/>
                <a:cs typeface="Arial"/>
              </a:defRPr>
            </a:lvl7pPr>
            <a:lvl8pPr algn="l">
              <a:defRPr sz="1800" b="1">
                <a:solidFill>
                  <a:srgbClr val="0070C0"/>
                </a:solidFill>
                <a:latin typeface="Arial"/>
                <a:ea typeface="Arial"/>
                <a:cs typeface="Arial"/>
              </a:defRPr>
            </a:lvl8pPr>
            <a:lvl9pPr algn="l">
              <a:defRPr sz="1800" b="1">
                <a:solidFill>
                  <a:srgbClr val="0070C0"/>
                </a:solidFill>
                <a:latin typeface="Arial"/>
                <a:ea typeface="Arial"/>
                <a:cs typeface="Arial"/>
              </a:defRPr>
            </a:lvl9pPr>
          </a:lstStyle>
          <a:p>
            <a:pPr algn="l">
              <a:defRPr sz="1800" b="1">
                <a:solidFill>
                  <a:srgbClr val="0070C0"/>
                </a:solidFill>
                <a:latin typeface="Arial"/>
                <a:ea typeface="Arial"/>
                <a:cs typeface="Arial"/>
              </a:defRPr>
            </a:pPr>
            <a:r>
              <a:rPr sz="1800" b="1">
                <a:solidFill>
                  <a:srgbClr val="0070C0"/>
                </a:solidFill>
                <a:latin typeface="Arial"/>
                <a:ea typeface="Arial"/>
                <a:cs typeface="Arial"/>
              </a:rPr>
              <a:t>06</a:t>
            </a:r>
          </a:p>
        </p:txBody>
      </p:sp>
      <p:sp>
        <p:nvSpPr>
          <p:cNvPr id="18" name="current-content-143">
            <a:extLst>
              <a:ext uri="{FF2B5EF4-FFF2-40B4-BE49-F238E27FC236}">
                <a16:creationId xmlns:a16="http://schemas.microsoft.com/office/drawing/2014/main" id="{EE060BD8-EA74-4A7E-8A77-271254D9AE21}"/>
              </a:ext>
            </a:extLst>
          </p:cNvPr>
          <p:cNvSpPr>
            <a:spLocks noGrp="1"/>
          </p:cNvSpPr>
          <p:nvPr/>
        </p:nvSpPr>
        <p:spPr>
          <a:xfrm>
            <a:off x="5619750" y="3562350"/>
            <a:ext cx="2971800" cy="323850"/>
          </a:xfrm>
          <a:prstGeom prst="rect">
            <a:avLst/>
          </a:prstGeom>
          <a:noFill/>
          <a:ln w="0">
            <a:noFill/>
          </a:ln>
        </p:spPr>
        <p:txBody>
          <a:bodyPr wrap="square" lIns="0" tIns="0" rIns="0" bIns="0" anchor="t">
            <a:noAutofit/>
          </a:bodyPr>
          <a:lstStyle>
            <a:defPPr algn="l">
              <a:defRPr sz="1800" b="0">
                <a:solidFill>
                  <a:srgbClr val="171717"/>
                </a:solidFill>
                <a:latin typeface="Arial"/>
                <a:ea typeface="Arial"/>
                <a:cs typeface="Arial"/>
              </a:defRPr>
            </a:defPPr>
            <a:lvl1pPr algn="l">
              <a:defRPr sz="1800" b="0">
                <a:solidFill>
                  <a:srgbClr val="171717"/>
                </a:solidFill>
                <a:latin typeface="Arial"/>
                <a:ea typeface="Arial"/>
                <a:cs typeface="Arial"/>
              </a:defRPr>
            </a:lvl1pPr>
            <a:lvl2pPr algn="l">
              <a:defRPr sz="1800" b="0">
                <a:solidFill>
                  <a:srgbClr val="171717"/>
                </a:solidFill>
                <a:latin typeface="Arial"/>
                <a:ea typeface="Arial"/>
                <a:cs typeface="Arial"/>
              </a:defRPr>
            </a:lvl2pPr>
            <a:lvl3pPr algn="l">
              <a:defRPr sz="1800" b="0">
                <a:solidFill>
                  <a:srgbClr val="171717"/>
                </a:solidFill>
                <a:latin typeface="Arial"/>
                <a:ea typeface="Arial"/>
                <a:cs typeface="Arial"/>
              </a:defRPr>
            </a:lvl3pPr>
            <a:lvl4pPr algn="l">
              <a:defRPr sz="1800" b="0">
                <a:solidFill>
                  <a:srgbClr val="171717"/>
                </a:solidFill>
                <a:latin typeface="Arial"/>
                <a:ea typeface="Arial"/>
                <a:cs typeface="Arial"/>
              </a:defRPr>
            </a:lvl4pPr>
            <a:lvl5pPr algn="l">
              <a:defRPr sz="1800" b="0">
                <a:solidFill>
                  <a:srgbClr val="171717"/>
                </a:solidFill>
                <a:latin typeface="Arial"/>
                <a:ea typeface="Arial"/>
                <a:cs typeface="Arial"/>
              </a:defRPr>
            </a:lvl5pPr>
            <a:lvl6pPr algn="l">
              <a:defRPr sz="1800" b="0">
                <a:solidFill>
                  <a:srgbClr val="171717"/>
                </a:solidFill>
                <a:latin typeface="Arial"/>
                <a:ea typeface="Arial"/>
                <a:cs typeface="Arial"/>
              </a:defRPr>
            </a:lvl6pPr>
            <a:lvl7pPr algn="l">
              <a:defRPr sz="1800" b="0">
                <a:solidFill>
                  <a:srgbClr val="171717"/>
                </a:solidFill>
                <a:latin typeface="Arial"/>
                <a:ea typeface="Arial"/>
                <a:cs typeface="Arial"/>
              </a:defRPr>
            </a:lvl7pPr>
            <a:lvl8pPr algn="l">
              <a:defRPr sz="1800" b="0">
                <a:solidFill>
                  <a:srgbClr val="171717"/>
                </a:solidFill>
                <a:latin typeface="Arial"/>
                <a:ea typeface="Arial"/>
                <a:cs typeface="Arial"/>
              </a:defRPr>
            </a:lvl8pPr>
            <a:lvl9pPr algn="l">
              <a:defRPr sz="1800" b="0">
                <a:solidFill>
                  <a:srgbClr val="171717"/>
                </a:solidFill>
                <a:latin typeface="Arial"/>
                <a:ea typeface="Arial"/>
                <a:cs typeface="Arial"/>
              </a:defRPr>
            </a:lvl9pPr>
          </a:lstStyle>
          <a:p>
            <a:pPr algn="l">
              <a:defRPr sz="1800" b="0">
                <a:solidFill>
                  <a:srgbClr val="171717"/>
                </a:solidFill>
                <a:latin typeface="Arial"/>
                <a:ea typeface="Arial"/>
                <a:cs typeface="Arial"/>
              </a:defRPr>
            </a:pPr>
            <a:r>
              <a:rPr sz="1800" b="0">
                <a:solidFill>
                  <a:srgbClr val="171717"/>
                </a:solidFill>
                <a:latin typeface="Arial"/>
                <a:ea typeface="Arial"/>
                <a:cs typeface="Arial"/>
              </a:rPr>
              <a:t>Verify reports</a:t>
            </a:r>
          </a:p>
        </p:txBody>
      </p:sp>
      <p:sp>
        <p:nvSpPr>
          <p:cNvPr id="19" name="current-content-144">
            <a:extLst>
              <a:ext uri="{FF2B5EF4-FFF2-40B4-BE49-F238E27FC236}">
                <a16:creationId xmlns:a16="http://schemas.microsoft.com/office/drawing/2014/main" id="{17ECEA2F-F6BD-4573-AC04-22EF1BE04703}"/>
              </a:ext>
            </a:extLst>
          </p:cNvPr>
          <p:cNvSpPr>
            <a:spLocks noGrp="1"/>
          </p:cNvSpPr>
          <p:nvPr/>
        </p:nvSpPr>
        <p:spPr>
          <a:xfrm>
            <a:off x="533400" y="4267200"/>
            <a:ext cx="8058150" cy="409575"/>
          </a:xfrm>
          <a:prstGeom prst="rect">
            <a:avLst/>
          </a:prstGeom>
          <a:noFill/>
          <a:ln w="0">
            <a:noFill/>
          </a:ln>
        </p:spPr>
        <p:txBody>
          <a:bodyPr wrap="square" lIns="0" tIns="0" rIns="0" bIns="0" anchor="t">
            <a:noAutofit/>
          </a:bodyPr>
          <a:lstStyle>
            <a:defPPr algn="ctr">
              <a:defRPr sz="2325" b="1">
                <a:solidFill>
                  <a:srgbClr val="0070C0"/>
                </a:solidFill>
                <a:latin typeface="Raleway"/>
                <a:ea typeface="Raleway"/>
                <a:cs typeface="Raleway"/>
              </a:defRPr>
            </a:defPPr>
            <a:lvl1pPr algn="ctr">
              <a:defRPr sz="2325" b="1">
                <a:solidFill>
                  <a:srgbClr val="0070C0"/>
                </a:solidFill>
                <a:latin typeface="Raleway"/>
                <a:ea typeface="Raleway"/>
                <a:cs typeface="Raleway"/>
              </a:defRPr>
            </a:lvl1pPr>
            <a:lvl2pPr algn="ctr">
              <a:defRPr sz="2325" b="1">
                <a:solidFill>
                  <a:srgbClr val="0070C0"/>
                </a:solidFill>
                <a:latin typeface="Raleway"/>
                <a:ea typeface="Raleway"/>
                <a:cs typeface="Raleway"/>
              </a:defRPr>
            </a:lvl2pPr>
            <a:lvl3pPr algn="ctr">
              <a:defRPr sz="2325" b="1">
                <a:solidFill>
                  <a:srgbClr val="0070C0"/>
                </a:solidFill>
                <a:latin typeface="Raleway"/>
                <a:ea typeface="Raleway"/>
                <a:cs typeface="Raleway"/>
              </a:defRPr>
            </a:lvl3pPr>
            <a:lvl4pPr algn="ctr">
              <a:defRPr sz="2325" b="1">
                <a:solidFill>
                  <a:srgbClr val="0070C0"/>
                </a:solidFill>
                <a:latin typeface="Raleway"/>
                <a:ea typeface="Raleway"/>
                <a:cs typeface="Raleway"/>
              </a:defRPr>
            </a:lvl4pPr>
            <a:lvl5pPr algn="ctr">
              <a:defRPr sz="2325" b="1">
                <a:solidFill>
                  <a:srgbClr val="0070C0"/>
                </a:solidFill>
                <a:latin typeface="Raleway"/>
                <a:ea typeface="Raleway"/>
                <a:cs typeface="Raleway"/>
              </a:defRPr>
            </a:lvl5pPr>
            <a:lvl6pPr algn="ctr">
              <a:defRPr sz="2325" b="1">
                <a:solidFill>
                  <a:srgbClr val="0070C0"/>
                </a:solidFill>
                <a:latin typeface="Raleway"/>
                <a:ea typeface="Raleway"/>
                <a:cs typeface="Raleway"/>
              </a:defRPr>
            </a:lvl6pPr>
            <a:lvl7pPr algn="ctr">
              <a:defRPr sz="2325" b="1">
                <a:solidFill>
                  <a:srgbClr val="0070C0"/>
                </a:solidFill>
                <a:latin typeface="Raleway"/>
                <a:ea typeface="Raleway"/>
                <a:cs typeface="Raleway"/>
              </a:defRPr>
            </a:lvl7pPr>
            <a:lvl8pPr algn="ctr">
              <a:defRPr sz="2325" b="1">
                <a:solidFill>
                  <a:srgbClr val="0070C0"/>
                </a:solidFill>
                <a:latin typeface="Raleway"/>
                <a:ea typeface="Raleway"/>
                <a:cs typeface="Raleway"/>
              </a:defRPr>
            </a:lvl8pPr>
            <a:lvl9pPr algn="ctr">
              <a:defRPr sz="2325" b="1">
                <a:solidFill>
                  <a:srgbClr val="0070C0"/>
                </a:solidFill>
                <a:latin typeface="Raleway"/>
                <a:ea typeface="Raleway"/>
                <a:cs typeface="Raleway"/>
              </a:defRPr>
            </a:lvl9pPr>
          </a:lstStyle>
          <a:p>
            <a:pPr algn="ctr">
              <a:defRPr sz="2325" b="1">
                <a:solidFill>
                  <a:srgbClr val="0070C0"/>
                </a:solidFill>
                <a:latin typeface="Raleway"/>
                <a:ea typeface="Raleway"/>
                <a:cs typeface="Raleway"/>
              </a:defRPr>
            </a:pPr>
            <a:r>
              <a:rPr sz="2325" b="1">
                <a:solidFill>
                  <a:srgbClr val="0070C0"/>
                </a:solidFill>
                <a:latin typeface="Raleway"/>
                <a:ea typeface="Raleway"/>
                <a:cs typeface="Raleway"/>
              </a:rPr>
              <a:t>LIVE SYSTEM DEMONSTRATION</a:t>
            </a:r>
          </a:p>
        </p:txBody>
      </p:sp>
    </p:spTree>
    <p:extLst>
      <p:ext uri="{BB962C8B-B14F-4D97-AF65-F5344CB8AC3E}">
        <p14:creationId xmlns:p14="http://schemas.microsoft.com/office/powerpoint/2010/main" val="1100300583"/>
      </p:ext>
    </p:extLst>
  </p:cSld>
  <p:clrMapOvr>
    <a:masterClrMapping/>
  </p:clrMapOvr>
</p:sld>
</file>

<file path=ppt/theme/theme1.xml><?xml version="1.0" encoding="utf-8"?>
<a:theme xmlns:a="http://schemas.openxmlformats.org/drawingml/2006/main" name="PEHI">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treamlin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PEHI">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treamlin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3847</Words>
  <Application>Microsoft Office PowerPoint</Application>
  <DocSecurity>0</DocSecurity>
  <PresentationFormat>On-screen Show (16:9)</PresentationFormat>
  <Paragraphs>375</Paragraphs>
  <Slides>16</Slides>
  <Notes>16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Cambria</vt:lpstr>
      <vt:lpstr>Arial</vt:lpstr>
      <vt:lpstr>Lato</vt:lpstr>
      <vt:lpstr>Raleway</vt:lpstr>
      <vt:lpstr>Open Sans</vt:lpstr>
      <vt:lpstr>PEHI</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Evon Vergara</cp:lastModifiedBy>
  <cp:revision>1</cp:revision>
  <dcterms:created xsi:type="dcterms:W3CDTF">2026-10-20T15:57:18Z</dcterms:created>
  <dcterms:modified xsi:type="dcterms:W3CDTF">2026-10-20T16:04:39Z</dcterms:modified>
</cp:coreProperties>
</file>