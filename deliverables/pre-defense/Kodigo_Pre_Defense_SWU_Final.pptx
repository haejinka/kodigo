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1f75fbf7d89440b" /><Relationship Type="http://schemas.openxmlformats.org/officeDocument/2006/relationships/extended-properties" Target="/docProps/app.xml" Id="R66b9ea64331045e1" /><Relationship Type="http://schemas.openxmlformats.org/officeDocument/2006/relationships/officeDocument" Target="/ppt/presentation.xml" Id="Rc13e44f280e84ec6"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390f449fb2be4d08"/>
  </p:sldMasterIdLst>
  <p:notesMasterIdLst>
    <p:notesMasterId xmlns:r="http://schemas.openxmlformats.org/officeDocument/2006/relationships" r:id="Rd1ead2deea274325"/>
  </p:notesMasterIdLst>
  <p:sldIdLst>
    <p:sldId xmlns:r="http://schemas.openxmlformats.org/officeDocument/2006/relationships" id="256" r:id="Rdd4dfae7d7b74767"/>
    <p:sldId xmlns:r="http://schemas.openxmlformats.org/officeDocument/2006/relationships" id="257" r:id="R27b36ff8964a4fed"/>
    <p:sldId xmlns:r="http://schemas.openxmlformats.org/officeDocument/2006/relationships" id="258" r:id="Rcc9713bb3fa84f1a"/>
    <p:sldId xmlns:r="http://schemas.openxmlformats.org/officeDocument/2006/relationships" id="259" r:id="R88f70bd04dd845bc"/>
    <p:sldId xmlns:r="http://schemas.openxmlformats.org/officeDocument/2006/relationships" id="260" r:id="R022b1de4f8084b55"/>
    <p:sldId xmlns:r="http://schemas.openxmlformats.org/officeDocument/2006/relationships" id="261" r:id="R8e2069e989c441ca"/>
    <p:sldId xmlns:r="http://schemas.openxmlformats.org/officeDocument/2006/relationships" id="262" r:id="Rfa06198a26774267"/>
    <p:sldId xmlns:r="http://schemas.openxmlformats.org/officeDocument/2006/relationships" id="263" r:id="Rc2fa48ddc9c944c8"/>
    <p:sldId xmlns:r="http://schemas.openxmlformats.org/officeDocument/2006/relationships" id="264" r:id="R721b4c1d88024c1b"/>
    <p:sldId xmlns:r="http://schemas.openxmlformats.org/officeDocument/2006/relationships" id="265" r:id="Rfb748e05b7c84d3c"/>
    <p:sldId xmlns:r="http://schemas.openxmlformats.org/officeDocument/2006/relationships" id="266" r:id="R55c635ac3b494eb1"/>
    <p:sldId xmlns:r="http://schemas.openxmlformats.org/officeDocument/2006/relationships" id="267" r:id="Rde6bcbd6513c47e7"/>
    <p:sldId xmlns:r="http://schemas.openxmlformats.org/officeDocument/2006/relationships" id="268" r:id="R0304a4d0e9d441a0"/>
    <p:sldId xmlns:r="http://schemas.openxmlformats.org/officeDocument/2006/relationships" id="269" r:id="Rdc8c2986fd624f45"/>
    <p:sldId xmlns:r="http://schemas.openxmlformats.org/officeDocument/2006/relationships" id="270" r:id="Rb527943992b54e1f"/>
    <p:sldId xmlns:r="http://schemas.openxmlformats.org/officeDocument/2006/relationships" id="271" r:id="Rfc78f82f013e413e"/>
    <p:sldId xmlns:r="http://schemas.openxmlformats.org/officeDocument/2006/relationships" id="272" r:id="R89a8d0d500b44864"/>
  </p:sldIdLst>
  <p:sldSz cx="9144000" cy="5143500"/>
  <p:notesSz cx="6858000" cy="9144000"/>
  <p:embeddedFontLst>
    <p:embeddedFont>
      <p:font typeface="Raleway"/>
      <p:regular xmlns:r="http://schemas.openxmlformats.org/officeDocument/2006/relationships" r:id="Rac0599f5ddde4422"/>
      <p:bold xmlns:r="http://schemas.openxmlformats.org/officeDocument/2006/relationships" r:id="Rc65575c589154668"/>
      <p:italic xmlns:r="http://schemas.openxmlformats.org/officeDocument/2006/relationships" r:id="Rb0a234abcce343dd"/>
      <p:boldItalic xmlns:r="http://schemas.openxmlformats.org/officeDocument/2006/relationships" r:id="R4c93789df88a4f9c"/>
    </p:embeddedFont>
    <p:embeddedFont>
      <p:font typeface="Lato"/>
      <p:regular xmlns:r="http://schemas.openxmlformats.org/officeDocument/2006/relationships" r:id="Rfd1c6029e5dc4d32"/>
      <p:bold xmlns:r="http://schemas.openxmlformats.org/officeDocument/2006/relationships" r:id="R88464493811b4152"/>
      <p:italic xmlns:r="http://schemas.openxmlformats.org/officeDocument/2006/relationships" r:id="Rbbcb86b63f024d47"/>
      <p:boldItalic xmlns:r="http://schemas.openxmlformats.org/officeDocument/2006/relationships" r:id="R324d3d99784a440c"/>
    </p:embeddedFont>
    <p:embeddedFont>
      <p:font typeface="Open Sans"/>
      <p:regular xmlns:r="http://schemas.openxmlformats.org/officeDocument/2006/relationships" r:id="R2389647427be4612"/>
      <p:bold xmlns:r="http://schemas.openxmlformats.org/officeDocument/2006/relationships" r:id="R4b3c4a31cec84396"/>
      <p:italic xmlns:r="http://schemas.openxmlformats.org/officeDocument/2006/relationships" r:id="R91060a0069f24425"/>
      <p:boldItalic xmlns:r="http://schemas.openxmlformats.org/officeDocument/2006/relationships" r:id="R520a30886e044e9d"/>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9277DCA9-E45C-466B-ABC7-E6CAC76AD7C3}">
  <a:tblStyle styleId="{9277DCA9-E45C-466B-ABC7-E6CAC76AD7C3}" styleName="Table_0">
    <a:wholeTbl>
      <a:tcTxStyle>
        <a:font>
          <a:latin typeface="Arial"/>
          <a:ea typeface="Arial"/>
          <a:cs typeface="Arial"/>
        </a:font>
        <a:srgbClr val="000000"/>
      </a:tcTxStyle>
      <a:tcStyle>
        <a:tcBdr>
          <a:left>
            <a:ln cap="flat" cmpd="sng">
              <a:solidFill>
                <a:srgbClr val="000000"/>
              </a:solidFill>
              <a:prstDash val="solid"/>
              <a:round/>
              <a:headEnd type="none" w="sm" len="sm"/>
              <a:tailEnd type="none" w="sm" len="sm"/>
            </a:ln>
          </a:left>
          <a:right>
            <a:ln cap="flat" cmpd="sng">
              <a:solidFill>
                <a:srgbClr val="000000"/>
              </a:solidFill>
              <a:prstDash val="solid"/>
              <a:round/>
              <a:headEnd type="none" w="sm" len="sm"/>
              <a:tailEnd type="none" w="sm" len="sm"/>
            </a:ln>
          </a:right>
          <a:top>
            <a:ln cap="flat" cmpd="sng">
              <a:solidFill>
                <a:srgbClr val="000000"/>
              </a:solidFill>
              <a:prstDash val="solid"/>
              <a:round/>
              <a:headEnd type="none" w="sm" len="sm"/>
              <a:tailEnd type="none" w="sm" len="sm"/>
            </a:ln>
          </a:top>
          <a:bottom>
            <a:ln cap="flat" cmpd="sng">
              <a:solidFill>
                <a:srgbClr val="000000"/>
              </a:solidFill>
              <a:prstDash val="solid"/>
              <a:round/>
              <a:headEnd type="none" w="sm" len="sm"/>
              <a:tailEnd type="none" w="sm" len="sm"/>
            </a:ln>
          </a:bottom>
          <a:insideH>
            <a:ln cap="flat" cmpd="sng">
              <a:solidFill>
                <a:srgbClr val="000000"/>
              </a:solidFill>
              <a:prstDash val="solid"/>
              <a:round/>
              <a:headEnd type="none" w="sm" len="sm"/>
              <a:tailEnd type="none" w="sm" len="sm"/>
            </a:ln>
          </a:insideH>
          <a:insideV>
            <a:ln cap="flat" cmpd="sng">
              <a:solidFill>
                <a:srgbClr val="000000"/>
              </a:solidFill>
              <a:prstDash val="solid"/>
              <a:round/>
              <a:headEnd type="none" w="sm" len="sm"/>
              <a:tailEnd type="none" w="sm" len="sm"/>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AD7938E3-529E-4631-9AF0-4512DD22AB85}"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b60687c5c91c4e2c" /><Relationship Type="http://schemas.openxmlformats.org/officeDocument/2006/relationships/slideMaster" Target="/ppt/slideMasters/slideMaster1.xml" Id="R390f449fb2be4d08" /><Relationship Type="http://schemas.openxmlformats.org/officeDocument/2006/relationships/notesMaster" Target="/ppt/notesMasters/notesMaster1.xml" Id="Rd1ead2deea274325" /><Relationship Type="http://schemas.openxmlformats.org/officeDocument/2006/relationships/presProps" Target="/ppt/presProps.xml" Id="R50421767adae475c" /><Relationship Type="http://schemas.openxmlformats.org/officeDocument/2006/relationships/viewProps" Target="/ppt/viewProps.xml" Id="R0556f95ff0ff4319" /><Relationship Type="http://schemas.openxmlformats.org/officeDocument/2006/relationships/tableStyles" Target="/ppt/tableStyles.xml" Id="R89089e5ab07a4a34" /><Relationship Type="http://schemas.openxmlformats.org/officeDocument/2006/relationships/font" Target="/ppt/fonts/font.dat" Id="Rac0599f5ddde4422" /><Relationship Type="http://schemas.openxmlformats.org/officeDocument/2006/relationships/font" Target="/ppt/fonts/font2.dat" Id="Rc65575c589154668" /><Relationship Type="http://schemas.openxmlformats.org/officeDocument/2006/relationships/font" Target="/ppt/fonts/font3.dat" Id="Rb0a234abcce343dd" /><Relationship Type="http://schemas.openxmlformats.org/officeDocument/2006/relationships/font" Target="/ppt/fonts/font4.dat" Id="R4c93789df88a4f9c" /><Relationship Type="http://schemas.openxmlformats.org/officeDocument/2006/relationships/font" Target="/ppt/fonts/font5.dat" Id="Rfd1c6029e5dc4d32" /><Relationship Type="http://schemas.openxmlformats.org/officeDocument/2006/relationships/font" Target="/ppt/fonts/font6.dat" Id="R88464493811b4152" /><Relationship Type="http://schemas.openxmlformats.org/officeDocument/2006/relationships/font" Target="/ppt/fonts/font7.dat" Id="Rbbcb86b63f024d47" /><Relationship Type="http://schemas.openxmlformats.org/officeDocument/2006/relationships/font" Target="/ppt/fonts/font8.dat" Id="R324d3d99784a440c" /><Relationship Type="http://schemas.openxmlformats.org/officeDocument/2006/relationships/font" Target="/ppt/fonts/font9.dat" Id="R2389647427be4612" /><Relationship Type="http://schemas.openxmlformats.org/officeDocument/2006/relationships/font" Target="/ppt/fonts/font10.dat" Id="R4b3c4a31cec84396" /><Relationship Type="http://schemas.openxmlformats.org/officeDocument/2006/relationships/font" Target="/ppt/fonts/font11.dat" Id="R91060a0069f24425" /><Relationship Type="http://schemas.openxmlformats.org/officeDocument/2006/relationships/font" Target="/ppt/fonts/font12.dat" Id="R520a30886e044e9d" /><Relationship Type="http://schemas.openxmlformats.org/officeDocument/2006/relationships/slide" Target="/ppt/slides/slide1.xml" Id="Rdd4dfae7d7b74767" /><Relationship Type="http://schemas.openxmlformats.org/officeDocument/2006/relationships/slide" Target="/ppt/slides/slide2.xml" Id="R27b36ff8964a4fed" /><Relationship Type="http://schemas.openxmlformats.org/officeDocument/2006/relationships/slide" Target="/ppt/slides/slide3.xml" Id="Rcc9713bb3fa84f1a" /><Relationship Type="http://schemas.openxmlformats.org/officeDocument/2006/relationships/slide" Target="/ppt/slides/slide4.xml" Id="R88f70bd04dd845bc" /><Relationship Type="http://schemas.openxmlformats.org/officeDocument/2006/relationships/slide" Target="/ppt/slides/slide5.xml" Id="R022b1de4f8084b55" /><Relationship Type="http://schemas.openxmlformats.org/officeDocument/2006/relationships/slide" Target="/ppt/slides/slide6.xml" Id="R8e2069e989c441ca" /><Relationship Type="http://schemas.openxmlformats.org/officeDocument/2006/relationships/slide" Target="/ppt/slides/slide7.xml" Id="Rfa06198a26774267" /><Relationship Type="http://schemas.openxmlformats.org/officeDocument/2006/relationships/slide" Target="/ppt/slides/slide8.xml" Id="Rc2fa48ddc9c944c8" /><Relationship Type="http://schemas.openxmlformats.org/officeDocument/2006/relationships/slide" Target="/ppt/slides/slide9.xml" Id="R721b4c1d88024c1b" /><Relationship Type="http://schemas.openxmlformats.org/officeDocument/2006/relationships/slide" Target="/ppt/slides/slide10.xml" Id="Rfb748e05b7c84d3c" /><Relationship Type="http://schemas.openxmlformats.org/officeDocument/2006/relationships/slide" Target="/ppt/slides/slide11.xml" Id="R55c635ac3b494eb1" /><Relationship Type="http://schemas.openxmlformats.org/officeDocument/2006/relationships/slide" Target="/ppt/slides/slide12.xml" Id="Rde6bcbd6513c47e7" /><Relationship Type="http://schemas.openxmlformats.org/officeDocument/2006/relationships/slide" Target="/ppt/slides/slide13.xml" Id="R0304a4d0e9d441a0" /><Relationship Type="http://schemas.openxmlformats.org/officeDocument/2006/relationships/slide" Target="/ppt/slides/slide14.xml" Id="Rdc8c2986fd624f45" /><Relationship Type="http://schemas.openxmlformats.org/officeDocument/2006/relationships/slide" Target="/ppt/slides/slide15.xml" Id="Rb527943992b54e1f" /><Relationship Type="http://schemas.openxmlformats.org/officeDocument/2006/relationships/slide" Target="/ppt/slides/slide16.xml" Id="Rfc78f82f013e413e" /><Relationship Type="http://schemas.openxmlformats.org/officeDocument/2006/relationships/slide" Target="/ppt/slides/slide17.xml" Id="R89a8d0d500b448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f564c228564ff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209b92f354c4e58" /><Relationship Type="http://schemas.openxmlformats.org/officeDocument/2006/relationships/notesMaster" Target="/ppt/notesMasters/notesMaster1.xml" Id="R18fc2319ad564f78" /></Relationships>
</file>

<file path=ppt/notesSlides/_rels/notesSlide2.xml.rels>&#65279;<?xml version="1.0" encoding="utf-8"?><Relationships xmlns="http://schemas.openxmlformats.org/package/2006/relationships"><Relationship Type="http://schemas.openxmlformats.org/officeDocument/2006/relationships/slide" Target="/ppt/slides/slide2.xml" Id="R0a38f461244f4e70" /><Relationship Type="http://schemas.openxmlformats.org/officeDocument/2006/relationships/notesMaster" Target="/ppt/notesMasters/notesMaster1.xml" Id="R994bff99dc87451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0c4ac0cb58c4af6" /><Relationship Type="http://schemas.openxmlformats.org/officeDocument/2006/relationships/notesMaster" Target="/ppt/notesMasters/notesMaster1.xml" Id="Refa87ee0a65b458b" /></Relationships>
</file>

<file path=ppt/notesSlides/_rels/notesSlide4.xml.rels>&#65279;<?xml version="1.0" encoding="utf-8"?><Relationships xmlns="http://schemas.openxmlformats.org/package/2006/relationships"><Relationship Type="http://schemas.openxmlformats.org/officeDocument/2006/relationships/slide" Target="/ppt/slides/slide4.xml" Id="R107a65b940e24c48" /><Relationship Type="http://schemas.openxmlformats.org/officeDocument/2006/relationships/notesMaster" Target="/ppt/notesMasters/notesMaster1.xml" Id="R424f19d6c5c04ea1" /></Relationships>
</file>

<file path=ppt/notesSlides/_rels/notesSlide5.xml.rels>&#65279;<?xml version="1.0" encoding="utf-8"?><Relationships xmlns="http://schemas.openxmlformats.org/package/2006/relationships"><Relationship Type="http://schemas.openxmlformats.org/officeDocument/2006/relationships/slide" Target="/ppt/slides/slide5.xml" Id="R4c41b0a107c34f06" /><Relationship Type="http://schemas.openxmlformats.org/officeDocument/2006/relationships/notesMaster" Target="/ppt/notesMasters/notesMaster1.xml" Id="Rbbafdbead4bb4087" /></Relationships>
</file>

<file path=ppt/notesSlides/_rels/notesSlide6.xml.rels>&#65279;<?xml version="1.0" encoding="utf-8"?><Relationships xmlns="http://schemas.openxmlformats.org/package/2006/relationships"><Relationship Type="http://schemas.openxmlformats.org/officeDocument/2006/relationships/slide" Target="/ppt/slides/slide6.xml" Id="R814a1dbabd0c48f6" /><Relationship Type="http://schemas.openxmlformats.org/officeDocument/2006/relationships/notesMaster" Target="/ppt/notesMasters/notesMaster1.xml" Id="R69c0f886684b48b1" /></Relationships>
</file>

<file path=ppt/notesSlides/_rels/notesSlide7.xml.rels>&#65279;<?xml version="1.0" encoding="utf-8"?><Relationships xmlns="http://schemas.openxmlformats.org/package/2006/relationships"><Relationship Type="http://schemas.openxmlformats.org/officeDocument/2006/relationships/slide" Target="/ppt/slides/slide7.xml" Id="Rbd639120e79d4762" /><Relationship Type="http://schemas.openxmlformats.org/officeDocument/2006/relationships/notesMaster" Target="/ppt/notesMasters/notesMaster1.xml" Id="R790687f247c84798" /></Relationships>
</file>

<file path=ppt/notesSlides/_rels/notesSlide8.xml.rels>&#65279;<?xml version="1.0" encoding="utf-8"?><Relationships xmlns="http://schemas.openxmlformats.org/package/2006/relationships"><Relationship Type="http://schemas.openxmlformats.org/officeDocument/2006/relationships/slide" Target="/ppt/slides/slide8.xml" Id="R5669809bdb5f4a27" /><Relationship Type="http://schemas.openxmlformats.org/officeDocument/2006/relationships/notesMaster" Target="/ppt/notesMasters/notesMaster1.xml" Id="R76abad6a050e43cb" /></Relationships>
</file>

<file path=ppt/notesSlides/_rels/notesSlide9.xml.rels>&#65279;<?xml version="1.0" encoding="utf-8"?><Relationships xmlns="http://schemas.openxmlformats.org/package/2006/relationships"><Relationship Type="http://schemas.openxmlformats.org/officeDocument/2006/relationships/slide" Target="/ppt/slides/slide9.xml" Id="R4e6c09beb3244819" /><Relationship Type="http://schemas.openxmlformats.org/officeDocument/2006/relationships/notesMaster" Target="/ppt/notesMasters/notesMaster1.xml" Id="R3a09b347f9714d5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e7d7c3056114df3" /><Relationship Type="http://schemas.openxmlformats.org/officeDocument/2006/relationships/notesMaster" Target="/ppt/notesMasters/notesMaster1.xml" Id="R3da98c95f97a465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110dae0c7234e66" /><Relationship Type="http://schemas.openxmlformats.org/officeDocument/2006/relationships/notesMaster" Target="/ppt/notesMasters/notesMaster1.xml" Id="R4c169ccd0197425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e0287c6951f474c" /><Relationship Type="http://schemas.openxmlformats.org/officeDocument/2006/relationships/notesMaster" Target="/ppt/notesMasters/notesMaster1.xml" Id="Rfa8d9290290140e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204ec7fcd7a454d" /><Relationship Type="http://schemas.openxmlformats.org/officeDocument/2006/relationships/notesMaster" Target="/ppt/notesMasters/notesMaster1.xml" Id="R351e663be59d4de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f264ab211ac4017" /><Relationship Type="http://schemas.openxmlformats.org/officeDocument/2006/relationships/notesMaster" Target="/ppt/notesMasters/notesMaster1.xml" Id="R384b31cd3bf14ce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45ca61553884594" /><Relationship Type="http://schemas.openxmlformats.org/officeDocument/2006/relationships/notesMaster" Target="/ppt/notesMasters/notesMaster1.xml" Id="R036367cd86374cf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0e1c9116c0e4ec9" /><Relationship Type="http://schemas.openxmlformats.org/officeDocument/2006/relationships/notesMaster" Target="/ppt/notesMasters/notesMaster1.xml" Id="Rda296625f6404bd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255fd996d90490f" /><Relationship Type="http://schemas.openxmlformats.org/officeDocument/2006/relationships/notesMaster" Target="/ppt/notesMasters/notesMaster1.xml" Id="Ra293ddd3c77f4ff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0:30.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Good day, panelists and adviser. We are Evon Christian Pahugot Vergara, Justin Comendador, and Xymmer James Nadera. We will present Kodigo, our point-of-sale and inventory application for small retail operations. The complete title here follows our current manuscript. We will begin with the research context, explain the developed system, and then move to the live demonstration. [Replace the adviser and academic-year placeholders before defense.]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docs/Chapter 1-4 Manuscript v3.docx, title page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0:20.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Our presentation follows the same overall sequence as our earlier defense. We will move from the background and research questions to the methodology and baseline findings. We will then explain Kodigo, its technical design, and the evidence that supports the live walkthrough.</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Final defense SWU 002.pptx, agenda and slide order</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0:55.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manuscript describes small businesses that use separate records for sales, stock, and reconciliation. A sale can be written in one place while the inventory record still waits for an update. The scenario on this slide is illustrative: staff record a sale, stock information remains unchanged until later encoding, and the owner compares several records before deciding what to order. It summarizes the kind of fragmentation discussed in Chapters 1 and 4. It is not a new respondent account or a measurement of Kodigo’s performance. The design problem is how to connect the transaction and stock records so that later reports use a consistent recorded basis.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docs/Chapter 1-4 Manuscript v3.docx, Chapters 1 and 4</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0:40.</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study asks three questions. What operational bottlenecks occur in manual inventory tracking and reconciliation? What framework and security controls are appropriate for the system, as assessed by qualified technical evaluators? And how acceptable is the developed system to intended users? The last question considers cost-effectiveness, reliability, efficiency, and security. The baseline results address the first question. Completed ratings for the technical and acceptability evaluations are not established by the repository evidence used for this deck.</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endParaRPr/>
          </a:p>
          <a:p xmlns:a="http://schemas.openxmlformats.org/drawingml/2006/main">
            <a:pPr marL="457200" lvl="0" indent="-228600" algn="l">
              <a:lnSpc>
                <a:spcPct val="100000"/>
              </a:lnSpc>
              <a:spcBef>
                <a:spcPts val="0"/>
              </a:spcBef>
              <a:spcAft>
                <a:spcPts val="0"/>
              </a:spcAft>
              <a:buSzPts val="1100"/>
              <a:buNone/>
            </a:pPr>
            <a:r>
              <a:rPr>
                <a:solidFill>
                  <a:schemeClr val="dk1"/>
                </a:solidFill>
              </a:rPr>
              <a:t>- docs/Chapter 1-4 Manuscript v3.docx, Chapter 1: Statement of the Problem</a:t>
            </a:r>
            <a:endParaRPr/>
          </a:p>
          <a:p xmlns:a="http://schemas.openxmlformats.org/drawingml/2006/main">
            <a:pPr marL="457200" lvl="0" indent="-228600" algn="l">
              <a:lnSpc>
                <a:spcPct val="100000"/>
              </a:lnSpc>
              <a:spcBef>
                <a:spcPts val="0"/>
              </a:spcBef>
              <a:spcAft>
                <a:spcPts val="0"/>
              </a:spcAft>
              <a:buSzPts val="1100"/>
              <a:buNone/>
            </a:pPr>
            <a:r>
              <a:rPr>
                <a:solidFill>
                  <a:schemeClr val="dk1"/>
                </a:solidFill>
              </a:rPr>
              <a:t/>
            </a:r>
            <a:endParaRPr/>
          </a:p>
          <a:p xmlns:a="http://schemas.openxmlformats.org/drawingml/2006/main">
            <a:pPr marL="457200" lvl="0" indent="-228600" algn="l">
              <a:lnSpc>
                <a:spcPct val="100000"/>
              </a:lnSpc>
              <a:spcBef>
                <a:spcPts val="0"/>
              </a:spcBef>
              <a:spcAft>
                <a:spcPts val="0"/>
              </a:spcAft>
              <a:buSzPts val="1100"/>
              <a:buNone/>
            </a:pPr>
            <a:r>
              <a:rPr>
                <a:solidFill>
                  <a:schemeClr val="dk1"/>
                </a:solidFill>
              </a:rP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0:40.</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Our general objective is to design, develop, and evaluate a cloud-based inventory and financial management framework tailored for SMEs. The specific objectives follow the research questions: identify workflow bottlenecks, determine an appropriate framework and information security measures, and evaluate system acceptability. In implementation terms, the first objective informs connected sales and inventory, the second informs the access and transaction controls, and the third requires evaluation after users interact with the prototype. These are concise paraphrases of the current manuscript, with final wording subject to adviser confirmation.</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endParaRPr/>
          </a:p>
          <a:p xmlns:a="http://schemas.openxmlformats.org/drawingml/2006/main">
            <a:pPr marL="457200" lvl="0" indent="-228600" algn="l">
              <a:lnSpc>
                <a:spcPct val="100000"/>
              </a:lnSpc>
              <a:spcBef>
                <a:spcPts val="0"/>
              </a:spcBef>
              <a:spcAft>
                <a:spcPts val="0"/>
              </a:spcAft>
              <a:buSzPts val="1100"/>
              <a:buNone/>
            </a:pPr>
            <a:r>
              <a:t>- docs/Chapter 1-4 Manuscript v3.docx, Chapter 1: Objectives of the Study</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just">
              <a:lnSpc>
                <a:spcPct val="100000"/>
              </a:lnSpc>
              <a:spcBef>
                <a:spcPts val="0"/>
              </a:spcBef>
              <a:spcAft>
                <a:spcPts val="0"/>
              </a:spcAft>
              <a:buSzPts val="1100"/>
              <a:buNone/>
            </a:pPr>
            <a:r>
              <a:t>Presenter 1. Target 0:40.</a:t>
            </a:r>
            <a:endParaRP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Chapter 2 organizes the literature around record accuracy, an integrated cloud framework, and security and acceptance. The manuscript discusses inventory inaccuracies and the burden of manual consolidation, then relates centralized records to the proposed framework. It also explains why authentication, controlled access, organizational readiness, and adoption concerns matter. We have condensed those discussions here. The references are the sources cited in the current manuscript. We are using them to explain design requirements, not claiming that these studies measured Kodigo or prove that our prototype has achieved a particular improvement.</a:t>
            </a:r>
            <a:endParaRP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Evidence (not spoken):</a:t>
            </a:r>
            <a:endParaRPr/>
          </a:p>
          <a:p xmlns:a="http://schemas.openxmlformats.org/drawingml/2006/main">
            <a:pPr marL="457200" lvl="0" indent="-228600" algn="just">
              <a:lnSpc>
                <a:spcPct val="100000"/>
              </a:lnSpc>
              <a:spcBef>
                <a:spcPts val="0"/>
              </a:spcBef>
              <a:spcAft>
                <a:spcPts val="0"/>
              </a:spcAft>
              <a:buSzPts val="1100"/>
              <a:buNone/>
            </a:pPr>
            <a:r>
              <a:t>- docs/Chapter 1-4 Manuscript v3.docx, Chapter 2: Shabani et al. (2021), Kosadi et al. (2021), Luo (2024), Mohammad (2022), Nagahawatta et al. (2024), Rashid et al. (2024)</a:t>
            </a:r>
            <a:endParaRP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0:55.</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current manuscript uses an exploratory sequential mixed-method approach. For RQ1, interviews explain operational problems and the baseline questionnaire describes their frequency. RQ2 uses structured quantitative technical validation. RQ3 uses a quantitative acceptability survey after prototype interaction. The sampling approach is criterion-based purposive sampling with maximum variation. The development methodology is Agile Scrum. Research method and software development method serve different purposes, so we show both explicitly. Chapter 4 reports eighteen baseline respondents and five interview transcripts. The manuscript’s participant plan also includes three technical validators, but a planned validator count is not proof that validation ratings have already been completed.</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endParaRPr/>
          </a:p>
          <a:p xmlns:a="http://schemas.openxmlformats.org/drawingml/2006/main">
            <a:pPr marL="457200" lvl="0" indent="-228600" algn="l">
              <a:lnSpc>
                <a:spcPct val="100000"/>
              </a:lnSpc>
              <a:spcBef>
                <a:spcPts val="0"/>
              </a:spcBef>
              <a:spcAft>
                <a:spcPts val="0"/>
              </a:spcAft>
              <a:buSzPts val="1100"/>
              <a:buNone/>
            </a:pPr>
            <a:r>
              <a:t>- docs/Chapter 1-4 Manuscript v3.docx, Chapter 3: Research Framework and Design; Sampling; Data Gathering; Software Development Methodology; Chapter 4: Response Rate</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spcBef>
                <a:spcPts val="0"/>
              </a:spcBef>
              <a:spcAft>
                <a:spcPts val="0"/>
              </a:spcAft>
              <a:buClr>
                <a:schemeClr val="dk1"/>
              </a:buClr>
              <a:buSzPts val="1100"/>
              <a:buFont typeface="Arial"/>
              <a:buNone/>
            </a:pPr>
            <a:r>
              <a:t>Presenter 1. Target 1:05.</a:t>
            </a:r>
            <a:endParaRPr>
              <a:solidFill>
                <a:schemeClr val="dk1"/>
              </a:solidFill>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These are the baseline findings reported in Chapter 4, based on eighteen pre-survey respondents. Thirteen reported that inventory updates take at least sixteen minutes after a sale or issuance. Twelve reported at least three inventory discrepancies over the preceding thirty days. Sixteen said uncertain information delayed decisions at least sometimes. All eighteen reported that records from different sources fail to match at least sometimes. The interviews explain the pattern through fragmented records, delayed visibility, and repeated correction work. These figures describe the existing workflow in this study’s sample. They are not post-implementation results, national SME estimates, or measured improvement rates for Kodigo. I will now hand over to Presenter 2 to show how the developed system responds to those requirements.</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endParaRPr/>
          </a:p>
          <a:p xmlns:a="http://schemas.openxmlformats.org/drawingml/2006/main">
            <a:pPr marL="457200" lvl="0" indent="-228600" algn="l">
              <a:lnSpc>
                <a:spcPct val="100000"/>
              </a:lnSpc>
              <a:spcBef>
                <a:spcPts val="0"/>
              </a:spcBef>
              <a:spcAft>
                <a:spcPts val="0"/>
              </a:spcAft>
              <a:buSzPts val="1100"/>
              <a:buNone/>
            </a:pPr>
            <a:r>
              <a:t>- docs/Chapter 1-4 Manuscript v3.docx, Chapter 4: Table 4.1 and qualitative themes from five interview transcripts</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2. Target 0:45.</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Kodigo now implements the operational modules shown here: POS and receipts, product and base-stock control, replenishment and suppliers, reporting, and user administration. Consignment support records received goods and supplier balances, including payments or credits entered by an Admin. The roles do not receive the same access. Admin operates within assigned stores, Cashier uses POS functions, Inventory performs permitted stock work, and Super Admin uses a separate invite portal. The next diagrams show the framework and the boundaries between those roles and the data operations.</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endParaRPr/>
          </a:p>
          <a:p xmlns:a="http://schemas.openxmlformats.org/drawingml/2006/main">
            <a:pPr marL="457200" lvl="0" indent="-228600" algn="l">
              <a:lnSpc>
                <a:spcPct val="100000"/>
              </a:lnSpc>
              <a:spcBef>
                <a:spcPts val="0"/>
              </a:spcBef>
              <a:spcAft>
                <a:spcPts val="0"/>
              </a:spcAft>
              <a:buSzPts val="1100"/>
              <a:buNone/>
            </a:pPr>
            <a:r>
              <a:t>- README.md, intended users and capabilities</a:t>
            </a:r>
            <a:endParaRPr/>
          </a:p>
          <a:p xmlns:a="http://schemas.openxmlformats.org/drawingml/2006/main">
            <a:pPr marL="457200" lvl="0" indent="-228600" algn="l">
              <a:lnSpc>
                <a:spcPct val="100000"/>
              </a:lnSpc>
              <a:spcBef>
                <a:spcPts val="0"/>
              </a:spcBef>
              <a:spcAft>
                <a:spcPts val="0"/>
              </a:spcAft>
              <a:buSzPts val="1100"/>
              <a:buNone/>
            </a:pPr>
            <a:r>
              <a:t>- kodigo-ui/src/App.tsx</a:t>
            </a:r>
            <a:endParaRPr/>
          </a:p>
          <a:p xmlns:a="http://schemas.openxmlformats.org/drawingml/2006/main">
            <a:pPr marL="457200" lvl="0" indent="-228600" algn="l">
              <a:lnSpc>
                <a:spcPct val="100000"/>
              </a:lnSpc>
              <a:spcBef>
                <a:spcPts val="0"/>
              </a:spcBef>
              <a:spcAft>
                <a:spcPts val="0"/>
              </a:spcAft>
              <a:buSzPts val="1100"/>
              <a:buNone/>
            </a:pPr>
            <a:r>
              <a:t>- kodigo-ui/src/components/pos/TransactionLifecyclePanel.tsx</a:t>
            </a:r>
            <a:endParaRPr/>
          </a:p>
          <a:p xmlns:a="http://schemas.openxmlformats.org/drawingml/2006/main">
            <a:pPr marL="457200" lvl="0" indent="-228600" algn="l">
              <a:lnSpc>
                <a:spcPct val="100000"/>
              </a:lnSpc>
              <a:spcBef>
                <a:spcPts val="0"/>
              </a:spcBef>
              <a:spcAft>
                <a:spcPts val="0"/>
              </a:spcAft>
              <a:buSzPts val="1100"/>
              <a:buNone/>
            </a:pPr>
            <a:r>
              <a:t>- kodigo-ui/src/components/inventory/ConsignmentPanel.tsx</a:t>
            </a:r>
            <a:endParaRPr/>
          </a:p>
          <a:p xmlns:a="http://schemas.openxmlformats.org/drawingml/2006/main">
            <a:pPr marL="457200" lvl="0" indent="-228600" algn="l">
              <a:lnSpc>
                <a:spcPct val="100000"/>
              </a:lnSpc>
              <a:spcBef>
                <a:spcPts val="0"/>
              </a:spcBef>
              <a:spcAft>
                <a:spcPts val="0"/>
              </a:spcAft>
              <a:buSzPts val="1100"/>
              <a:buNone/>
            </a:pPr>
            <a:r>
              <a:t>- kodigo-ui/src/pages/ReportsPage.tsx</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framework begins with authorized users and configured retail information. Kodigo processes sales, inventory changes, and purchasing information, then produces recorded transactions, stock history, and operational reports. Admin, Cashier, and Inventory participate in store operations according to their permissions. Super Admin handles invite-code governance separately. Supplier records are entered internally by authorized staff; there is no supplier-facing portal. Better visibility is a design purpose to evaluate, while the verifiable output of the implementation is the linked set of stored records.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docs/Chapter 1-4 Manuscript v3.docx, Chapter 3: Conceptual Framework</a:t>
            </a:r>
            <a:endParaRPr/>
          </a:p>
          <a:p xmlns:a="http://schemas.openxmlformats.org/drawingml/2006/main">
            <a:pPr marL="0" lvl="0" indent="0" algn="l">
              <a:lnSpc>
                <a:spcPct val="100000"/>
              </a:lnSpc>
              <a:spcBef>
                <a:spcPts val="0"/>
              </a:spcBef>
              <a:spcAft>
                <a:spcPts val="0"/>
              </a:spcAft>
              <a:buSzPts val="1100"/>
              <a:buNone/>
            </a:pPr>
            <a:r>
              <a:t>- kodigo-ui/src/App.tsx</a:t>
            </a:r>
            <a:endParaRPr/>
          </a:p>
          <a:p xmlns:a="http://schemas.openxmlformats.org/drawingml/2006/main">
            <a:pPr marL="0" lvl="0" indent="0" algn="l">
              <a:lnSpc>
                <a:spcPct val="100000"/>
              </a:lnSpc>
              <a:spcBef>
                <a:spcPts val="0"/>
              </a:spcBef>
              <a:spcAft>
                <a:spcPts val="0"/>
              </a:spcAft>
              <a:buSzPts val="1100"/>
              <a:buNone/>
            </a:pPr>
            <a:r>
              <a:t>- kodigo-ui/src/stores/productStore.ts</a:t>
            </a:r>
            <a:endParaRPr/>
          </a:p>
          <a:p xmlns:a="http://schemas.openxmlformats.org/drawingml/2006/main">
            <a:pPr marL="0" lvl="0" indent="0" algn="l">
              <a:lnSpc>
                <a:spcPct val="100000"/>
              </a:lnSpc>
              <a:spcBef>
                <a:spcPts val="0"/>
              </a:spcBef>
              <a:spcAft>
                <a:spcPts val="0"/>
              </a:spcAft>
              <a:buSzPts val="1100"/>
              <a:buNone/>
            </a:pPr>
            <a:r>
              <a:t>- kodigo-ui/src/lib/reporting.ts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This use-case view replaces the old two-role diagram with the current four-role structure. Admin manages assigned-store operations and users. Cashier processes sales and uses permitted transaction tools. Inventory maintains product and stock information and uses inventory-oriented reports. Super Admin generates owner invite codes through its own portal. The interface redirects unavailable routes, while database policies and protected functions also check role and store membership. TOTP enrollment is supported, and verified-factor accounts require appropriate AAL2 assurance for protected operations. These controls are implemented in source; live authorization still requires negative tests.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kodigo-ui/src/App.tsx, RequireAdmin/RequireBackOffice/RequirePOSAccess</a:t>
            </a:r>
            <a:endParaRPr/>
          </a:p>
          <a:p xmlns:a="http://schemas.openxmlformats.org/drawingml/2006/main">
            <a:pPr marL="0" lvl="0" indent="0" algn="l">
              <a:lnSpc>
                <a:spcPct val="100000"/>
              </a:lnSpc>
              <a:spcBef>
                <a:spcPts val="0"/>
              </a:spcBef>
              <a:spcAft>
                <a:spcPts val="0"/>
              </a:spcAft>
              <a:buSzPts val="1100"/>
              <a:buNone/>
            </a:pPr>
            <a:r>
              <a:t>- kodigo-ui/src/pages/ReportsPage.tsx</a:t>
            </a:r>
            <a:endParaRPr/>
          </a:p>
          <a:p xmlns:a="http://schemas.openxmlformats.org/drawingml/2006/main">
            <a:pPr marL="0" lvl="0" indent="0" algn="l">
              <a:lnSpc>
                <a:spcPct val="100000"/>
              </a:lnSpc>
              <a:spcBef>
                <a:spcPts val="0"/>
              </a:spcBef>
              <a:spcAft>
                <a:spcPts val="0"/>
              </a:spcAft>
              <a:buSzPts val="1100"/>
              <a:buNone/>
            </a:pPr>
            <a:r>
              <a:t>- migration_28_member_account_rbac_hardening.sql</a:t>
            </a:r>
            <a:endParaRPr/>
          </a:p>
          <a:p xmlns:a="http://schemas.openxmlformats.org/drawingml/2006/main">
            <a:pPr marL="0" lvl="0" indent="0" algn="l">
              <a:lnSpc>
                <a:spcPct val="100000"/>
              </a:lnSpc>
              <a:spcBef>
                <a:spcPts val="0"/>
              </a:spcBef>
              <a:spcAft>
                <a:spcPts val="0"/>
              </a:spcAft>
              <a:buSzPts val="1100"/>
              <a:buNone/>
            </a:pPr>
            <a:r>
              <a:t>- supabase/migrations/20260803023252_enforce_mfa_assurance.sql</a:t>
            </a:r>
            <a:endParaRPr/>
          </a:p>
          <a:p xmlns:a="http://schemas.openxmlformats.org/drawingml/2006/main">
            <a:pPr marL="0" lvl="0" indent="0" algn="l">
              <a:lnSpc>
                <a:spcPct val="100000"/>
              </a:lnSpc>
              <a:spcBef>
                <a:spcPts val="0"/>
              </a:spcBef>
              <a:spcAft>
                <a:spcPts val="0"/>
              </a:spcAft>
              <a:buSzPts val="1100"/>
              <a:buNone/>
            </a:pPr>
            <a:r>
              <a:t>- supabase/functions/admin-users/index.ts</a:t>
            </a:r>
            <a:endParaRPr/>
          </a:p>
          <a:p xmlns:a="http://schemas.openxmlformats.org/drawingml/2006/main">
            <a:pPr marL="0" lvl="0" indent="0" algn="l">
              <a:lnSpc>
                <a:spcPct val="100000"/>
              </a:lnSpc>
              <a:spcBef>
                <a:spcPts val="0"/>
              </a:spcBef>
              <a:spcAft>
                <a:spcPts val="0"/>
              </a:spcAft>
              <a:buSzPts val="1100"/>
              <a:buNone/>
            </a:pPr>
            <a:r>
              <a:t>- supabase/functions/generate-invite/index.ts</a:t>
            </a:r>
            <a:endParaRPr/>
          </a:p>
          <a:p xmlns:a="http://schemas.openxmlformats.org/drawingml/2006/main">
            <a:pPr marL="0" lvl="0" indent="0" algn="l">
              <a:lnSpc>
                <a:spcPct val="100000"/>
              </a:lnSpc>
              <a:spcBef>
                <a:spcPts val="0"/>
              </a:spcBef>
              <a:spcAft>
                <a:spcPts val="0"/>
              </a:spcAft>
              <a:buSzPts val="1100"/>
              <a:buNone/>
            </a:pPr>
            <a:r>
              <a:t>- supabase/drafts/super_admin_access_fix_review.md</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1:05.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browser runs React and TypeScript, built with Vite. Zustand holds application state, and TanStack Query actively manages query data. Through Supabase JS, the browser authenticates with Auth, reads permitted tables through the Data API, and calls PostgreSQL RPCs for important operations. Edge Functions handle privileged account and invite tasks. Storage holds uploaded assets. PostgreSQL is the authoritative business store and runs validation, row policies, and stock triggers. IndexedDB provides a local product cache and selected queues. Reconnection attempts replay, but a queued sale does not establish a database commit. Vercel routing configuration exists, while the deployed hosting state and migration chain remain to be checked.</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kodigo-ui/src/App.tsx</a:t>
            </a:r>
            <a:endParaRPr/>
          </a:p>
          <a:p xmlns:a="http://schemas.openxmlformats.org/drawingml/2006/main">
            <a:pPr marL="0" lvl="0" indent="0" algn="l">
              <a:lnSpc>
                <a:spcPct val="100000"/>
              </a:lnSpc>
              <a:spcBef>
                <a:spcPts val="0"/>
              </a:spcBef>
              <a:spcAft>
                <a:spcPts val="0"/>
              </a:spcAft>
              <a:buSzPts val="1100"/>
              <a:buNone/>
            </a:pPr>
            <a:r>
              <a:t>- kodigo-ui/src/lib/supabase.ts</a:t>
            </a:r>
            <a:endParaRPr/>
          </a:p>
          <a:p xmlns:a="http://schemas.openxmlformats.org/drawingml/2006/main">
            <a:pPr marL="0" lvl="0" indent="0" algn="l">
              <a:lnSpc>
                <a:spcPct val="100000"/>
              </a:lnSpc>
              <a:spcBef>
                <a:spcPts val="0"/>
              </a:spcBef>
              <a:spcAft>
                <a:spcPts val="0"/>
              </a:spcAft>
              <a:buSzPts val="1100"/>
              <a:buNone/>
            </a:pPr>
            <a:r>
              <a:t>- kodigo-ui/src/stores/authStore.ts</a:t>
            </a:r>
            <a:endParaRPr/>
          </a:p>
          <a:p xmlns:a="http://schemas.openxmlformats.org/drawingml/2006/main">
            <a:pPr marL="0" lvl="0" indent="0" algn="l">
              <a:lnSpc>
                <a:spcPct val="100000"/>
              </a:lnSpc>
              <a:spcBef>
                <a:spcPts val="0"/>
              </a:spcBef>
              <a:spcAft>
                <a:spcPts val="0"/>
              </a:spcAft>
              <a:buSzPts val="1100"/>
              <a:buNone/>
            </a:pPr>
            <a:r>
              <a:t>- kodigo-ui/src/lib/offline-sync.ts</a:t>
            </a:r>
            <a:endParaRPr/>
          </a:p>
          <a:p xmlns:a="http://schemas.openxmlformats.org/drawingml/2006/main">
            <a:pPr marL="0" lvl="0" indent="0" algn="l">
              <a:lnSpc>
                <a:spcPct val="100000"/>
              </a:lnSpc>
              <a:spcBef>
                <a:spcPts val="0"/>
              </a:spcBef>
              <a:spcAft>
                <a:spcPts val="0"/>
              </a:spcAft>
              <a:buSzPts val="1100"/>
              <a:buNone/>
            </a:pPr>
            <a:r>
              <a:t>- supabase/functions/admin-users/index.ts</a:t>
            </a:r>
            <a:endParaRPr/>
          </a:p>
          <a:p xmlns:a="http://schemas.openxmlformats.org/drawingml/2006/main">
            <a:pPr marL="0" lvl="0" indent="0" algn="l">
              <a:lnSpc>
                <a:spcPct val="100000"/>
              </a:lnSpc>
              <a:spcBef>
                <a:spcPts val="0"/>
              </a:spcBef>
              <a:spcAft>
                <a:spcPts val="0"/>
              </a:spcAft>
              <a:buSzPts val="1100"/>
              <a:buNone/>
            </a:pPr>
            <a:r>
              <a:t>- supabase/functions/generate-invite/index.ts</a:t>
            </a:r>
            <a:endParaRPr/>
          </a:p>
          <a:p xmlns:a="http://schemas.openxmlformats.org/drawingml/2006/main">
            <a:pPr marL="0" lvl="0" indent="0" algn="l">
              <a:lnSpc>
                <a:spcPct val="100000"/>
              </a:lnSpc>
              <a:spcBef>
                <a:spcPts val="0"/>
              </a:spcBef>
              <a:spcAft>
                <a:spcPts val="0"/>
              </a:spcAft>
              <a:buSzPts val="1100"/>
              <a:buNone/>
            </a:pPr>
            <a:r>
              <a:t>- kodigo-ui/src/lib/branding.ts</a:t>
            </a:r>
            <a:endParaRPr/>
          </a:p>
          <a:p xmlns:a="http://schemas.openxmlformats.org/drawingml/2006/main">
            <a:pPr marL="0" lvl="0" indent="0" algn="l">
              <a:lnSpc>
                <a:spcPct val="100000"/>
              </a:lnSpc>
              <a:spcBef>
                <a:spcPts val="0"/>
              </a:spcBef>
              <a:spcAft>
                <a:spcPts val="0"/>
              </a:spcAft>
              <a:buSzPts val="1100"/>
              <a:buNone/>
            </a:pPr>
            <a:r>
              <a:t>- kodigo-ui/vercel.json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0:50.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A product has configured selling options, stock history, and receiving history. Sales contain sale_items that refer to the product and an optional selling option. The current sale path deducts the required quantity from the product’s base stock. Stock changes write inventory_movements, and receiving writes restock_history. Historical sale and receipt snapshots preserve the values recorded at the time of a transaction. Store membership uses stores, profiles, and store_users. This diagram omits payment, supplier, lot, and return entities for readability, but those remain part of the implementation.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supabase_schema.sql, products/sales/sale_items</a:t>
            </a:r>
            <a:endParaRPr/>
          </a:p>
          <a:p xmlns:a="http://schemas.openxmlformats.org/drawingml/2006/main">
            <a:pPr marL="0" lvl="0" indent="0" algn="l">
              <a:lnSpc>
                <a:spcPct val="100000"/>
              </a:lnSpc>
              <a:spcBef>
                <a:spcPts val="0"/>
              </a:spcBef>
              <a:spcAft>
                <a:spcPts val="0"/>
              </a:spcAft>
              <a:buSzPts val="1100"/>
              <a:buNone/>
            </a:pPr>
            <a:r>
              <a:t>- migration_20_product_selling_options.sql</a:t>
            </a:r>
            <a:endParaRPr/>
          </a:p>
          <a:p xmlns:a="http://schemas.openxmlformats.org/drawingml/2006/main">
            <a:pPr marL="0" lvl="0" indent="0" algn="l">
              <a:lnSpc>
                <a:spcPct val="100000"/>
              </a:lnSpc>
              <a:spcBef>
                <a:spcPts val="0"/>
              </a:spcBef>
              <a:spcAft>
                <a:spcPts val="0"/>
              </a:spcAft>
              <a:buSzPts val="1100"/>
              <a:buNone/>
            </a:pPr>
            <a:r>
              <a:t>- migration_27_inventory_branding_receipts.sql, inventory_movements</a:t>
            </a:r>
            <a:endParaRPr/>
          </a:p>
          <a:p xmlns:a="http://schemas.openxmlformats.org/drawingml/2006/main">
            <a:pPr marL="0" lvl="0" indent="0" algn="l">
              <a:lnSpc>
                <a:spcPct val="100000"/>
              </a:lnSpc>
              <a:spcBef>
                <a:spcPts val="0"/>
              </a:spcBef>
              <a:spcAft>
                <a:spcPts val="0"/>
              </a:spcAft>
              <a:buSzPts val="1100"/>
              <a:buNone/>
            </a:pPr>
            <a:r>
              <a:t>- migration_29_base_unit_inventory_margin_velocity.sql, restock_history</a:t>
            </a:r>
            <a:endParaRPr/>
          </a:p>
          <a:p xmlns:a="http://schemas.openxmlformats.org/drawingml/2006/main">
            <a:pPr marL="0" lvl="0" indent="0" algn="l">
              <a:lnSpc>
                <a:spcPct val="100000"/>
              </a:lnSpc>
              <a:spcBef>
                <a:spcPts val="0"/>
              </a:spcBef>
              <a:spcAft>
                <a:spcPts val="0"/>
              </a:spcAft>
              <a:buSzPts val="1100"/>
              <a:buNone/>
            </a:pPr>
            <a:r>
              <a:t>- migration_34_bulk_purchase_base_units.sql</a:t>
            </a:r>
            <a:endParaRPr/>
          </a:p>
          <a:p xmlns:a="http://schemas.openxmlformats.org/drawingml/2006/main">
            <a:pPr marL="0" lvl="0" indent="0" algn="l">
              <a:lnSpc>
                <a:spcPct val="100000"/>
              </a:lnSpc>
              <a:spcBef>
                <a:spcPts val="0"/>
              </a:spcBef>
              <a:spcAft>
                <a:spcPts val="0"/>
              </a:spcAft>
              <a:buSzPts val="1100"/>
              <a:buNone/>
            </a:pPr>
            <a:r>
              <a:t>- migration_37_unit_aware_inventory_workflow.sql</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1:00.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Online checkout calls process_pos_sale_v4. It delegates sale processing to version three and checks line discounts. The database validates the caller and assigned store, checks combined stock requirements, and recalculates prices and totals. Product locks protect concurrent stock consumption, while exceptions roll back the transaction. The stock trigger converts a bulk quantity into base units. For example, two packs of six consume twelve pieces from a stock of twenty-four, leaving twelve. That is illustrative arithmetic, not a recorded test outcome. Receiving also converts configured packages into base units and records cost and stock history. A separate authorized action applies a reviewed selling-price change. I will now hand over to Presenter 3 for the development platform, testing evidence, and demonstration plan.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kodigo-ui/src/lib/offline-sync.ts, pushSaleToSupabase</a:t>
            </a:r>
            <a:endParaRPr/>
          </a:p>
          <a:p xmlns:a="http://schemas.openxmlformats.org/drawingml/2006/main">
            <a:pPr marL="0" lvl="0" indent="0" algn="l">
              <a:lnSpc>
                <a:spcPct val="100000"/>
              </a:lnSpc>
              <a:spcBef>
                <a:spcPts val="0"/>
              </a:spcBef>
              <a:spcAft>
                <a:spcPts val="0"/>
              </a:spcAft>
              <a:buSzPts val="1100"/>
              <a:buNone/>
            </a:pPr>
            <a:r>
              <a:t>- supabase/migrations/20261019130000_client_revision_fixes.sql, process_pos_sale_v4/receive_product_stock</a:t>
            </a:r>
            <a:endParaRPr/>
          </a:p>
          <a:p xmlns:a="http://schemas.openxmlformats.org/drawingml/2006/main">
            <a:pPr marL="0" lvl="0" indent="0" algn="l">
              <a:lnSpc>
                <a:spcPct val="100000"/>
              </a:lnSpc>
              <a:spcBef>
                <a:spcPts val="0"/>
              </a:spcBef>
              <a:spcAft>
                <a:spcPts val="0"/>
              </a:spcAft>
              <a:buSzPts val="1100"/>
              <a:buNone/>
            </a:pPr>
            <a:r>
              <a:t>- supabase/migrations/20260930090000_vat_inclusive_pos_totals.sql, process_pos_sale_v3</a:t>
            </a:r>
            <a:endParaRPr/>
          </a:p>
          <a:p xmlns:a="http://schemas.openxmlformats.org/drawingml/2006/main">
            <a:pPr marL="0" lvl="0" indent="0" algn="l">
              <a:lnSpc>
                <a:spcPct val="100000"/>
              </a:lnSpc>
              <a:spcBef>
                <a:spcPts val="0"/>
              </a:spcBef>
              <a:spcAft>
                <a:spcPts val="0"/>
              </a:spcAft>
              <a:buSzPts val="1100"/>
              <a:buNone/>
            </a:pPr>
            <a:r>
              <a:t>- migration_34_bulk_purchase_base_units.sql, trg_deduct_stock_on_sale</a:t>
            </a:r>
            <a:endParaRPr/>
          </a:p>
          <a:p xmlns:a="http://schemas.openxmlformats.org/drawingml/2006/main">
            <a:pPr marL="0" lvl="0" indent="0" algn="l">
              <a:lnSpc>
                <a:spcPct val="100000"/>
              </a:lnSpc>
              <a:spcBef>
                <a:spcPts val="0"/>
              </a:spcBef>
              <a:spcAft>
                <a:spcPts val="0"/>
              </a:spcAft>
              <a:buSzPts val="1100"/>
              <a:buNone/>
            </a:pPr>
            <a:r>
              <a:t>- migration_37_unit_aware_inventory_workflow.sql, restock_product_inventory_v2</a:t>
            </a:r>
            <a:endParaRPr/>
          </a:p>
          <a:p xmlns:a="http://schemas.openxmlformats.org/drawingml/2006/main">
            <a:pPr marL="0" lvl="0" indent="0" algn="l">
              <a:lnSpc>
                <a:spcPct val="100000"/>
              </a:lnSpc>
              <a:spcBef>
                <a:spcPts val="0"/>
              </a:spcBef>
              <a:spcAft>
                <a:spcPts val="0"/>
              </a:spcAft>
              <a:buSzPts val="1100"/>
              <a:buNone/>
            </a:pPr>
            <a:r>
              <a:t>- kodigo-ui/src/stores/productStore.ts, adjustStock/updateSellingPrice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3. Target 0:55.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platform overview follows the same progression as our earlier deck. A desktop browser is used for the main POS flow. Barcode input is implemented, while receipt and drawer hardware are optional and depend on actual device availability. Git and the CI workflow support the development process. The frontend uses React, TypeScript, Vite, Tailwind, Zustand, and TanStack Query. Backend responsibilities use Supabase Auth, PostgreSQL, RLS, Storage, and Edge Functions. The repository contains Vercel SPA routing configuration. The current hardware module uses a QZ Tray bridge for supported printer and drawer operations. We should verify that connection separately before a live hardware demonstration.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kodigo-ui/package.json</a:t>
            </a:r>
            <a:endParaRPr/>
          </a:p>
          <a:p xmlns:a="http://schemas.openxmlformats.org/drawingml/2006/main">
            <a:pPr marL="0" lvl="0" indent="0" algn="l">
              <a:lnSpc>
                <a:spcPct val="100000"/>
              </a:lnSpc>
              <a:spcBef>
                <a:spcPts val="0"/>
              </a:spcBef>
              <a:spcAft>
                <a:spcPts val="0"/>
              </a:spcAft>
              <a:buSzPts val="1100"/>
              <a:buNone/>
            </a:pPr>
            <a:r>
              <a:t>- kodigo-ui/src/lib/hardware.ts</a:t>
            </a:r>
            <a:endParaRPr/>
          </a:p>
          <a:p xmlns:a="http://schemas.openxmlformats.org/drawingml/2006/main">
            <a:pPr marL="0" lvl="0" indent="0" algn="l">
              <a:lnSpc>
                <a:spcPct val="100000"/>
              </a:lnSpc>
              <a:spcBef>
                <a:spcPts val="0"/>
              </a:spcBef>
              <a:spcAft>
                <a:spcPts val="0"/>
              </a:spcAft>
              <a:buSzPts val="1100"/>
              <a:buNone/>
            </a:pPr>
            <a:r>
              <a:t>- kodigo-ui/src/App.tsx</a:t>
            </a:r>
            <a:endParaRPr/>
          </a:p>
          <a:p xmlns:a="http://schemas.openxmlformats.org/drawingml/2006/main">
            <a:pPr marL="0" lvl="0" indent="0" algn="l">
              <a:lnSpc>
                <a:spcPct val="100000"/>
              </a:lnSpc>
              <a:spcBef>
                <a:spcPts val="0"/>
              </a:spcBef>
              <a:spcAft>
                <a:spcPts val="0"/>
              </a:spcAft>
              <a:buSzPts val="1100"/>
              <a:buNone/>
            </a:pPr>
            <a:r>
              <a:t>- kodigo-ui/vercel.json</a:t>
            </a:r>
            <a:endParaRPr/>
          </a:p>
          <a:p xmlns:a="http://schemas.openxmlformats.org/drawingml/2006/main">
            <a:pPr marL="0" lvl="0" indent="0" algn="l">
              <a:lnSpc>
                <a:spcPct val="100000"/>
              </a:lnSpc>
              <a:spcBef>
                <a:spcPts val="0"/>
              </a:spcBef>
              <a:spcAft>
                <a:spcPts val="0"/>
              </a:spcAft>
              <a:buSzPts val="1100"/>
              <a:buNone/>
            </a:pPr>
            <a:r>
              <a:t>- .github/workflows/ci.yml</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3. Target 1:05.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seven existing reporting unit tests passed during the repository checks for this package. They cover allocations, refunds, calendar ranges, rankings, hardware-action separation, and historical unit-price calculations. TypeScript and ESLint also passed. Those results establish narrow local checks, not whole-system acceptance. The checkout, stock, and RLS integration harness was inspected but not run because it provisions and removes records. Live migration, MFA, role-isolation, concurrency, and transaction checks remain pending. Kodigo is online-first with bounded queues rather than complete offline operation. Error entries require reconciliation. Its descriptive calculations are deterministic, and neither receipt OCR nor predictive machine learning is implemented. It also does not replace a full accounting or tax-filing system.</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docs/Chapter 1-4 Manuscript v3.docx, Software Development Methodology</a:t>
            </a:r>
            <a:endParaRPr/>
          </a:p>
          <a:p xmlns:a="http://schemas.openxmlformats.org/drawingml/2006/main">
            <a:pPr marL="0" lvl="0" indent="0" algn="l">
              <a:lnSpc>
                <a:spcPct val="100000"/>
              </a:lnSpc>
              <a:spcBef>
                <a:spcPts val="0"/>
              </a:spcBef>
              <a:spcAft>
                <a:spcPts val="0"/>
              </a:spcAft>
              <a:buSzPts val="1100"/>
              <a:buNone/>
            </a:pPr>
            <a:r>
              <a:t>- kodigo-ui/package.json</a:t>
            </a:r>
            <a:endParaRPr/>
          </a:p>
          <a:p xmlns:a="http://schemas.openxmlformats.org/drawingml/2006/main">
            <a:pPr marL="0" lvl="0" indent="0" algn="l">
              <a:lnSpc>
                <a:spcPct val="100000"/>
              </a:lnSpc>
              <a:spcBef>
                <a:spcPts val="0"/>
              </a:spcBef>
              <a:spcAft>
                <a:spcPts val="0"/>
              </a:spcAft>
              <a:buSzPts val="1100"/>
              <a:buNone/>
            </a:pPr>
            <a:r>
              <a:t>- kodigo-ui/scripts/unit/reporting-calculations.test.mjs</a:t>
            </a:r>
            <a:endParaRPr/>
          </a:p>
          <a:p xmlns:a="http://schemas.openxmlformats.org/drawingml/2006/main">
            <a:pPr marL="0" lvl="0" indent="0" algn="l">
              <a:lnSpc>
                <a:spcPct val="100000"/>
              </a:lnSpc>
              <a:spcBef>
                <a:spcPts val="0"/>
              </a:spcBef>
              <a:spcAft>
                <a:spcPts val="0"/>
              </a:spcAft>
              <a:buSzPts val="1100"/>
              <a:buNone/>
            </a:pPr>
            <a:r>
              <a:t>- kodigo-ui/scripts/integration-checkout-stock-rls.mjs</a:t>
            </a:r>
            <a:endParaRPr/>
          </a:p>
          <a:p xmlns:a="http://schemas.openxmlformats.org/drawingml/2006/main">
            <a:pPr marL="0" lvl="0" indent="0" algn="l">
              <a:lnSpc>
                <a:spcPct val="100000"/>
              </a:lnSpc>
              <a:spcBef>
                <a:spcPts val="0"/>
              </a:spcBef>
              <a:spcAft>
                <a:spcPts val="0"/>
              </a:spcAft>
              <a:buSzPts val="1100"/>
              <a:buNone/>
            </a:pPr>
            <a:r>
              <a:t>- .github/workflows/ci.yml</a:t>
            </a:r>
            <a:endParaRPr/>
          </a:p>
          <a:p xmlns:a="http://schemas.openxmlformats.org/drawingml/2006/main">
            <a:pPr marL="0" lvl="0" indent="0" algn="l">
              <a:lnSpc>
                <a:spcPct val="100000"/>
              </a:lnSpc>
              <a:spcBef>
                <a:spcPts val="0"/>
              </a:spcBef>
              <a:spcAft>
                <a:spcPts val="0"/>
              </a:spcAft>
              <a:buSzPts val="1100"/>
              <a:buNone/>
            </a:pPr>
            <a:r>
              <a:t>- outputs/pre-defense-build, local check record dated 2026-10-20</a:t>
            </a:r>
            <a:endParaRPr/>
          </a:p>
          <a:p xmlns:a="http://schemas.openxmlformats.org/drawingml/2006/main">
            <a:pPr marL="0" lvl="0" indent="0" algn="l">
              <a:lnSpc>
                <a:spcPct val="100000"/>
              </a:lnSpc>
              <a:spcBef>
                <a:spcPts val="0"/>
              </a:spcBef>
              <a:spcAft>
                <a:spcPts val="0"/>
              </a:spcAft>
              <a:buSzPts val="1100"/>
              <a:buNone/>
            </a:pPr>
            <a:r>
              <a:t>- docs/Chapter 1-4 Manuscript v3.docx, Limitations of the System</a:t>
            </a:r>
            <a:endParaRPr/>
          </a:p>
          <a:p xmlns:a="http://schemas.openxmlformats.org/drawingml/2006/main">
            <a:pPr marL="0" lvl="0" indent="0" algn="l">
              <a:lnSpc>
                <a:spcPct val="100000"/>
              </a:lnSpc>
              <a:spcBef>
                <a:spcPts val="0"/>
              </a:spcBef>
              <a:spcAft>
                <a:spcPts val="0"/>
              </a:spcAft>
              <a:buSzPts val="1100"/>
              <a:buNone/>
            </a:pPr>
            <a:r>
              <a:t>- kodigo-ui/src/lib/offline-sync.ts</a:t>
            </a:r>
            <a:endParaRPr/>
          </a:p>
          <a:p xmlns:a="http://schemas.openxmlformats.org/drawingml/2006/main">
            <a:pPr marL="0" lvl="0" indent="0" algn="l">
              <a:lnSpc>
                <a:spcPct val="100000"/>
              </a:lnSpc>
              <a:spcBef>
                <a:spcPts val="0"/>
              </a:spcBef>
              <a:spcAft>
                <a:spcPts val="0"/>
              </a:spcAft>
              <a:buSzPts val="1100"/>
              <a:buNone/>
            </a:pPr>
            <a:r>
              <a:t>- kodigo-ui/src/lib/sales-velocity.ts</a:t>
            </a:r>
            <a:endParaRPr/>
          </a:p>
          <a:p xmlns:a="http://schemas.openxmlformats.org/drawingml/2006/main">
            <a:pPr marL="0" lvl="0" indent="0" algn="l">
              <a:lnSpc>
                <a:spcPct val="100000"/>
              </a:lnSpc>
              <a:spcBef>
                <a:spcPts val="0"/>
              </a:spcBef>
              <a:spcAft>
                <a:spcPts val="0"/>
              </a:spcAft>
              <a:buSzPts val="1100"/>
              <a:buNone/>
            </a:pPr>
            <a:r>
              <a:t>- kodigo-ui/src/pages/RestockingPage.tsx</a:t>
            </a:r>
            <a:endParaRPr/>
          </a:p>
          <a:p xmlns:a="http://schemas.openxmlformats.org/drawingml/2006/main">
            <a:pPr marL="0" lvl="0" indent="0" algn="l">
              <a:lnSpc>
                <a:spcPct val="100000"/>
              </a:lnSpc>
              <a:spcBef>
                <a:spcPts val="0"/>
              </a:spcBef>
              <a:spcAft>
                <a:spcPts val="0"/>
              </a:spcAft>
              <a:buSzPts val="1100"/>
              <a:buNone/>
            </a:pPr>
            <a:r>
              <a:t>- supabase/drafts/super_admin_access_fix_review.md</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3. Target 1:05.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We will now move to the application. An authorized operator must prepare and independently verify the cleared demonstration business state while preserving required schema, authentication, store membership, and configuration. No reset was executed for this presentation task. A working store Admin must remain available because the current Super Admin portal cannot perform normal store setup. Browser queues must also be reconciled so old pending writes do not repopulate cleared data. The sequence is login, product setup, receiving, POS checkout, stock verification, and reports. We will compare the stored sale, stock movement, and report values. If connectivity fails, we will identify a queued transaction as pending rather than claim completed persistence. The detailed checklist contains the expected arithmetic and recovery steps.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User task brief, demo requirements and prohibition on reset execution</a:t>
            </a:r>
            <a:endParaRPr/>
          </a:p>
          <a:p xmlns:a="http://schemas.openxmlformats.org/drawingml/2006/main">
            <a:pPr marL="0" lvl="0" indent="0" algn="l">
              <a:lnSpc>
                <a:spcPct val="100000"/>
              </a:lnSpc>
              <a:spcBef>
                <a:spcPts val="0"/>
              </a:spcBef>
              <a:spcAft>
                <a:spcPts val="0"/>
              </a:spcAft>
              <a:buSzPts val="1100"/>
              <a:buNone/>
            </a:pPr>
            <a:r>
              <a:t>- kodigo-ui/src/stores/authStore.ts</a:t>
            </a:r>
            <a:endParaRPr/>
          </a:p>
          <a:p xmlns:a="http://schemas.openxmlformats.org/drawingml/2006/main">
            <a:pPr marL="0" lvl="0" indent="0" algn="l">
              <a:lnSpc>
                <a:spcPct val="100000"/>
              </a:lnSpc>
              <a:spcBef>
                <a:spcPts val="0"/>
              </a:spcBef>
              <a:spcAft>
                <a:spcPts val="0"/>
              </a:spcAft>
              <a:buSzPts val="1100"/>
              <a:buNone/>
            </a:pPr>
            <a:r>
              <a:t>- kodigo-ui/src/stores/productStore.ts</a:t>
            </a:r>
            <a:endParaRPr/>
          </a:p>
          <a:p xmlns:a="http://schemas.openxmlformats.org/drawingml/2006/main">
            <a:pPr marL="0" lvl="0" indent="0" algn="l">
              <a:lnSpc>
                <a:spcPct val="100000"/>
              </a:lnSpc>
              <a:spcBef>
                <a:spcPts val="0"/>
              </a:spcBef>
              <a:spcAft>
                <a:spcPts val="0"/>
              </a:spcAft>
              <a:buSzPts val="1100"/>
              <a:buNone/>
            </a:pPr>
            <a:r>
              <a:t>- kodigo-ui/src/lib/offline-sync.ts</a:t>
            </a:r>
            <a:endParaRPr/>
          </a:p>
          <a:p xmlns:a="http://schemas.openxmlformats.org/drawingml/2006/main">
            <a:pPr marL="0" lvl="0" indent="0" algn="l">
              <a:lnSpc>
                <a:spcPct val="100000"/>
              </a:lnSpc>
              <a:spcBef>
                <a:spcPts val="0"/>
              </a:spcBef>
              <a:spcAft>
                <a:spcPts val="0"/>
              </a:spcAft>
              <a:buSzPts val="1100"/>
              <a:buNone/>
            </a:pPr>
            <a:r>
              <a:t>- kodigo-ui/src/pages/ReportsPage.tsx</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d2443e384234246" /><Relationship Type="http://schemas.openxmlformats.org/officeDocument/2006/relationships/image" Target="/ppt/media/image2.png" Id="Redeae1d3d52c402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21a898bb27643cf" /><Relationship Type="http://schemas.openxmlformats.org/officeDocument/2006/relationships/image" Target="/ppt/media/image3.png" Id="R5932b0fb0550424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fe6cb94fc934bc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e4030d2bfb34f40" /><Relationship Type="http://schemas.openxmlformats.org/officeDocument/2006/relationships/image" Target="/ppt/media/image4.png" Id="R21734f6645444b5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9c193cb9cdb4e15" /><Relationship Type="http://schemas.openxmlformats.org/officeDocument/2006/relationships/image" Target="/ppt/media/image5.png" Id="R47a6496fddf74b9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4e97b792f01430f" /><Relationship Type="http://schemas.openxmlformats.org/officeDocument/2006/relationships/image" Target="/ppt/media/image6.png" Id="Rb1159d2738a547c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0a60e8e6d344441" /><Relationship Type="http://schemas.openxmlformats.org/officeDocument/2006/relationships/image" Target="/ppt/media/image7.png" Id="R3425f3ade7794ed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70e9af99c8a4d69" /><Relationship Type="http://schemas.openxmlformats.org/officeDocument/2006/relationships/image" Target="/ppt/media/image8.png" Id="R4addbfc3f778417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862c72734694c66" /><Relationship Type="http://schemas.openxmlformats.org/officeDocument/2006/relationships/image" Target="/ppt/media/image9.png" Id="R8b281b2391884795"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5842438eb484c32" /><Relationship Type="http://schemas.openxmlformats.org/officeDocument/2006/relationships/image" Target="/ppt/media/image10.png" Id="R2f9918b46f6e4af7"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b18fdfa43e5b468b" /><Relationship Type="http://schemas.openxmlformats.org/officeDocument/2006/relationships/image" Target="/ppt/media/image11.png" Id="Rfe892f822013429f"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d600efc9b95e48e3" /><Relationship Type="http://schemas.openxmlformats.org/officeDocument/2006/relationships/image" Target="/ppt/media/image12.png" Id="Rdd36349a0acc4d55"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dbfb6614e0c14dfa" /><Relationship Type="http://schemas.openxmlformats.org/officeDocument/2006/relationships/image" Target="/ppt/media/image13.png" Id="Rbc2e5f791e6547fc"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9df759f1473a41ac" /></Relationships>
</file>

<file path=ppt/slideLayouts/slideLayout1.xml><?xml version="1.0" encoding="utf-8"?>
<p:sldLayout xmlns:p="http://schemas.openxmlformats.org/presentationml/2006/main" matchingName="Title slide" type="title">
  <p:cSld name="TITLE">
    <p:bg>
      <p:bgPr>
        <a:solidFill xmlns:a="http://schemas.openxmlformats.org/drawingml/2006/main">
          <a:schemeClr val="lt2"/>
        </a:solidFill>
      </p:bgPr>
    </p:bg>
    <p:spTree>
      <p:nvGrpSpPr>
        <p:cNvPr id="1" name=""/>
        <p:cNvGrpSpPr/>
        <p:nvPr/>
      </p:nvGrpSpPr>
      <p:grpSpPr>
        <a:xfrm xmlns:a="http://schemas.openxmlformats.org/drawingml/2006/main"/>
      </p:grpSpPr>
      <p:pic>
        <p:nvPicPr>
          <p:cNvPr id="11" name="Google Shape;11;p34">
            <a:extLst xmlns:a="http://schemas.openxmlformats.org/drawingml/2006/main">
              <a:ext uri="{FF2B5EF4-FFF2-40B4-BE49-F238E27FC236}">
                <a16:creationId xmlns:a16="http://schemas.microsoft.com/office/drawing/2014/main" id="{5E33BE5E-09AE-429B-833E-6BF96463317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deae1d3d52c4026">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2" name="Google Shape;12;p34">
            <a:extLst xmlns:a="http://schemas.openxmlformats.org/drawingml/2006/main">
              <a:ext uri="{FF2B5EF4-FFF2-40B4-BE49-F238E27FC236}">
                <a16:creationId xmlns:a16="http://schemas.microsoft.com/office/drawing/2014/main" id="{103527CA-4542-42AA-A60E-15FCC6D7086D}"/>
              </a:ext>
            </a:extLst>
          </p:cNvPr>
          <p:cNvSpPr>
            <a:spLocks xmlns:a="http://schemas.openxmlformats.org/drawingml/2006/main" noGrp="1"/>
          </p:cNvSpPr>
          <p:nvPr>
            <p:ph type="ctrTitle" idx="0"/>
          </p:nvPr>
        </p:nvSpPr>
        <p:spPr>
          <a:xfrm xmlns:a="http://schemas.openxmlformats.org/drawingml/2006/main">
            <a:off x="727950" y="1739400"/>
            <a:ext cx="4786200" cy="1664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4200"/>
              <a:buFont typeface="Open Sans"/>
              <a:buNone/>
              <a:defRPr sz="4200">
                <a:latin typeface="Open Sans"/>
                <a:ea typeface="Open Sans"/>
                <a:cs typeface="Open Sans"/>
              </a:defRPr>
            </a:lvl1pPr>
            <a:lvl2pPr algn="l">
              <a:lnSpc>
                <a:spcPct val="100000"/>
              </a:lnSpc>
              <a:spcBef>
                <a:spcPts val="0"/>
              </a:spcBef>
              <a:spcAft>
                <a:spcPts val="0"/>
              </a:spcAft>
              <a:buSzPts val="4200"/>
              <a:buNone/>
              <a:defRPr sz="4200"/>
            </a:lvl2pPr>
            <a:lvl3pPr algn="l">
              <a:lnSpc>
                <a:spcPct val="100000"/>
              </a:lnSpc>
              <a:spcBef>
                <a:spcPts val="0"/>
              </a:spcBef>
              <a:spcAft>
                <a:spcPts val="0"/>
              </a:spcAft>
              <a:buSzPts val="4200"/>
              <a:buNone/>
              <a:defRPr sz="4200"/>
            </a:lvl3pPr>
            <a:lvl4pPr algn="l">
              <a:lnSpc>
                <a:spcPct val="100000"/>
              </a:lnSpc>
              <a:spcBef>
                <a:spcPts val="0"/>
              </a:spcBef>
              <a:spcAft>
                <a:spcPts val="0"/>
              </a:spcAft>
              <a:buSzPts val="4200"/>
              <a:buNone/>
              <a:defRPr sz="4200"/>
            </a:lvl4pPr>
            <a:lvl5pPr algn="l">
              <a:lnSpc>
                <a:spcPct val="100000"/>
              </a:lnSpc>
              <a:spcBef>
                <a:spcPts val="0"/>
              </a:spcBef>
              <a:spcAft>
                <a:spcPts val="0"/>
              </a:spcAft>
              <a:buSzPts val="4200"/>
              <a:buNone/>
              <a:defRPr sz="4200"/>
            </a:lvl5pPr>
            <a:lvl6pPr algn="l">
              <a:lnSpc>
                <a:spcPct val="100000"/>
              </a:lnSpc>
              <a:spcBef>
                <a:spcPts val="0"/>
              </a:spcBef>
              <a:spcAft>
                <a:spcPts val="0"/>
              </a:spcAft>
              <a:buSzPts val="4200"/>
              <a:buNone/>
              <a:defRPr sz="4200"/>
            </a:lvl6pPr>
            <a:lvl7pPr algn="l">
              <a:lnSpc>
                <a:spcPct val="100000"/>
              </a:lnSpc>
              <a:spcBef>
                <a:spcPts val="0"/>
              </a:spcBef>
              <a:spcAft>
                <a:spcPts val="0"/>
              </a:spcAft>
              <a:buSzPts val="4200"/>
              <a:buNone/>
              <a:defRPr sz="4200"/>
            </a:lvl7pPr>
            <a:lvl8pPr algn="l">
              <a:lnSpc>
                <a:spcPct val="100000"/>
              </a:lnSpc>
              <a:spcBef>
                <a:spcPts val="0"/>
              </a:spcBef>
              <a:spcAft>
                <a:spcPts val="0"/>
              </a:spcAft>
              <a:buSzPts val="4200"/>
              <a:buNone/>
              <a:defRPr sz="4200"/>
            </a:lvl8pPr>
            <a:lvl9pPr algn="l">
              <a:lnSpc>
                <a:spcPct val="100000"/>
              </a:lnSpc>
              <a:spcBef>
                <a:spcPts val="0"/>
              </a:spcBef>
              <a:spcAft>
                <a:spcPts val="0"/>
              </a:spcAft>
              <a:buSzPts val="4200"/>
              <a:buNone/>
              <a:defRPr sz="4200"/>
            </a:lvl9pPr>
          </a:lstStyle>
          <a:p xmlns:a="http://schemas.openxmlformats.org/drawingml/2006/main"/>
        </p:txBody>
      </p:sp>
      <p:sp>
        <p:nvSpPr>
          <p:cNvPr id="13" name="Google Shape;13;p34">
            <a:extLst xmlns:a="http://schemas.openxmlformats.org/drawingml/2006/main">
              <a:ext uri="{FF2B5EF4-FFF2-40B4-BE49-F238E27FC236}">
                <a16:creationId xmlns:a16="http://schemas.microsoft.com/office/drawing/2014/main" id="{6B9CC8F2-6A95-47C0-A2F9-0D2E938BEA42}"/>
              </a:ext>
            </a:extLst>
          </p:cNvPr>
          <p:cNvSpPr>
            <a:spLocks xmlns:a="http://schemas.openxmlformats.org/drawingml/2006/main" noGrp="1"/>
          </p:cNvSpPr>
          <p:nvPr>
            <p:ph type="subTitle" idx="1"/>
          </p:nvPr>
        </p:nvSpPr>
        <p:spPr>
          <a:xfrm xmlns:a="http://schemas.openxmlformats.org/drawingml/2006/main">
            <a:off x="727951" y="3512900"/>
            <a:ext cx="4786200" cy="54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1600"/>
              <a:buFont typeface="Open Sans"/>
              <a:buNone/>
              <a:defRPr sz="1600">
                <a:latin typeface="Open Sans"/>
                <a:ea typeface="Open Sans"/>
                <a:cs typeface="Open Sans"/>
              </a:defRPr>
            </a:lvl1pPr>
            <a:lvl2pPr algn="l">
              <a:lnSpc>
                <a:spcPct val="100000"/>
              </a:lnSpc>
              <a:spcBef>
                <a:spcPts val="0"/>
              </a:spcBef>
              <a:spcAft>
                <a:spcPts val="0"/>
              </a:spcAft>
              <a:buSzPts val="1600"/>
              <a:buNone/>
              <a:defRPr sz="1600"/>
            </a:lvl2pPr>
            <a:lvl3pPr algn="l">
              <a:lnSpc>
                <a:spcPct val="100000"/>
              </a:lnSpc>
              <a:spcBef>
                <a:spcPts val="0"/>
              </a:spcBef>
              <a:spcAft>
                <a:spcPts val="0"/>
              </a:spcAft>
              <a:buSzPts val="1600"/>
              <a:buNone/>
              <a:defRPr sz="1600"/>
            </a:lvl3pPr>
            <a:lvl4pPr algn="l">
              <a:lnSpc>
                <a:spcPct val="100000"/>
              </a:lnSpc>
              <a:spcBef>
                <a:spcPts val="0"/>
              </a:spcBef>
              <a:spcAft>
                <a:spcPts val="0"/>
              </a:spcAft>
              <a:buSzPts val="1600"/>
              <a:buNone/>
              <a:defRPr sz="1600"/>
            </a:lvl4pPr>
            <a:lvl5pPr algn="l">
              <a:lnSpc>
                <a:spcPct val="100000"/>
              </a:lnSpc>
              <a:spcBef>
                <a:spcPts val="0"/>
              </a:spcBef>
              <a:spcAft>
                <a:spcPts val="0"/>
              </a:spcAft>
              <a:buSzPts val="1600"/>
              <a:buNone/>
              <a:defRPr sz="1600"/>
            </a:lvl5pPr>
            <a:lvl6pPr algn="l">
              <a:lnSpc>
                <a:spcPct val="100000"/>
              </a:lnSpc>
              <a:spcBef>
                <a:spcPts val="0"/>
              </a:spcBef>
              <a:spcAft>
                <a:spcPts val="0"/>
              </a:spcAft>
              <a:buSzPts val="1600"/>
              <a:buNone/>
              <a:defRPr sz="1600"/>
            </a:lvl6pPr>
            <a:lvl7pPr algn="l">
              <a:lnSpc>
                <a:spcPct val="100000"/>
              </a:lnSpc>
              <a:spcBef>
                <a:spcPts val="0"/>
              </a:spcBef>
              <a:spcAft>
                <a:spcPts val="0"/>
              </a:spcAft>
              <a:buSzPts val="1600"/>
              <a:buNone/>
              <a:defRPr sz="1600"/>
            </a:lvl7pPr>
            <a:lvl8pPr algn="l">
              <a:lnSpc>
                <a:spcPct val="100000"/>
              </a:lnSpc>
              <a:spcBef>
                <a:spcPts val="0"/>
              </a:spcBef>
              <a:spcAft>
                <a:spcPts val="0"/>
              </a:spcAft>
              <a:buSzPts val="1600"/>
              <a:buNone/>
              <a:defRPr sz="1600"/>
            </a:lvl8pPr>
            <a:lvl9pPr algn="l">
              <a:lnSpc>
                <a:spcPct val="100000"/>
              </a:lnSpc>
              <a:spcBef>
                <a:spcPts val="0"/>
              </a:spcBef>
              <a:spcAft>
                <a:spcPts val="0"/>
              </a:spcAft>
              <a:buSzPts val="1600"/>
              <a:buNone/>
              <a:defRPr sz="1600"/>
            </a:lvl9pPr>
          </a:lstStyle>
          <a:p xmlns:a="http://schemas.openxmlformats.org/drawingml/2006/main"/>
        </p:txBody>
      </p:sp>
      <p:sp>
        <p:nvSpPr>
          <p:cNvPr id="14" name="Google Shape;14;p34">
            <a:extLst xmlns:a="http://schemas.openxmlformats.org/drawingml/2006/main">
              <a:ext uri="{FF2B5EF4-FFF2-40B4-BE49-F238E27FC236}">
                <a16:creationId xmlns:a16="http://schemas.microsoft.com/office/drawing/2014/main" id="{939CC4ED-7E69-485A-9FBF-CFC255849DF8}"/>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WU - Title and body">
  <p:cSld name="TITLE_AND_BODY_1_1">
    <p:spTree>
      <p:nvGrpSpPr>
        <p:cNvPr id="1" name=""/>
        <p:cNvGrpSpPr/>
        <p:nvPr/>
      </p:nvGrpSpPr>
      <p:grpSpPr>
        <a:xfrm xmlns:a="http://schemas.openxmlformats.org/drawingml/2006/main"/>
      </p:grpSpPr>
      <p:pic>
        <p:nvPicPr>
          <p:cNvPr id="16" name="Google Shape;16;p35">
            <a:extLst xmlns:a="http://schemas.openxmlformats.org/drawingml/2006/main">
              <a:ext uri="{FF2B5EF4-FFF2-40B4-BE49-F238E27FC236}">
                <a16:creationId xmlns:a16="http://schemas.microsoft.com/office/drawing/2014/main" id="{90003463-FBDD-4375-80D6-B3AB1E907AA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932b0fb05504242">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7" name="Google Shape;17;p35">
            <a:extLst xmlns:a="http://schemas.openxmlformats.org/drawingml/2006/main">
              <a:ext uri="{FF2B5EF4-FFF2-40B4-BE49-F238E27FC236}">
                <a16:creationId xmlns:a16="http://schemas.microsoft.com/office/drawing/2014/main" id="{564DF239-76C0-4AB9-8182-6A9BA6AB7CDA}"/>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18" name="Google Shape;18;p35">
            <a:extLst xmlns:a="http://schemas.openxmlformats.org/drawingml/2006/main">
              <a:ext uri="{FF2B5EF4-FFF2-40B4-BE49-F238E27FC236}">
                <a16:creationId xmlns:a16="http://schemas.microsoft.com/office/drawing/2014/main" id="{0C746F1C-569B-415B-8367-43DDC7AA5884}"/>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19" name="Google Shape;19;p35">
            <a:extLst xmlns:a="http://schemas.openxmlformats.org/drawingml/2006/main">
              <a:ext uri="{FF2B5EF4-FFF2-40B4-BE49-F238E27FC236}">
                <a16:creationId xmlns:a16="http://schemas.microsoft.com/office/drawing/2014/main" id="{95443711-4C40-479E-8798-A1CE35543970}"/>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1" name="Google Shape;21;p36">
            <a:extLst xmlns:a="http://schemas.openxmlformats.org/drawingml/2006/main">
              <a:ext uri="{FF2B5EF4-FFF2-40B4-BE49-F238E27FC236}">
                <a16:creationId xmlns:a16="http://schemas.microsoft.com/office/drawing/2014/main" id="{49350BBC-9208-45DF-BBFE-30F404122940}"/>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p:txBody>
      </p:sp>
      <p:sp>
        <p:nvSpPr>
          <p:cNvPr id="22" name="Google Shape;22;p36">
            <a:extLst xmlns:a="http://schemas.openxmlformats.org/drawingml/2006/main">
              <a:ext uri="{FF2B5EF4-FFF2-40B4-BE49-F238E27FC236}">
                <a16:creationId xmlns:a16="http://schemas.microsoft.com/office/drawing/2014/main" id="{D152956D-4465-4087-A5C9-C8BAE686AD6D}"/>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1150" algn="l">
              <a:lnSpc>
                <a:spcPct val="115000"/>
              </a:lnSpc>
              <a:spcBef>
                <a:spcPts val="0"/>
              </a:spcBef>
              <a:spcAft>
                <a:spcPts val="0"/>
              </a:spcAft>
              <a:buSzPts val="1300"/>
              <a:buChar char="●"/>
              <a:defRPr/>
            </a:lvl1pPr>
            <a:lvl2pPr marL="914400" indent="-298450" algn="l">
              <a:lnSpc>
                <a:spcPct val="115000"/>
              </a:lnSpc>
              <a:spcBef>
                <a:spcPts val="0"/>
              </a:spcBef>
              <a:spcAft>
                <a:spcPts val="0"/>
              </a:spcAft>
              <a:buSzPts val="1100"/>
              <a:buChar char="○"/>
              <a:defRPr/>
            </a:lvl2pPr>
            <a:lvl3pPr marL="1371600" indent="-298450" algn="l">
              <a:lnSpc>
                <a:spcPct val="115000"/>
              </a:lnSpc>
              <a:spcBef>
                <a:spcPts val="0"/>
              </a:spcBef>
              <a:spcAft>
                <a:spcPts val="0"/>
              </a:spcAft>
              <a:buSzPts val="1100"/>
              <a:buChar char="■"/>
              <a:defRPr/>
            </a:lvl3pPr>
            <a:lvl4pPr marL="1828800" indent="-298450" algn="l">
              <a:lnSpc>
                <a:spcPct val="115000"/>
              </a:lnSpc>
              <a:spcBef>
                <a:spcPts val="0"/>
              </a:spcBef>
              <a:spcAft>
                <a:spcPts val="0"/>
              </a:spcAft>
              <a:buSzPts val="1100"/>
              <a:buChar char="●"/>
              <a:defRPr/>
            </a:lvl4pPr>
            <a:lvl5pPr marL="2286000" indent="-298450" algn="l">
              <a:lnSpc>
                <a:spcPct val="115000"/>
              </a:lnSpc>
              <a:spcBef>
                <a:spcPts val="0"/>
              </a:spcBef>
              <a:spcAft>
                <a:spcPts val="0"/>
              </a:spcAft>
              <a:buSzPts val="1100"/>
              <a:buChar char="○"/>
              <a:defRPr/>
            </a:lvl5pPr>
            <a:lvl6pPr marL="2743200" indent="-298450" algn="l">
              <a:lnSpc>
                <a:spcPct val="115000"/>
              </a:lnSpc>
              <a:spcBef>
                <a:spcPts val="0"/>
              </a:spcBef>
              <a:spcAft>
                <a:spcPts val="0"/>
              </a:spcAft>
              <a:buSzPts val="1100"/>
              <a:buChar char="■"/>
              <a:defRPr/>
            </a:lvl6pPr>
            <a:lvl7pPr marL="3200400" indent="-298450" algn="l">
              <a:lnSpc>
                <a:spcPct val="115000"/>
              </a:lnSpc>
              <a:spcBef>
                <a:spcPts val="0"/>
              </a:spcBef>
              <a:spcAft>
                <a:spcPts val="0"/>
              </a:spcAft>
              <a:buSzPts val="1100"/>
              <a:buChar char="●"/>
              <a:defRPr/>
            </a:lvl7pPr>
            <a:lvl8pPr marL="3657600" indent="-298450" algn="l">
              <a:lnSpc>
                <a:spcPct val="115000"/>
              </a:lnSpc>
              <a:spcBef>
                <a:spcPts val="0"/>
              </a:spcBef>
              <a:spcAft>
                <a:spcPts val="0"/>
              </a:spcAft>
              <a:buSzPts val="1100"/>
              <a:buChar char="○"/>
              <a:defRPr/>
            </a:lvl8pPr>
            <a:lvl9pPr marL="4114800" indent="-298450" algn="l">
              <a:lnSpc>
                <a:spcPct val="115000"/>
              </a:lnSpc>
              <a:spcBef>
                <a:spcPts val="0"/>
              </a:spcBef>
              <a:spcAft>
                <a:spcPts val="0"/>
              </a:spcAft>
              <a:buSzPts val="1100"/>
              <a:buChar char="■"/>
              <a:defRPr/>
            </a:lvl9pPr>
          </a:lstStyle>
          <a:p xmlns:a="http://schemas.openxmlformats.org/drawingml/2006/main"/>
        </p:txBody>
      </p:sp>
      <p:sp>
        <p:nvSpPr>
          <p:cNvPr id="23" name="Google Shape;23;p36">
            <a:extLst xmlns:a="http://schemas.openxmlformats.org/drawingml/2006/main">
              <a:ext uri="{FF2B5EF4-FFF2-40B4-BE49-F238E27FC236}">
                <a16:creationId xmlns:a16="http://schemas.microsoft.com/office/drawing/2014/main" id="{A54CBFB1-E298-43ED-88FE-FCD6B1BF05A8}"/>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p:txBody>
      </p:sp>
      <p:sp>
        <p:nvSpPr>
          <p:cNvPr id="24" name="Google Shape;24;p36">
            <a:extLst xmlns:a="http://schemas.openxmlformats.org/drawingml/2006/main">
              <a:ext uri="{FF2B5EF4-FFF2-40B4-BE49-F238E27FC236}">
                <a16:creationId xmlns:a16="http://schemas.microsoft.com/office/drawing/2014/main" id="{D3AB101E-13A7-4571-9D45-B6128F2D4773}"/>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p:txBody>
      </p:sp>
      <p:sp>
        <p:nvSpPr>
          <p:cNvPr id="25" name="Google Shape;25;p36">
            <a:extLst xmlns:a="http://schemas.openxmlformats.org/drawingml/2006/main">
              <a:ext uri="{FF2B5EF4-FFF2-40B4-BE49-F238E27FC236}">
                <a16:creationId xmlns:a16="http://schemas.microsoft.com/office/drawing/2014/main" id="{01148C77-42B6-4B47-B053-FD8CC92941A5}"/>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Closing Slide">
  <p:cSld name="Closing Slide">
    <p:spTree>
      <p:nvGrpSpPr>
        <p:cNvPr id="1" name=""/>
        <p:cNvGrpSpPr/>
        <p:nvPr/>
      </p:nvGrpSpPr>
      <p:grpSpPr>
        <a:xfrm xmlns:a="http://schemas.openxmlformats.org/drawingml/2006/main"/>
      </p:grpSpPr>
      <p:pic>
        <p:nvPicPr>
          <p:cNvPr id="27" name="Google Shape;27;p37">
            <a:extLst xmlns:a="http://schemas.openxmlformats.org/drawingml/2006/main">
              <a:ext uri="{FF2B5EF4-FFF2-40B4-BE49-F238E27FC236}">
                <a16:creationId xmlns:a16="http://schemas.microsoft.com/office/drawing/2014/main" id="{31004D1E-36F6-4DE0-991B-65E317DB72B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1734f6645444b58">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Tree>
  </p:cSld>
</p:sldLayout>
</file>

<file path=ppt/slideLayouts/slideLayout5.xml><?xml version="1.0" encoding="utf-8"?>
<p:sldLayout xmlns:p="http://schemas.openxmlformats.org/presentationml/2006/main" matchingName="COC - Title and body">
  <p:cSld name="TITLE_AND_BODY_1_2_2">
    <p:spTree>
      <p:nvGrpSpPr>
        <p:cNvPr id="1" name=""/>
        <p:cNvGrpSpPr/>
        <p:nvPr/>
      </p:nvGrpSpPr>
      <p:grpSpPr>
        <a:xfrm xmlns:a="http://schemas.openxmlformats.org/drawingml/2006/main"/>
      </p:grpSpPr>
      <p:pic>
        <p:nvPicPr>
          <p:cNvPr id="29" name="Google Shape;29;p38">
            <a:extLst xmlns:a="http://schemas.openxmlformats.org/drawingml/2006/main">
              <a:ext uri="{FF2B5EF4-FFF2-40B4-BE49-F238E27FC236}">
                <a16:creationId xmlns:a16="http://schemas.microsoft.com/office/drawing/2014/main" id="{E08D7A7F-59E6-4DE2-861B-041DB814D50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7a6496fddf74b9b">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30" name="Google Shape;30;p38">
            <a:extLst xmlns:a="http://schemas.openxmlformats.org/drawingml/2006/main">
              <a:ext uri="{FF2B5EF4-FFF2-40B4-BE49-F238E27FC236}">
                <a16:creationId xmlns:a16="http://schemas.microsoft.com/office/drawing/2014/main" id="{382425AF-72AE-413A-8B25-243AF38BD31B}"/>
              </a:ext>
            </a:extLst>
          </p:cNvPr>
          <p:cNvSpPr>
            <a:spLocks xmlns:a="http://schemas.openxmlformats.org/drawingml/2006/main" noGrp="1"/>
          </p:cNvSpPr>
          <p:nvPr>
            <p:ph type="title" idx="0"/>
          </p:nvPr>
        </p:nvSpPr>
        <p:spPr>
          <a:xfrm xmlns:a="http://schemas.openxmlformats.org/drawingml/2006/main">
            <a:off x="536600" y="382925"/>
            <a:ext cx="54516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31" name="Google Shape;31;p38">
            <a:extLst xmlns:a="http://schemas.openxmlformats.org/drawingml/2006/main">
              <a:ext uri="{FF2B5EF4-FFF2-40B4-BE49-F238E27FC236}">
                <a16:creationId xmlns:a16="http://schemas.microsoft.com/office/drawing/2014/main" id="{2E38F0E9-E044-48AE-AFEE-974D8917A734}"/>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32" name="Google Shape;32;p38">
            <a:extLst xmlns:a="http://schemas.openxmlformats.org/drawingml/2006/main">
              <a:ext uri="{FF2B5EF4-FFF2-40B4-BE49-F238E27FC236}">
                <a16:creationId xmlns:a16="http://schemas.microsoft.com/office/drawing/2014/main" id="{68D353BA-D050-491D-B332-4854D5B5B485}"/>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UI - Title and body">
  <p:cSld name="TITLE_AND_BODY_1_2_1">
    <p:spTree>
      <p:nvGrpSpPr>
        <p:cNvPr id="1" name=""/>
        <p:cNvGrpSpPr/>
        <p:nvPr/>
      </p:nvGrpSpPr>
      <p:grpSpPr>
        <a:xfrm xmlns:a="http://schemas.openxmlformats.org/drawingml/2006/main"/>
      </p:grpSpPr>
      <p:pic>
        <p:nvPicPr>
          <p:cNvPr id="34" name="Google Shape;34;p39">
            <a:extLst xmlns:a="http://schemas.openxmlformats.org/drawingml/2006/main">
              <a:ext uri="{FF2B5EF4-FFF2-40B4-BE49-F238E27FC236}">
                <a16:creationId xmlns:a16="http://schemas.microsoft.com/office/drawing/2014/main" id="{0E999698-86C2-49E8-B737-B2BAF389D9B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1159d2738a547cd">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35" name="Google Shape;35;p39">
            <a:extLst xmlns:a="http://schemas.openxmlformats.org/drawingml/2006/main">
              <a:ext uri="{FF2B5EF4-FFF2-40B4-BE49-F238E27FC236}">
                <a16:creationId xmlns:a16="http://schemas.microsoft.com/office/drawing/2014/main" id="{9DBC8949-7D4C-4B3B-A603-2DDED67759D7}"/>
              </a:ext>
            </a:extLst>
          </p:cNvPr>
          <p:cNvSpPr>
            <a:spLocks xmlns:a="http://schemas.openxmlformats.org/drawingml/2006/main" noGrp="1"/>
          </p:cNvSpPr>
          <p:nvPr>
            <p:ph type="title" idx="0"/>
          </p:nvPr>
        </p:nvSpPr>
        <p:spPr>
          <a:xfrm xmlns:a="http://schemas.openxmlformats.org/drawingml/2006/main">
            <a:off x="536600" y="382925"/>
            <a:ext cx="59208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36" name="Google Shape;36;p39">
            <a:extLst xmlns:a="http://schemas.openxmlformats.org/drawingml/2006/main">
              <a:ext uri="{FF2B5EF4-FFF2-40B4-BE49-F238E27FC236}">
                <a16:creationId xmlns:a16="http://schemas.microsoft.com/office/drawing/2014/main" id="{75112D6E-72A5-452C-ADCE-E0EC791B2973}"/>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37" name="Google Shape;37;p39">
            <a:extLst xmlns:a="http://schemas.openxmlformats.org/drawingml/2006/main">
              <a:ext uri="{FF2B5EF4-FFF2-40B4-BE49-F238E27FC236}">
                <a16:creationId xmlns:a16="http://schemas.microsoft.com/office/drawing/2014/main" id="{C2D283E8-AE16-4E3A-B870-5635D6881F7A}"/>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SJC - Title and body">
  <p:cSld name="TITLE_AND_BODY_1_1_1">
    <p:spTree>
      <p:nvGrpSpPr>
        <p:cNvPr id="1" name=""/>
        <p:cNvGrpSpPr/>
        <p:nvPr/>
      </p:nvGrpSpPr>
      <p:grpSpPr>
        <a:xfrm xmlns:a="http://schemas.openxmlformats.org/drawingml/2006/main"/>
      </p:grpSpPr>
      <p:pic>
        <p:nvPicPr>
          <p:cNvPr id="39" name="Google Shape;39;p40">
            <a:extLst xmlns:a="http://schemas.openxmlformats.org/drawingml/2006/main">
              <a:ext uri="{FF2B5EF4-FFF2-40B4-BE49-F238E27FC236}">
                <a16:creationId xmlns:a16="http://schemas.microsoft.com/office/drawing/2014/main" id="{6CDAAE3F-5517-4508-8668-A051183BC5D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425f3ade7794ed9">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40" name="Google Shape;40;p40">
            <a:extLst xmlns:a="http://schemas.openxmlformats.org/drawingml/2006/main">
              <a:ext uri="{FF2B5EF4-FFF2-40B4-BE49-F238E27FC236}">
                <a16:creationId xmlns:a16="http://schemas.microsoft.com/office/drawing/2014/main" id="{BCC598CD-EA7B-4482-BE9D-F33E96C9EDEC}"/>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41" name="Google Shape;41;p40">
            <a:extLst xmlns:a="http://schemas.openxmlformats.org/drawingml/2006/main">
              <a:ext uri="{FF2B5EF4-FFF2-40B4-BE49-F238E27FC236}">
                <a16:creationId xmlns:a16="http://schemas.microsoft.com/office/drawing/2014/main" id="{C1D63C3B-C78C-440D-B547-5D439AA517B6}"/>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42" name="Google Shape;42;p40">
            <a:extLst xmlns:a="http://schemas.openxmlformats.org/drawingml/2006/main">
              <a:ext uri="{FF2B5EF4-FFF2-40B4-BE49-F238E27FC236}">
                <a16:creationId xmlns:a16="http://schemas.microsoft.com/office/drawing/2014/main" id="{0FC24A7D-D5A1-4613-99A8-CC967796F0DC}"/>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RC - Title and body">
  <p:cSld name="TITLE_AND_BODY_1_1_1_1">
    <p:spTree>
      <p:nvGrpSpPr>
        <p:cNvPr id="1" name=""/>
        <p:cNvGrpSpPr/>
        <p:nvPr/>
      </p:nvGrpSpPr>
      <p:grpSpPr>
        <a:xfrm xmlns:a="http://schemas.openxmlformats.org/drawingml/2006/main"/>
      </p:grpSpPr>
      <p:pic>
        <p:nvPicPr>
          <p:cNvPr id="44" name="Google Shape;44;p41">
            <a:extLst xmlns:a="http://schemas.openxmlformats.org/drawingml/2006/main">
              <a:ext uri="{FF2B5EF4-FFF2-40B4-BE49-F238E27FC236}">
                <a16:creationId xmlns:a16="http://schemas.microsoft.com/office/drawing/2014/main" id="{D23370FC-AC54-48E4-B301-89B7D60C30D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addbfc3f7784172">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45" name="Google Shape;45;p41">
            <a:extLst xmlns:a="http://schemas.openxmlformats.org/drawingml/2006/main">
              <a:ext uri="{FF2B5EF4-FFF2-40B4-BE49-F238E27FC236}">
                <a16:creationId xmlns:a16="http://schemas.microsoft.com/office/drawing/2014/main" id="{231F7F60-C6B7-48CF-92F2-35D5821BAC6A}"/>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46" name="Google Shape;46;p41">
            <a:extLst xmlns:a="http://schemas.openxmlformats.org/drawingml/2006/main">
              <a:ext uri="{FF2B5EF4-FFF2-40B4-BE49-F238E27FC236}">
                <a16:creationId xmlns:a16="http://schemas.microsoft.com/office/drawing/2014/main" id="{56626D8A-5132-47E3-903C-35AB6ECEEC6F}"/>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47" name="Google Shape;47;p41">
            <a:extLst xmlns:a="http://schemas.openxmlformats.org/drawingml/2006/main">
              <a:ext uri="{FF2B5EF4-FFF2-40B4-BE49-F238E27FC236}">
                <a16:creationId xmlns:a16="http://schemas.microsoft.com/office/drawing/2014/main" id="{52765946-59AA-4225-A38A-428ABBF7A225}"/>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RCL - Title and body">
  <p:cSld name="TITLE_AND_BODY_1_1_1_1_1">
    <p:spTree>
      <p:nvGrpSpPr>
        <p:cNvPr id="1" name=""/>
        <p:cNvGrpSpPr/>
        <p:nvPr/>
      </p:nvGrpSpPr>
      <p:grpSpPr>
        <a:xfrm xmlns:a="http://schemas.openxmlformats.org/drawingml/2006/main"/>
      </p:grpSpPr>
      <p:pic>
        <p:nvPicPr>
          <p:cNvPr id="49" name="Google Shape;49;p42">
            <a:extLst xmlns:a="http://schemas.openxmlformats.org/drawingml/2006/main">
              <a:ext uri="{FF2B5EF4-FFF2-40B4-BE49-F238E27FC236}">
                <a16:creationId xmlns:a16="http://schemas.microsoft.com/office/drawing/2014/main" id="{111E8AD8-5781-428B-AA68-9DDF66F9C1F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b281b2391884795">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50" name="Google Shape;50;p42">
            <a:extLst xmlns:a="http://schemas.openxmlformats.org/drawingml/2006/main">
              <a:ext uri="{FF2B5EF4-FFF2-40B4-BE49-F238E27FC236}">
                <a16:creationId xmlns:a16="http://schemas.microsoft.com/office/drawing/2014/main" id="{519D2661-8F6D-4FAA-BA4C-56DD3945449E}"/>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51" name="Google Shape;51;p42">
            <a:extLst xmlns:a="http://schemas.openxmlformats.org/drawingml/2006/main">
              <a:ext uri="{FF2B5EF4-FFF2-40B4-BE49-F238E27FC236}">
                <a16:creationId xmlns:a16="http://schemas.microsoft.com/office/drawing/2014/main" id="{BCD10304-DBFB-41CD-B405-DFC7C10B8BDA}"/>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52" name="Google Shape;52;p42">
            <a:extLst xmlns:a="http://schemas.openxmlformats.org/drawingml/2006/main">
              <a:ext uri="{FF2B5EF4-FFF2-40B4-BE49-F238E27FC236}">
                <a16:creationId xmlns:a16="http://schemas.microsoft.com/office/drawing/2014/main" id="{BFAF3E6F-53C8-4C16-9E4C-3B565D1B79DD}"/>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UCL - Title and body">
  <p:cSld name="TITLE_AND_BODY_1_1_1_1_1_1">
    <p:spTree>
      <p:nvGrpSpPr>
        <p:cNvPr id="1" name=""/>
        <p:cNvGrpSpPr/>
        <p:nvPr/>
      </p:nvGrpSpPr>
      <p:grpSpPr>
        <a:xfrm xmlns:a="http://schemas.openxmlformats.org/drawingml/2006/main"/>
      </p:grpSpPr>
      <p:pic>
        <p:nvPicPr>
          <p:cNvPr id="54" name="Google Shape;54;p43">
            <a:extLst xmlns:a="http://schemas.openxmlformats.org/drawingml/2006/main">
              <a:ext uri="{FF2B5EF4-FFF2-40B4-BE49-F238E27FC236}">
                <a16:creationId xmlns:a16="http://schemas.microsoft.com/office/drawing/2014/main" id="{B70A8E15-1B6F-4349-9445-56ADDE7AC23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f9918b46f6e4af7">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55" name="Google Shape;55;p43">
            <a:extLst xmlns:a="http://schemas.openxmlformats.org/drawingml/2006/main">
              <a:ext uri="{FF2B5EF4-FFF2-40B4-BE49-F238E27FC236}">
                <a16:creationId xmlns:a16="http://schemas.microsoft.com/office/drawing/2014/main" id="{F6D0A53E-B000-4CE8-ADDD-B836F5B579CE}"/>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56" name="Google Shape;56;p43">
            <a:extLst xmlns:a="http://schemas.openxmlformats.org/drawingml/2006/main">
              <a:ext uri="{FF2B5EF4-FFF2-40B4-BE49-F238E27FC236}">
                <a16:creationId xmlns:a16="http://schemas.microsoft.com/office/drawing/2014/main" id="{E7D77BE0-E53A-4E83-B02D-D831BC172CDF}"/>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57" name="Google Shape;57;p43">
            <a:extLst xmlns:a="http://schemas.openxmlformats.org/drawingml/2006/main">
              <a:ext uri="{FF2B5EF4-FFF2-40B4-BE49-F238E27FC236}">
                <a16:creationId xmlns:a16="http://schemas.microsoft.com/office/drawing/2014/main" id="{8AE8457C-A561-4083-B2D4-466C400DF062}"/>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IPM Indonesia - Title and body">
  <p:cSld name="TITLE_AND_BODY_1_1_1_1_1_1_1">
    <p:spTree>
      <p:nvGrpSpPr>
        <p:cNvPr id="1" name=""/>
        <p:cNvGrpSpPr/>
        <p:nvPr/>
      </p:nvGrpSpPr>
      <p:grpSpPr>
        <a:xfrm xmlns:a="http://schemas.openxmlformats.org/drawingml/2006/main"/>
      </p:grpSpPr>
      <p:pic>
        <p:nvPicPr>
          <p:cNvPr id="59" name="Google Shape;59;p44">
            <a:extLst xmlns:a="http://schemas.openxmlformats.org/drawingml/2006/main">
              <a:ext uri="{FF2B5EF4-FFF2-40B4-BE49-F238E27FC236}">
                <a16:creationId xmlns:a16="http://schemas.microsoft.com/office/drawing/2014/main" id="{C75FC927-252A-40F2-BBDB-0DA248895F5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e892f822013429f">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60" name="Google Shape;60;p44">
            <a:extLst xmlns:a="http://schemas.openxmlformats.org/drawingml/2006/main">
              <a:ext uri="{FF2B5EF4-FFF2-40B4-BE49-F238E27FC236}">
                <a16:creationId xmlns:a16="http://schemas.microsoft.com/office/drawing/2014/main" id="{B73C09D9-7A85-46E8-9E91-783BA6388153}"/>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61" name="Google Shape;61;p44">
            <a:extLst xmlns:a="http://schemas.openxmlformats.org/drawingml/2006/main">
              <a:ext uri="{FF2B5EF4-FFF2-40B4-BE49-F238E27FC236}">
                <a16:creationId xmlns:a16="http://schemas.microsoft.com/office/drawing/2014/main" id="{BA08E7FF-FAC5-4BFB-ABC2-33C025342FCE}"/>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62" name="Google Shape;62;p44">
            <a:extLst xmlns:a="http://schemas.openxmlformats.org/drawingml/2006/main">
              <a:ext uri="{FF2B5EF4-FFF2-40B4-BE49-F238E27FC236}">
                <a16:creationId xmlns:a16="http://schemas.microsoft.com/office/drawing/2014/main" id="{FECC230C-056E-44C8-AED6-FC0BAB10CF6E}"/>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matchingName="NCR - Title and body">
  <p:cSld name="TITLE_AND_BODY_1_1_1_1_1_1_1_1_1">
    <p:spTree>
      <p:nvGrpSpPr>
        <p:cNvPr id="1" name=""/>
        <p:cNvGrpSpPr/>
        <p:nvPr/>
      </p:nvGrpSpPr>
      <p:grpSpPr>
        <a:xfrm xmlns:a="http://schemas.openxmlformats.org/drawingml/2006/main"/>
      </p:grpSpPr>
      <p:pic>
        <p:nvPicPr>
          <p:cNvPr id="64" name="Google Shape;64;p45">
            <a:extLst xmlns:a="http://schemas.openxmlformats.org/drawingml/2006/main">
              <a:ext uri="{FF2B5EF4-FFF2-40B4-BE49-F238E27FC236}">
                <a16:creationId xmlns:a16="http://schemas.microsoft.com/office/drawing/2014/main" id="{14D86873-4C69-4D8F-91E4-FDBC742495E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d36349a0acc4d55">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65" name="Google Shape;65;p45">
            <a:extLst xmlns:a="http://schemas.openxmlformats.org/drawingml/2006/main">
              <a:ext uri="{FF2B5EF4-FFF2-40B4-BE49-F238E27FC236}">
                <a16:creationId xmlns:a16="http://schemas.microsoft.com/office/drawing/2014/main" id="{6539754D-88BA-4FA2-A826-3EE589C55EB9}"/>
              </a:ext>
            </a:extLst>
          </p:cNvPr>
          <p:cNvSpPr>
            <a:spLocks xmlns:a="http://schemas.openxmlformats.org/drawingml/2006/main" noGrp="1"/>
          </p:cNvSpPr>
          <p:nvPr>
            <p:ph type="title" idx="0"/>
          </p:nvPr>
        </p:nvSpPr>
        <p:spPr>
          <a:xfrm xmlns:a="http://schemas.openxmlformats.org/drawingml/2006/main">
            <a:off x="517825" y="11713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66" name="Google Shape;66;p45">
            <a:extLst xmlns:a="http://schemas.openxmlformats.org/drawingml/2006/main">
              <a:ext uri="{FF2B5EF4-FFF2-40B4-BE49-F238E27FC236}">
                <a16:creationId xmlns:a16="http://schemas.microsoft.com/office/drawing/2014/main" id="{CA0F2099-E865-46DF-8F6C-A7B288DC09D9}"/>
              </a:ext>
            </a:extLst>
          </p:cNvPr>
          <p:cNvSpPr>
            <a:spLocks xmlns:a="http://schemas.openxmlformats.org/drawingml/2006/main" noGrp="1"/>
          </p:cNvSpPr>
          <p:nvPr>
            <p:ph type="body" idx="1"/>
          </p:nvPr>
        </p:nvSpPr>
        <p:spPr>
          <a:xfrm xmlns:a="http://schemas.openxmlformats.org/drawingml/2006/main">
            <a:off x="656775" y="20631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67" name="Google Shape;67;p45">
            <a:extLst xmlns:a="http://schemas.openxmlformats.org/drawingml/2006/main">
              <a:ext uri="{FF2B5EF4-FFF2-40B4-BE49-F238E27FC236}">
                <a16:creationId xmlns:a16="http://schemas.microsoft.com/office/drawing/2014/main" id="{CE63B4ED-226D-42CC-8A55-CEAE1F5525FE}"/>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3.xml><?xml version="1.0" encoding="utf-8"?>
<p:sldLayout xmlns:p="http://schemas.openxmlformats.org/presentationml/2006/main" matchingName="RADLearning - Title and body">
  <p:cSld name="TITLE_AND_BODY_1_1_1_1_1_1_1_1_1_1_1">
    <p:spTree>
      <p:nvGrpSpPr>
        <p:cNvPr id="1" name=""/>
        <p:cNvGrpSpPr/>
        <p:nvPr/>
      </p:nvGrpSpPr>
      <p:grpSpPr>
        <a:xfrm xmlns:a="http://schemas.openxmlformats.org/drawingml/2006/main"/>
      </p:grpSpPr>
      <p:pic>
        <p:nvPicPr>
          <p:cNvPr id="69" name="Google Shape;69;p46">
            <a:extLst xmlns:a="http://schemas.openxmlformats.org/drawingml/2006/main">
              <a:ext uri="{FF2B5EF4-FFF2-40B4-BE49-F238E27FC236}">
                <a16:creationId xmlns:a16="http://schemas.microsoft.com/office/drawing/2014/main" id="{4C3A52FC-70EE-4EB7-B08F-0EB31E4B43C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c2e5f791e6547fc">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70" name="Google Shape;70;p46">
            <a:extLst xmlns:a="http://schemas.openxmlformats.org/drawingml/2006/main">
              <a:ext uri="{FF2B5EF4-FFF2-40B4-BE49-F238E27FC236}">
                <a16:creationId xmlns:a16="http://schemas.microsoft.com/office/drawing/2014/main" id="{DF76454C-4324-4E0F-B95F-FBC26C3469BC}"/>
              </a:ext>
            </a:extLst>
          </p:cNvPr>
          <p:cNvSpPr>
            <a:spLocks xmlns:a="http://schemas.openxmlformats.org/drawingml/2006/main" noGrp="1"/>
          </p:cNvSpPr>
          <p:nvPr>
            <p:ph type="title" idx="0"/>
          </p:nvPr>
        </p:nvSpPr>
        <p:spPr>
          <a:xfrm xmlns:a="http://schemas.openxmlformats.org/drawingml/2006/main">
            <a:off x="517825" y="12276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71" name="Google Shape;71;p46">
            <a:extLst xmlns:a="http://schemas.openxmlformats.org/drawingml/2006/main">
              <a:ext uri="{FF2B5EF4-FFF2-40B4-BE49-F238E27FC236}">
                <a16:creationId xmlns:a16="http://schemas.microsoft.com/office/drawing/2014/main" id="{0E85B05E-0C1F-44CC-9581-EB0548CCD8B8}"/>
              </a:ext>
            </a:extLst>
          </p:cNvPr>
          <p:cNvSpPr>
            <a:spLocks xmlns:a="http://schemas.openxmlformats.org/drawingml/2006/main" noGrp="1"/>
          </p:cNvSpPr>
          <p:nvPr>
            <p:ph type="body" idx="1"/>
          </p:nvPr>
        </p:nvSpPr>
        <p:spPr>
          <a:xfrm xmlns:a="http://schemas.openxmlformats.org/drawingml/2006/main">
            <a:off x="656775" y="21194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72" name="Google Shape;72;p46">
            <a:extLst xmlns:a="http://schemas.openxmlformats.org/drawingml/2006/main">
              <a:ext uri="{FF2B5EF4-FFF2-40B4-BE49-F238E27FC236}">
                <a16:creationId xmlns:a16="http://schemas.microsoft.com/office/drawing/2014/main" id="{4A9CDD23-5EE6-40EB-969F-5B2706157E8F}"/>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4.xml><?xml version="1.0" encoding="utf-8"?>
<p:sldLayout xmlns:p="http://schemas.openxmlformats.org/presentationml/2006/main" matchingName="Blank Slide" type="blank">
  <p:cSld name="BLANK">
    <p:spTree>
      <p:nvGrpSpPr>
        <p:cNvPr id="1" name=""/>
        <p:cNvGrpSpPr/>
        <p:nvPr/>
      </p:nvGrpSpPr>
      <p:grpSpPr>
        <a:xfrm xmlns:a="http://schemas.openxmlformats.org/drawingml/2006/main"/>
      </p:grpSpPr>
      <p:sp>
        <p:nvSpPr>
          <p:cNvPr id="74" name="Google Shape;74;p47">
            <a:extLst xmlns:a="http://schemas.openxmlformats.org/drawingml/2006/main">
              <a:ext uri="{FF2B5EF4-FFF2-40B4-BE49-F238E27FC236}">
                <a16:creationId xmlns:a16="http://schemas.microsoft.com/office/drawing/2014/main" id="{29A100F7-3642-4F34-9A4F-D727F4012263}"/>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75" name="Google Shape;75;p47">
            <a:extLst xmlns:a="http://schemas.openxmlformats.org/drawingml/2006/main">
              <a:ext uri="{FF2B5EF4-FFF2-40B4-BE49-F238E27FC236}">
                <a16:creationId xmlns:a16="http://schemas.microsoft.com/office/drawing/2014/main" id="{49B1025B-897E-4939-BC28-9C3A7C8B139F}"/>
              </a:ext>
            </a:extLst>
          </p:cNvPr>
          <p:cNvSpPr>
            <a:spLocks xmlns:a="http://schemas.openxmlformats.org/drawingml/2006/main" noGrp="1"/>
          </p:cNvSpPr>
          <p:nvPr/>
        </p:nvSpPr>
        <p:spPr>
          <a:xfrm xmlns:a="http://schemas.openxmlformats.org/drawingml/2006/main">
            <a:off x="78150" y="95525"/>
            <a:ext cx="8961600" cy="4923600"/>
          </a:xfrm>
          <a:prstGeom xmlns:a="http://schemas.openxmlformats.org/drawingml/2006/main" prst="rect">
            <a:avLst/>
          </a:prstGeom>
          <a:solidFill xmlns:a="http://schemas.openxmlformats.org/drawingml/2006/main">
            <a:schemeClr val="lt1"/>
          </a:solidFill>
          <a:ln xmlns:a="http://schemas.openxmlformats.org/drawingml/2006/main" w="9525" cap="flat" cmpd="sng">
            <a:solidFill>
              <a:schemeClr val="lt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e5d0ad1914dd473c" /><Relationship Type="http://schemas.openxmlformats.org/officeDocument/2006/relationships/theme" Target="/ppt/slideMasters/theme/theme2.xml" Id="R7a943b9985fd4f37" /><Relationship Type="http://schemas.openxmlformats.org/officeDocument/2006/relationships/slideLayout" Target="/ppt/slideLayouts/slideLayout1.xml" Id="Rc1a27e7973454954" /><Relationship Type="http://schemas.openxmlformats.org/officeDocument/2006/relationships/slideLayout" Target="/ppt/slideLayouts/slideLayout2.xml" Id="R6584a1c5f9554d2b" /><Relationship Type="http://schemas.openxmlformats.org/officeDocument/2006/relationships/slideLayout" Target="/ppt/slideLayouts/slideLayout3.xml" Id="Ra164bf7da90c49ef" /><Relationship Type="http://schemas.openxmlformats.org/officeDocument/2006/relationships/slideLayout" Target="/ppt/slideLayouts/slideLayout4.xml" Id="Rb0dfcef7e05e43c5" /><Relationship Type="http://schemas.openxmlformats.org/officeDocument/2006/relationships/slideLayout" Target="/ppt/slideLayouts/slideLayout5.xml" Id="R44c98bd4351e4f20" /><Relationship Type="http://schemas.openxmlformats.org/officeDocument/2006/relationships/slideLayout" Target="/ppt/slideLayouts/slideLayout6.xml" Id="R0f7949a77f1449e2" /><Relationship Type="http://schemas.openxmlformats.org/officeDocument/2006/relationships/slideLayout" Target="/ppt/slideLayouts/slideLayout7.xml" Id="R52e749ca55d649bf" /><Relationship Type="http://schemas.openxmlformats.org/officeDocument/2006/relationships/slideLayout" Target="/ppt/slideLayouts/slideLayout8.xml" Id="R8f7833f1707e4d04" /><Relationship Type="http://schemas.openxmlformats.org/officeDocument/2006/relationships/slideLayout" Target="/ppt/slideLayouts/slideLayout9.xml" Id="R4f621830a45b4715" /><Relationship Type="http://schemas.openxmlformats.org/officeDocument/2006/relationships/slideLayout" Target="/ppt/slideLayouts/slideLayout10.xml" Id="R36327c91b88c45f3" /><Relationship Type="http://schemas.openxmlformats.org/officeDocument/2006/relationships/slideLayout" Target="/ppt/slideLayouts/slideLayout11.xml" Id="R5748dd33d3b34d78" /><Relationship Type="http://schemas.openxmlformats.org/officeDocument/2006/relationships/slideLayout" Target="/ppt/slideLayouts/slideLayout12.xml" Id="Ra765b30f0d61465b" /><Relationship Type="http://schemas.openxmlformats.org/officeDocument/2006/relationships/slideLayout" Target="/ppt/slideLayouts/slideLayout13.xml" Id="R0f47b6d636c94187" /><Relationship Type="http://schemas.openxmlformats.org/officeDocument/2006/relationships/slideLayout" Target="/ppt/slideLayouts/slideLayout14.xml" Id="R6108e3ecd07a43ef"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33">
            <a:extLst xmlns:a="http://schemas.openxmlformats.org/drawingml/2006/main">
              <a:ext uri="{FF2B5EF4-FFF2-40B4-BE49-F238E27FC236}">
                <a16:creationId xmlns:a16="http://schemas.microsoft.com/office/drawing/2014/main" id="{5AE2B47F-F916-41CB-84D0-20954DA93C38}"/>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1pPr>
            <a:lvl2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2pPr>
            <a:lvl3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3pPr>
            <a:lvl4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4pPr>
            <a:lvl5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5pPr>
            <a:lvl6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6pPr>
            <a:lvl7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7pPr>
            <a:lvl8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8pPr>
            <a:lvl9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9pPr>
          </a:lstStyle>
          <a:p xmlns:a="http://schemas.openxmlformats.org/drawingml/2006/main"/>
        </p:txBody>
      </p:sp>
      <p:sp>
        <p:nvSpPr>
          <p:cNvPr id="7" name="Google Shape;7;p33">
            <a:extLst xmlns:a="http://schemas.openxmlformats.org/drawingml/2006/main">
              <a:ext uri="{FF2B5EF4-FFF2-40B4-BE49-F238E27FC236}">
                <a16:creationId xmlns:a16="http://schemas.microsoft.com/office/drawing/2014/main" id="{FB780AA1-E829-45F5-AC4A-DF8D242AFAD6}"/>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marR="0" indent="-311150" algn="l">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defRPr>
            </a:lvl1pPr>
            <a:lvl2pPr marL="9144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2pPr>
            <a:lvl3pPr marL="13716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3pPr>
            <a:lvl4pPr marL="18288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4pPr>
            <a:lvl5pPr marL="22860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5pPr>
            <a:lvl6pPr marL="27432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6pPr>
            <a:lvl7pPr marL="32004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7pPr>
            <a:lvl8pPr marL="36576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8pPr>
            <a:lvl9pPr marL="41148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9pPr>
          </a:lstStyle>
          <a:p xmlns:a="http://schemas.openxmlformats.org/drawingml/2006/main"/>
        </p:txBody>
      </p:sp>
      <p:sp>
        <p:nvSpPr>
          <p:cNvPr id="8" name="Google Shape;8;p33">
            <a:extLst xmlns:a="http://schemas.openxmlformats.org/drawingml/2006/main">
              <a:ext uri="{FF2B5EF4-FFF2-40B4-BE49-F238E27FC236}">
                <a16:creationId xmlns:a16="http://schemas.microsoft.com/office/drawing/2014/main" id="{6CCF7B7C-96F3-42A6-804C-96E7DBC34E86}"/>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pic>
        <p:nvPicPr>
          <p:cNvPr id="9" name="Google Shape;9;p33">
            <a:extLst xmlns:a="http://schemas.openxmlformats.org/drawingml/2006/main">
              <a:ext uri="{FF2B5EF4-FFF2-40B4-BE49-F238E27FC236}">
                <a16:creationId xmlns:a16="http://schemas.microsoft.com/office/drawing/2014/main" id="{AFA2C174-5318-4A92-8378-54D26A85D98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5d0ad1914dd473c">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c1a27e7973454954"/>
    <p:sldLayoutId xmlns:r="http://schemas.openxmlformats.org/officeDocument/2006/relationships" id="2147483650" r:id="R6584a1c5f9554d2b"/>
    <p:sldLayoutId xmlns:r="http://schemas.openxmlformats.org/officeDocument/2006/relationships" id="2147483651" r:id="Ra164bf7da90c49ef"/>
    <p:sldLayoutId xmlns:r="http://schemas.openxmlformats.org/officeDocument/2006/relationships" id="2147483652" r:id="Rb0dfcef7e05e43c5"/>
    <p:sldLayoutId xmlns:r="http://schemas.openxmlformats.org/officeDocument/2006/relationships" id="2147483653" r:id="R44c98bd4351e4f20"/>
    <p:sldLayoutId xmlns:r="http://schemas.openxmlformats.org/officeDocument/2006/relationships" id="2147483654" r:id="R0f7949a77f1449e2"/>
    <p:sldLayoutId xmlns:r="http://schemas.openxmlformats.org/officeDocument/2006/relationships" id="2147483655" r:id="R52e749ca55d649bf"/>
    <p:sldLayoutId xmlns:r="http://schemas.openxmlformats.org/officeDocument/2006/relationships" id="2147483656" r:id="R8f7833f1707e4d04"/>
    <p:sldLayoutId xmlns:r="http://schemas.openxmlformats.org/officeDocument/2006/relationships" id="2147483657" r:id="R4f621830a45b4715"/>
    <p:sldLayoutId xmlns:r="http://schemas.openxmlformats.org/officeDocument/2006/relationships" id="2147483658" r:id="R36327c91b88c45f3"/>
    <p:sldLayoutId xmlns:r="http://schemas.openxmlformats.org/officeDocument/2006/relationships" id="2147483659" r:id="R5748dd33d3b34d78"/>
    <p:sldLayoutId xmlns:r="http://schemas.openxmlformats.org/officeDocument/2006/relationships" id="2147483660" r:id="Ra765b30f0d61465b"/>
    <p:sldLayoutId xmlns:r="http://schemas.openxmlformats.org/officeDocument/2006/relationships" id="2147483661" r:id="R0f47b6d636c94187"/>
    <p:sldLayoutId xmlns:r="http://schemas.openxmlformats.org/officeDocument/2006/relationships" id="2147483662" r:id="R6108e3ecd07a43ef"/>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2069e241c47409c" /><Relationship Type="http://schemas.openxmlformats.org/officeDocument/2006/relationships/image" Target="/ppt/media/image14.png" Id="R5cd0ef0a2fdb40e6" /><Relationship Type="http://schemas.openxmlformats.org/officeDocument/2006/relationships/notesSlide" Target="/ppt/notesSlides/notesSlide1.xml" Id="R689f5856a7a44dd3"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d6c391ddcd6f46e6" /><Relationship Type="http://schemas.openxmlformats.org/officeDocument/2006/relationships/image" Target="/ppt/media/image15.png" Id="R656d318e144e4ba2" /><Relationship Type="http://schemas.openxmlformats.org/officeDocument/2006/relationships/image" Target="/ppt/media/image16.png" Id="Rd107cc3750944f7a" /><Relationship Type="http://schemas.openxmlformats.org/officeDocument/2006/relationships/notesSlide" Target="/ppt/notesSlides/notesSlide2.xml" Id="R7cd1308b4d914689"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61c315dd709540c9" /><Relationship Type="http://schemas.openxmlformats.org/officeDocument/2006/relationships/image" Target="/ppt/media/image17.png" Id="Rc90b456578464c6b" /><Relationship Type="http://schemas.openxmlformats.org/officeDocument/2006/relationships/image" Target="/ppt/media/image18.png" Id="Ra758b2d161ae48b9" /><Relationship Type="http://schemas.openxmlformats.org/officeDocument/2006/relationships/notesSlide" Target="/ppt/notesSlides/notesSlide3.xml" Id="R5479e68b79f74456"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90e576682245439d" /><Relationship Type="http://schemas.openxmlformats.org/officeDocument/2006/relationships/image" Target="/ppt/media/image19.png" Id="Rfccf9ae921dc46bd" /><Relationship Type="http://schemas.openxmlformats.org/officeDocument/2006/relationships/image" Target="/ppt/media/image20.png" Id="R2bc102a126fb47c6" /><Relationship Type="http://schemas.openxmlformats.org/officeDocument/2006/relationships/notesSlide" Target="/ppt/notesSlides/notesSlide4.xml" Id="R886e948661664a00"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b6b6840a4a0a4ee1" /><Relationship Type="http://schemas.openxmlformats.org/officeDocument/2006/relationships/image" Target="/ppt/media/image21.png" Id="Rca4b5efb4b344c56" /><Relationship Type="http://schemas.openxmlformats.org/officeDocument/2006/relationships/image" Target="/ppt/media/image22.png" Id="R9823edd8cee94cf6" /><Relationship Type="http://schemas.openxmlformats.org/officeDocument/2006/relationships/notesSlide" Target="/ppt/notesSlides/notesSlide5.xml" Id="Rbc0588fd6f3049f8"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0b5708f5710f44c9" /><Relationship Type="http://schemas.openxmlformats.org/officeDocument/2006/relationships/image" Target="/ppt/media/image23.png" Id="R06ad6ad370db440f" /><Relationship Type="http://schemas.openxmlformats.org/officeDocument/2006/relationships/image" Target="/ppt/media/image24.png" Id="R36da7d075cba47fa" /><Relationship Type="http://schemas.openxmlformats.org/officeDocument/2006/relationships/notesSlide" Target="/ppt/notesSlides/notesSlide6.xml" Id="R12113d83ab9845b8"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fecf845463bd4efe" /><Relationship Type="http://schemas.openxmlformats.org/officeDocument/2006/relationships/image" Target="/ppt/media/image25.png" Id="R8fc7b898a14146a1" /><Relationship Type="http://schemas.openxmlformats.org/officeDocument/2006/relationships/image" Target="/ppt/media/image26.png" Id="R441874734e3c46e2" /><Relationship Type="http://schemas.openxmlformats.org/officeDocument/2006/relationships/notesSlide" Target="/ppt/notesSlides/notesSlide7.xml" Id="Rbd794422f62b4704"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9774eca9fecb4e8a" /><Relationship Type="http://schemas.openxmlformats.org/officeDocument/2006/relationships/image" Target="/ppt/media/image27.png" Id="Rdc640ee1d7cc4fae" /><Relationship Type="http://schemas.openxmlformats.org/officeDocument/2006/relationships/image" Target="/ppt/media/image28.png" Id="R06c6e5ef2dac484a" /><Relationship Type="http://schemas.openxmlformats.org/officeDocument/2006/relationships/notesSlide" Target="/ppt/notesSlides/notesSlide8.xml" Id="R7ae9fa9e64894d41"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192811cd778b4c25" /><Relationship Type="http://schemas.openxmlformats.org/officeDocument/2006/relationships/image" Target="/ppt/media/image29.png" Id="Rfcda8778e5844b66" /><Relationship Type="http://schemas.openxmlformats.org/officeDocument/2006/relationships/image" Target="/ppt/media/image30.png" Id="Rc98dbd36bc0c40fe" /><Relationship Type="http://schemas.openxmlformats.org/officeDocument/2006/relationships/image" Target="/ppt/media/image31.png" Id="Rc68631e5e12e448b" /><Relationship Type="http://schemas.openxmlformats.org/officeDocument/2006/relationships/notesSlide" Target="/ppt/notesSlides/notesSlide9.xml" Id="Rd8d588b8416e44b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cb8ca22dcd984e5a" /><Relationship Type="http://schemas.openxmlformats.org/officeDocument/2006/relationships/image" Target="/ppt/media/image32.png" Id="R1200d7636a2848c7" /><Relationship Type="http://schemas.openxmlformats.org/officeDocument/2006/relationships/image" Target="/ppt/media/image33.png" Id="Rba5e82fd4dd94eb8" /><Relationship Type="http://schemas.openxmlformats.org/officeDocument/2006/relationships/notesSlide" Target="/ppt/notesSlides/notesSlide10.xml" Id="R7dd7a1eb99794e8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14a81f69c65a4197" /><Relationship Type="http://schemas.openxmlformats.org/officeDocument/2006/relationships/image" Target="/ppt/media/image34.png" Id="R9ca9b045e0764534" /><Relationship Type="http://schemas.openxmlformats.org/officeDocument/2006/relationships/image" Target="/ppt/media/image35.png" Id="R67fede2645754f91" /><Relationship Type="http://schemas.openxmlformats.org/officeDocument/2006/relationships/notesSlide" Target="/ppt/notesSlides/notesSlide11.xml" Id="Rfe40441886394f9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4c78fd0a52b64be6" /><Relationship Type="http://schemas.openxmlformats.org/officeDocument/2006/relationships/image" Target="/ppt/media/image36.png" Id="Rd03dc1e80d7644e9" /><Relationship Type="http://schemas.openxmlformats.org/officeDocument/2006/relationships/image" Target="/ppt/media/image37.png" Id="R5759a7a8066b41f4" /><Relationship Type="http://schemas.openxmlformats.org/officeDocument/2006/relationships/notesSlide" Target="/ppt/notesSlides/notesSlide12.xml" Id="R3f2bfe7daaf2428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c445432606894127" /><Relationship Type="http://schemas.openxmlformats.org/officeDocument/2006/relationships/image" Target="/ppt/media/image38.png" Id="R02c2793ac815406f" /><Relationship Type="http://schemas.openxmlformats.org/officeDocument/2006/relationships/image" Target="/ppt/media/image39.png" Id="Rd5bf6c1f2dc74c4b" /><Relationship Type="http://schemas.openxmlformats.org/officeDocument/2006/relationships/notesSlide" Target="/ppt/notesSlides/notesSlide13.xml" Id="Rbf8dce041be848b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138aea2ffec34ff0" /><Relationship Type="http://schemas.openxmlformats.org/officeDocument/2006/relationships/image" Target="/ppt/media/image40.png" Id="Rd7010b0a629d4976" /><Relationship Type="http://schemas.openxmlformats.org/officeDocument/2006/relationships/image" Target="/ppt/media/image41.png" Id="Ra94c90e393b746c8" /><Relationship Type="http://schemas.openxmlformats.org/officeDocument/2006/relationships/notesSlide" Target="/ppt/notesSlides/notesSlide14.xml" Id="Rda5062436e99421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ae8cae726f81428a" /><Relationship Type="http://schemas.openxmlformats.org/officeDocument/2006/relationships/image" Target="/ppt/media/image42.png" Id="R441ee4ab1c4c44eb" /><Relationship Type="http://schemas.openxmlformats.org/officeDocument/2006/relationships/image" Target="/ppt/media/image43.png" Id="R86d2f434e60943f0" /><Relationship Type="http://schemas.openxmlformats.org/officeDocument/2006/relationships/notesSlide" Target="/ppt/notesSlides/notesSlide15.xml" Id="Rf9c81a38cdbd488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e03cc25f13a54046" /><Relationship Type="http://schemas.openxmlformats.org/officeDocument/2006/relationships/image" Target="/ppt/media/image44.png" Id="Rbad3fd0a41fe47d0" /><Relationship Type="http://schemas.openxmlformats.org/officeDocument/2006/relationships/image" Target="/ppt/media/image45.png" Id="R1578d2205e7f482a" /><Relationship Type="http://schemas.openxmlformats.org/officeDocument/2006/relationships/notesSlide" Target="/ppt/notesSlides/notesSlide16.xml" Id="Recff8c7e9326405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fdae829ebcf945b4" /><Relationship Type="http://schemas.openxmlformats.org/officeDocument/2006/relationships/image" Target="/ppt/media/image46.png" Id="R68da4e17d9104cbc" /><Relationship Type="http://schemas.openxmlformats.org/officeDocument/2006/relationships/image" Target="/ppt/media/image47.png" Id="R057d1c1aa8524a82" /><Relationship Type="http://schemas.openxmlformats.org/officeDocument/2006/relationships/notesSlide" Target="/ppt/notesSlides/notesSlide17.xml" Id="Rc0e63b7e6f584a4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FDE64289-D8D7-4DA3-A5D2-C4564CA99525}"/>
              </a:ext>
            </a:extLst>
          </p:cNvPr>
          <p:cNvPicPr>
            <a:picLocks xmlns:a="http://schemas.openxmlformats.org/drawingml/2006/main" noChangeAspect="1"/>
          </p:cNvPicPr>
          <p:nvPr/>
        </p:nvPicPr>
        <p:blipFill>
          <a:blip xmlns:r="http://schemas.openxmlformats.org/officeDocument/2006/relationships" xmlns:a="http://schemas.openxmlformats.org/drawingml/2006/main" r:embed="R5cd0ef0a2fdb40e6"/>
          <a:stretch xmlns:a="http://schemas.openxmlformats.org/drawingml/2006/main"/>
        </p:blipFill>
        <p:spPr>
          <a:xfrm xmlns:a="http://schemas.openxmlformats.org/drawingml/2006/main">
            <a:off x="533400" y="853066"/>
            <a:ext cx="4429125" cy="703693"/>
          </a:xfrm>
          <a:prstGeom xmlns:a="http://schemas.openxmlformats.org/drawingml/2006/main" prst="rect">
            <a:avLst/>
          </a:prstGeom>
        </p:spPr>
      </p:pic>
      <p:sp>
        <p:nvSpPr>
          <p:cNvPr id="2" name="current-content-1">
            <a:extLst xmlns:a="http://schemas.openxmlformats.org/drawingml/2006/main">
              <a:ext uri="{FF2B5EF4-FFF2-40B4-BE49-F238E27FC236}">
                <a16:creationId xmlns:a16="http://schemas.microsoft.com/office/drawing/2014/main" id="{27A8AD5F-8F8A-4F38-80CE-BBE6475F0C06}"/>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01 / 17</a:t>
            </a:r>
          </a:p>
        </p:txBody>
      </p:sp>
      <p:sp>
        <p:nvSpPr>
          <p:cNvPr id="3" name="current-content-34">
            <a:extLst xmlns:a="http://schemas.openxmlformats.org/drawingml/2006/main">
              <a:ext uri="{FF2B5EF4-FFF2-40B4-BE49-F238E27FC236}">
                <a16:creationId xmlns:a16="http://schemas.microsoft.com/office/drawing/2014/main" id="{B3D6B970-3D7E-462A-A14C-255CEE60958B}"/>
              </a:ext>
            </a:extLst>
          </p:cNvPr>
          <p:cNvSpPr>
            <a:spLocks xmlns:a="http://schemas.openxmlformats.org/drawingml/2006/main" noGrp="1"/>
          </p:cNvSpPr>
          <p:nvPr/>
        </p:nvSpPr>
        <p:spPr>
          <a:xfrm xmlns:a="http://schemas.openxmlformats.org/drawingml/2006/main">
            <a:off x="533400" y="1571625"/>
            <a:ext cx="4810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70C0"/>
                </a:solidFill>
                <a:latin typeface="Raleway"/>
                <a:ea typeface="Raleway"/>
                <a:cs typeface="Raleway"/>
              </a:defRPr>
            </a:defPPr>
            <a:lvl1pPr algn="l">
              <a:defRPr sz="1950" b="1">
                <a:solidFill>
                  <a:srgbClr val="0070C0"/>
                </a:solidFill>
                <a:latin typeface="Raleway"/>
                <a:ea typeface="Raleway"/>
                <a:cs typeface="Raleway"/>
              </a:defRPr>
            </a:lvl1pPr>
            <a:lvl2pPr algn="l">
              <a:defRPr sz="1950" b="1">
                <a:solidFill>
                  <a:srgbClr val="0070C0"/>
                </a:solidFill>
                <a:latin typeface="Raleway"/>
                <a:ea typeface="Raleway"/>
                <a:cs typeface="Raleway"/>
              </a:defRPr>
            </a:lvl2pPr>
            <a:lvl3pPr algn="l">
              <a:defRPr sz="1950" b="1">
                <a:solidFill>
                  <a:srgbClr val="0070C0"/>
                </a:solidFill>
                <a:latin typeface="Raleway"/>
                <a:ea typeface="Raleway"/>
                <a:cs typeface="Raleway"/>
              </a:defRPr>
            </a:lvl3pPr>
            <a:lvl4pPr algn="l">
              <a:defRPr sz="1950" b="1">
                <a:solidFill>
                  <a:srgbClr val="0070C0"/>
                </a:solidFill>
                <a:latin typeface="Raleway"/>
                <a:ea typeface="Raleway"/>
                <a:cs typeface="Raleway"/>
              </a:defRPr>
            </a:lvl4pPr>
            <a:lvl5pPr algn="l">
              <a:defRPr sz="1950" b="1">
                <a:solidFill>
                  <a:srgbClr val="0070C0"/>
                </a:solidFill>
                <a:latin typeface="Raleway"/>
                <a:ea typeface="Raleway"/>
                <a:cs typeface="Raleway"/>
              </a:defRPr>
            </a:lvl5pPr>
            <a:lvl6pPr algn="l">
              <a:defRPr sz="1950" b="1">
                <a:solidFill>
                  <a:srgbClr val="0070C0"/>
                </a:solidFill>
                <a:latin typeface="Raleway"/>
                <a:ea typeface="Raleway"/>
                <a:cs typeface="Raleway"/>
              </a:defRPr>
            </a:lvl6pPr>
            <a:lvl7pPr algn="l">
              <a:defRPr sz="1950" b="1">
                <a:solidFill>
                  <a:srgbClr val="0070C0"/>
                </a:solidFill>
                <a:latin typeface="Raleway"/>
                <a:ea typeface="Raleway"/>
                <a:cs typeface="Raleway"/>
              </a:defRPr>
            </a:lvl7pPr>
            <a:lvl8pPr algn="l">
              <a:defRPr sz="1950" b="1">
                <a:solidFill>
                  <a:srgbClr val="0070C0"/>
                </a:solidFill>
                <a:latin typeface="Raleway"/>
                <a:ea typeface="Raleway"/>
                <a:cs typeface="Raleway"/>
              </a:defRPr>
            </a:lvl8pPr>
            <a:lvl9pPr algn="l">
              <a:defRPr sz="1950" b="1">
                <a:solidFill>
                  <a:srgbClr val="0070C0"/>
                </a:solidFill>
                <a:latin typeface="Raleway"/>
                <a:ea typeface="Raleway"/>
                <a:cs typeface="Raleway"/>
              </a:defRPr>
            </a:lvl9pPr>
          </a:lstStyle>
          <a:p xmlns:a="http://schemas.openxmlformats.org/drawingml/2006/main">
            <a:pPr algn="l">
              <a:defRPr sz="1950" b="1">
                <a:solidFill>
                  <a:srgbClr val="0070C0"/>
                </a:solidFill>
                <a:latin typeface="Raleway"/>
                <a:ea typeface="Raleway"/>
                <a:cs typeface="Raleway"/>
              </a:defRPr>
            </a:pPr>
            <a:r>
              <a:rPr sz="1950" b="1">
                <a:solidFill>
                  <a:srgbClr val="0070C0"/>
                </a:solidFill>
                <a:latin typeface="Raleway"/>
                <a:ea typeface="Raleway"/>
                <a:cs typeface="Raleway"/>
              </a:rPr>
              <a:t>Kodigo  •  Capstone Pre-Defense</a:t>
            </a:r>
          </a:p>
        </p:txBody>
      </p:sp>
      <p:sp>
        <p:nvSpPr>
          <p:cNvPr id="4" name="current-content-35">
            <a:extLst xmlns:a="http://schemas.openxmlformats.org/drawingml/2006/main">
              <a:ext uri="{FF2B5EF4-FFF2-40B4-BE49-F238E27FC236}">
                <a16:creationId xmlns:a16="http://schemas.microsoft.com/office/drawing/2014/main" id="{86817EB7-0058-4FA8-8F32-CFD13A01EE13}"/>
              </a:ext>
            </a:extLst>
          </p:cNvPr>
          <p:cNvSpPr>
            <a:spLocks xmlns:a="http://schemas.openxmlformats.org/drawingml/2006/main" noGrp="1"/>
          </p:cNvSpPr>
          <p:nvPr/>
        </p:nvSpPr>
        <p:spPr>
          <a:xfrm xmlns:a="http://schemas.openxmlformats.org/drawingml/2006/main">
            <a:off x="447675" y="2000250"/>
            <a:ext cx="49053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171717"/>
                </a:solidFill>
                <a:latin typeface="Cambria"/>
                <a:ea typeface="Cambria"/>
                <a:cs typeface="Cambria"/>
              </a:defRPr>
            </a:defPPr>
            <a:lvl1pPr algn="ctr">
              <a:defRPr sz="1875" b="1">
                <a:solidFill>
                  <a:srgbClr val="171717"/>
                </a:solidFill>
                <a:latin typeface="Cambria"/>
                <a:ea typeface="Cambria"/>
                <a:cs typeface="Cambria"/>
              </a:defRPr>
            </a:lvl1pPr>
            <a:lvl2pPr algn="ctr">
              <a:defRPr sz="1875" b="1">
                <a:solidFill>
                  <a:srgbClr val="171717"/>
                </a:solidFill>
                <a:latin typeface="Cambria"/>
                <a:ea typeface="Cambria"/>
                <a:cs typeface="Cambria"/>
              </a:defRPr>
            </a:lvl2pPr>
            <a:lvl3pPr algn="ctr">
              <a:defRPr sz="1875" b="1">
                <a:solidFill>
                  <a:srgbClr val="171717"/>
                </a:solidFill>
                <a:latin typeface="Cambria"/>
                <a:ea typeface="Cambria"/>
                <a:cs typeface="Cambria"/>
              </a:defRPr>
            </a:lvl3pPr>
            <a:lvl4pPr algn="ctr">
              <a:defRPr sz="1875" b="1">
                <a:solidFill>
                  <a:srgbClr val="171717"/>
                </a:solidFill>
                <a:latin typeface="Cambria"/>
                <a:ea typeface="Cambria"/>
                <a:cs typeface="Cambria"/>
              </a:defRPr>
            </a:lvl4pPr>
            <a:lvl5pPr algn="ctr">
              <a:defRPr sz="1875" b="1">
                <a:solidFill>
                  <a:srgbClr val="171717"/>
                </a:solidFill>
                <a:latin typeface="Cambria"/>
                <a:ea typeface="Cambria"/>
                <a:cs typeface="Cambria"/>
              </a:defRPr>
            </a:lvl5pPr>
            <a:lvl6pPr algn="ctr">
              <a:defRPr sz="1875" b="1">
                <a:solidFill>
                  <a:srgbClr val="171717"/>
                </a:solidFill>
                <a:latin typeface="Cambria"/>
                <a:ea typeface="Cambria"/>
                <a:cs typeface="Cambria"/>
              </a:defRPr>
            </a:lvl6pPr>
            <a:lvl7pPr algn="ctr">
              <a:defRPr sz="1875" b="1">
                <a:solidFill>
                  <a:srgbClr val="171717"/>
                </a:solidFill>
                <a:latin typeface="Cambria"/>
                <a:ea typeface="Cambria"/>
                <a:cs typeface="Cambria"/>
              </a:defRPr>
            </a:lvl7pPr>
            <a:lvl8pPr algn="ctr">
              <a:defRPr sz="1875" b="1">
                <a:solidFill>
                  <a:srgbClr val="171717"/>
                </a:solidFill>
                <a:latin typeface="Cambria"/>
                <a:ea typeface="Cambria"/>
                <a:cs typeface="Cambria"/>
              </a:defRPr>
            </a:lvl8pPr>
            <a:lvl9pPr algn="ctr">
              <a:defRPr sz="1875" b="1">
                <a:solidFill>
                  <a:srgbClr val="171717"/>
                </a:solidFill>
                <a:latin typeface="Cambria"/>
                <a:ea typeface="Cambria"/>
                <a:cs typeface="Cambria"/>
              </a:defRPr>
            </a:lvl9pPr>
          </a:lstStyle>
          <a:p xmlns:a="http://schemas.openxmlformats.org/drawingml/2006/main">
            <a:pPr algn="ctr">
              <a:defRPr sz="1875" b="1">
                <a:solidFill>
                  <a:srgbClr val="171717"/>
                </a:solidFill>
                <a:latin typeface="Cambria"/>
                <a:ea typeface="Cambria"/>
                <a:cs typeface="Cambria"/>
              </a:defRPr>
            </a:pPr>
            <a:r>
              <a:rPr sz="1875" b="1">
                <a:solidFill>
                  <a:srgbClr val="171717"/>
                </a:solidFill>
                <a:latin typeface="Cambria"/>
                <a:ea typeface="Cambria"/>
                <a:cs typeface="Cambria"/>
              </a:rPr>
              <a:t>Architecting a Lightweight Cloud-Based Inventory and Financial Management System: A Mixed-Methods Evaluation of Decision-Making Efficiency in Philippine SMEs</a:t>
            </a:r>
          </a:p>
        </p:txBody>
      </p:sp>
      <p:sp>
        <p:nvSpPr>
          <p:cNvPr id="5" name="current-content-36">
            <a:extLst xmlns:a="http://schemas.openxmlformats.org/drawingml/2006/main">
              <a:ext uri="{FF2B5EF4-FFF2-40B4-BE49-F238E27FC236}">
                <a16:creationId xmlns:a16="http://schemas.microsoft.com/office/drawing/2014/main" id="{1BC32A1B-ADD4-4BC7-8CCC-66701066B797}"/>
              </a:ext>
            </a:extLst>
          </p:cNvPr>
          <p:cNvSpPr>
            <a:spLocks xmlns:a="http://schemas.openxmlformats.org/drawingml/2006/main" noGrp="1"/>
          </p:cNvSpPr>
          <p:nvPr/>
        </p:nvSpPr>
        <p:spPr>
          <a:xfrm xmlns:a="http://schemas.openxmlformats.org/drawingml/2006/main">
            <a:off x="533400" y="3457575"/>
            <a:ext cx="4714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1">
                <a:solidFill>
                  <a:srgbClr val="171717"/>
                </a:solidFill>
                <a:latin typeface="Arial"/>
                <a:ea typeface="Arial"/>
                <a:cs typeface="Arial"/>
              </a:defRPr>
            </a:defPPr>
            <a:lvl1pPr algn="ctr">
              <a:defRPr sz="1350" b="1">
                <a:solidFill>
                  <a:srgbClr val="171717"/>
                </a:solidFill>
                <a:latin typeface="Arial"/>
                <a:ea typeface="Arial"/>
                <a:cs typeface="Arial"/>
              </a:defRPr>
            </a:lvl1pPr>
            <a:lvl2pPr algn="ctr">
              <a:defRPr sz="1350" b="1">
                <a:solidFill>
                  <a:srgbClr val="171717"/>
                </a:solidFill>
                <a:latin typeface="Arial"/>
                <a:ea typeface="Arial"/>
                <a:cs typeface="Arial"/>
              </a:defRPr>
            </a:lvl2pPr>
            <a:lvl3pPr algn="ctr">
              <a:defRPr sz="1350" b="1">
                <a:solidFill>
                  <a:srgbClr val="171717"/>
                </a:solidFill>
                <a:latin typeface="Arial"/>
                <a:ea typeface="Arial"/>
                <a:cs typeface="Arial"/>
              </a:defRPr>
            </a:lvl3pPr>
            <a:lvl4pPr algn="ctr">
              <a:defRPr sz="1350" b="1">
                <a:solidFill>
                  <a:srgbClr val="171717"/>
                </a:solidFill>
                <a:latin typeface="Arial"/>
                <a:ea typeface="Arial"/>
                <a:cs typeface="Arial"/>
              </a:defRPr>
            </a:lvl4pPr>
            <a:lvl5pPr algn="ctr">
              <a:defRPr sz="1350" b="1">
                <a:solidFill>
                  <a:srgbClr val="171717"/>
                </a:solidFill>
                <a:latin typeface="Arial"/>
                <a:ea typeface="Arial"/>
                <a:cs typeface="Arial"/>
              </a:defRPr>
            </a:lvl5pPr>
            <a:lvl6pPr algn="ctr">
              <a:defRPr sz="1350" b="1">
                <a:solidFill>
                  <a:srgbClr val="171717"/>
                </a:solidFill>
                <a:latin typeface="Arial"/>
                <a:ea typeface="Arial"/>
                <a:cs typeface="Arial"/>
              </a:defRPr>
            </a:lvl6pPr>
            <a:lvl7pPr algn="ctr">
              <a:defRPr sz="1350" b="1">
                <a:solidFill>
                  <a:srgbClr val="171717"/>
                </a:solidFill>
                <a:latin typeface="Arial"/>
                <a:ea typeface="Arial"/>
                <a:cs typeface="Arial"/>
              </a:defRPr>
            </a:lvl7pPr>
            <a:lvl8pPr algn="ctr">
              <a:defRPr sz="1350" b="1">
                <a:solidFill>
                  <a:srgbClr val="171717"/>
                </a:solidFill>
                <a:latin typeface="Arial"/>
                <a:ea typeface="Arial"/>
                <a:cs typeface="Arial"/>
              </a:defRPr>
            </a:lvl8pPr>
            <a:lvl9pPr algn="ctr">
              <a:defRPr sz="1350" b="1">
                <a:solidFill>
                  <a:srgbClr val="171717"/>
                </a:solidFill>
                <a:latin typeface="Arial"/>
                <a:ea typeface="Arial"/>
                <a:cs typeface="Arial"/>
              </a:defRPr>
            </a:lvl9pPr>
          </a:lstStyle>
          <a:p xmlns:a="http://schemas.openxmlformats.org/drawingml/2006/main">
            <a:pPr algn="ctr">
              <a:defRPr sz="1350" b="1">
                <a:solidFill>
                  <a:srgbClr val="171717"/>
                </a:solidFill>
                <a:latin typeface="Arial"/>
                <a:ea typeface="Arial"/>
                <a:cs typeface="Arial"/>
              </a:defRPr>
            </a:pPr>
            <a:r>
              <a:rPr sz="1350" b="1">
                <a:solidFill>
                  <a:srgbClr val="171717"/>
                </a:solidFill>
                <a:latin typeface="Arial"/>
                <a:ea typeface="Arial"/>
                <a:cs typeface="Arial"/>
              </a:rPr>
              <a:t>Evon Christian Pahugot Vergara</a:t>
            </a:r>
          </a:p>
          <a:p xmlns:a="http://schemas.openxmlformats.org/drawingml/2006/main">
            <a:pPr algn="ctr">
              <a:defRPr sz="1350" b="1">
                <a:solidFill>
                  <a:srgbClr val="171717"/>
                </a:solidFill>
                <a:latin typeface="Arial"/>
                <a:ea typeface="Arial"/>
                <a:cs typeface="Arial"/>
              </a:defRPr>
            </a:pPr>
            <a:r>
              <a:rPr sz="1350" b="1">
                <a:solidFill>
                  <a:srgbClr val="171717"/>
                </a:solidFill>
                <a:latin typeface="Arial"/>
                <a:ea typeface="Arial"/>
                <a:cs typeface="Arial"/>
              </a:rPr>
              <a:t>Justin Comendador</a:t>
            </a:r>
          </a:p>
          <a:p xmlns:a="http://schemas.openxmlformats.org/drawingml/2006/main">
            <a:pPr algn="ctr">
              <a:defRPr sz="1350" b="1">
                <a:solidFill>
                  <a:srgbClr val="171717"/>
                </a:solidFill>
                <a:latin typeface="Arial"/>
                <a:ea typeface="Arial"/>
                <a:cs typeface="Arial"/>
              </a:defRPr>
            </a:pPr>
            <a:r>
              <a:rPr sz="1350" b="1">
                <a:solidFill>
                  <a:srgbClr val="171717"/>
                </a:solidFill>
                <a:latin typeface="Arial"/>
                <a:ea typeface="Arial"/>
                <a:cs typeface="Arial"/>
              </a:rPr>
              <a:t>Xymmer James Nadera</a:t>
            </a:r>
          </a:p>
        </p:txBody>
      </p:sp>
      <p:sp>
        <p:nvSpPr>
          <p:cNvPr id="6" name="current-content-37">
            <a:extLst xmlns:a="http://schemas.openxmlformats.org/drawingml/2006/main">
              <a:ext uri="{FF2B5EF4-FFF2-40B4-BE49-F238E27FC236}">
                <a16:creationId xmlns:a16="http://schemas.microsoft.com/office/drawing/2014/main" id="{621D6582-DA7A-4498-B753-796801487BB5}"/>
              </a:ext>
            </a:extLst>
          </p:cNvPr>
          <p:cNvSpPr>
            <a:spLocks xmlns:a="http://schemas.openxmlformats.org/drawingml/2006/main" noGrp="1"/>
          </p:cNvSpPr>
          <p:nvPr/>
        </p:nvSpPr>
        <p:spPr>
          <a:xfrm xmlns:a="http://schemas.openxmlformats.org/drawingml/2006/main">
            <a:off x="533400" y="4162425"/>
            <a:ext cx="4714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95959"/>
                </a:solidFill>
                <a:latin typeface="Arial"/>
                <a:ea typeface="Arial"/>
                <a:cs typeface="Arial"/>
              </a:defRPr>
            </a:defPPr>
            <a:lvl1pPr algn="ctr">
              <a:defRPr sz="1050" b="0">
                <a:solidFill>
                  <a:srgbClr val="595959"/>
                </a:solidFill>
                <a:latin typeface="Arial"/>
                <a:ea typeface="Arial"/>
                <a:cs typeface="Arial"/>
              </a:defRPr>
            </a:lvl1pPr>
            <a:lvl2pPr algn="ctr">
              <a:defRPr sz="1050" b="0">
                <a:solidFill>
                  <a:srgbClr val="595959"/>
                </a:solidFill>
                <a:latin typeface="Arial"/>
                <a:ea typeface="Arial"/>
                <a:cs typeface="Arial"/>
              </a:defRPr>
            </a:lvl2pPr>
            <a:lvl3pPr algn="ctr">
              <a:defRPr sz="1050" b="0">
                <a:solidFill>
                  <a:srgbClr val="595959"/>
                </a:solidFill>
                <a:latin typeface="Arial"/>
                <a:ea typeface="Arial"/>
                <a:cs typeface="Arial"/>
              </a:defRPr>
            </a:lvl3pPr>
            <a:lvl4pPr algn="ctr">
              <a:defRPr sz="1050" b="0">
                <a:solidFill>
                  <a:srgbClr val="595959"/>
                </a:solidFill>
                <a:latin typeface="Arial"/>
                <a:ea typeface="Arial"/>
                <a:cs typeface="Arial"/>
              </a:defRPr>
            </a:lvl4pPr>
            <a:lvl5pPr algn="ctr">
              <a:defRPr sz="1050" b="0">
                <a:solidFill>
                  <a:srgbClr val="595959"/>
                </a:solidFill>
                <a:latin typeface="Arial"/>
                <a:ea typeface="Arial"/>
                <a:cs typeface="Arial"/>
              </a:defRPr>
            </a:lvl5pPr>
            <a:lvl6pPr algn="ctr">
              <a:defRPr sz="1050" b="0">
                <a:solidFill>
                  <a:srgbClr val="595959"/>
                </a:solidFill>
                <a:latin typeface="Arial"/>
                <a:ea typeface="Arial"/>
                <a:cs typeface="Arial"/>
              </a:defRPr>
            </a:lvl6pPr>
            <a:lvl7pPr algn="ctr">
              <a:defRPr sz="1050" b="0">
                <a:solidFill>
                  <a:srgbClr val="595959"/>
                </a:solidFill>
                <a:latin typeface="Arial"/>
                <a:ea typeface="Arial"/>
                <a:cs typeface="Arial"/>
              </a:defRPr>
            </a:lvl7pPr>
            <a:lvl8pPr algn="ctr">
              <a:defRPr sz="1050" b="0">
                <a:solidFill>
                  <a:srgbClr val="595959"/>
                </a:solidFill>
                <a:latin typeface="Arial"/>
                <a:ea typeface="Arial"/>
                <a:cs typeface="Arial"/>
              </a:defRPr>
            </a:lvl8pPr>
            <a:lvl9pPr algn="ctr">
              <a:defRPr sz="1050" b="0">
                <a:solidFill>
                  <a:srgbClr val="595959"/>
                </a:solidFill>
                <a:latin typeface="Arial"/>
                <a:ea typeface="Arial"/>
                <a:cs typeface="Arial"/>
              </a:defRPr>
            </a:lvl9pPr>
          </a:lstStyle>
          <a:p xmlns:a="http://schemas.openxmlformats.org/drawingml/2006/main">
            <a:pPr algn="ctr">
              <a:defRPr sz="1050" b="0">
                <a:solidFill>
                  <a:srgbClr val="595959"/>
                </a:solidFill>
                <a:latin typeface="Arial"/>
                <a:ea typeface="Arial"/>
                <a:cs typeface="Arial"/>
              </a:defRPr>
            </a:pPr>
            <a:r>
              <a:rPr sz="1050" b="0">
                <a:solidFill>
                  <a:srgbClr val="595959"/>
                </a:solidFill>
                <a:latin typeface="Arial"/>
                <a:ea typeface="Arial"/>
                <a:cs typeface="Arial"/>
              </a:rPr>
              <a:t>College of Information Technology and Engineering</a:t>
            </a:r>
          </a:p>
          <a:p xmlns:a="http://schemas.openxmlformats.org/drawingml/2006/main">
            <a:pPr algn="ctr">
              <a:defRPr sz="1050" b="0">
                <a:solidFill>
                  <a:srgbClr val="595959"/>
                </a:solidFill>
                <a:latin typeface="Arial"/>
                <a:ea typeface="Arial"/>
                <a:cs typeface="Arial"/>
              </a:defRPr>
            </a:pPr>
            <a:r>
              <a:rPr sz="1050" b="0">
                <a:solidFill>
                  <a:srgbClr val="595959"/>
                </a:solidFill>
                <a:latin typeface="Arial"/>
                <a:ea typeface="Arial"/>
                <a:cs typeface="Arial"/>
              </a:rPr>
              <a:t>Southwestern University – PHINMA</a:t>
            </a:r>
          </a:p>
        </p:txBody>
      </p:sp>
      <p:sp>
        <p:nvSpPr>
          <p:cNvPr id="7" name="current-content-38">
            <a:extLst xmlns:a="http://schemas.openxmlformats.org/drawingml/2006/main">
              <a:ext uri="{FF2B5EF4-FFF2-40B4-BE49-F238E27FC236}">
                <a16:creationId xmlns:a16="http://schemas.microsoft.com/office/drawing/2014/main" id="{71EAA540-51EF-4329-970E-15B3F3D1AFEA}"/>
              </a:ext>
            </a:extLst>
          </p:cNvPr>
          <p:cNvSpPr>
            <a:spLocks xmlns:a="http://schemas.openxmlformats.org/drawingml/2006/main" noGrp="1"/>
          </p:cNvSpPr>
          <p:nvPr/>
        </p:nvSpPr>
        <p:spPr>
          <a:xfrm xmlns:a="http://schemas.openxmlformats.org/drawingml/2006/main">
            <a:off x="533400" y="44767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95959"/>
                </a:solidFill>
                <a:latin typeface="Arial"/>
                <a:ea typeface="Arial"/>
                <a:cs typeface="Arial"/>
              </a:defRPr>
            </a:defPPr>
            <a:lvl1pPr algn="l">
              <a:defRPr sz="975" b="0">
                <a:solidFill>
                  <a:srgbClr val="595959"/>
                </a:solidFill>
                <a:latin typeface="Arial"/>
                <a:ea typeface="Arial"/>
                <a:cs typeface="Arial"/>
              </a:defRPr>
            </a:lvl1pPr>
            <a:lvl2pPr algn="l">
              <a:defRPr sz="975" b="0">
                <a:solidFill>
                  <a:srgbClr val="595959"/>
                </a:solidFill>
                <a:latin typeface="Arial"/>
                <a:ea typeface="Arial"/>
                <a:cs typeface="Arial"/>
              </a:defRPr>
            </a:lvl2pPr>
            <a:lvl3pPr algn="l">
              <a:defRPr sz="975" b="0">
                <a:solidFill>
                  <a:srgbClr val="595959"/>
                </a:solidFill>
                <a:latin typeface="Arial"/>
                <a:ea typeface="Arial"/>
                <a:cs typeface="Arial"/>
              </a:defRPr>
            </a:lvl3pPr>
            <a:lvl4pPr algn="l">
              <a:defRPr sz="975" b="0">
                <a:solidFill>
                  <a:srgbClr val="595959"/>
                </a:solidFill>
                <a:latin typeface="Arial"/>
                <a:ea typeface="Arial"/>
                <a:cs typeface="Arial"/>
              </a:defRPr>
            </a:lvl4pPr>
            <a:lvl5pPr algn="l">
              <a:defRPr sz="975" b="0">
                <a:solidFill>
                  <a:srgbClr val="595959"/>
                </a:solidFill>
                <a:latin typeface="Arial"/>
                <a:ea typeface="Arial"/>
                <a:cs typeface="Arial"/>
              </a:defRPr>
            </a:lvl5pPr>
            <a:lvl6pPr algn="l">
              <a:defRPr sz="975" b="0">
                <a:solidFill>
                  <a:srgbClr val="595959"/>
                </a:solidFill>
                <a:latin typeface="Arial"/>
                <a:ea typeface="Arial"/>
                <a:cs typeface="Arial"/>
              </a:defRPr>
            </a:lvl6pPr>
            <a:lvl7pPr algn="l">
              <a:defRPr sz="975" b="0">
                <a:solidFill>
                  <a:srgbClr val="595959"/>
                </a:solidFill>
                <a:latin typeface="Arial"/>
                <a:ea typeface="Arial"/>
                <a:cs typeface="Arial"/>
              </a:defRPr>
            </a:lvl7pPr>
            <a:lvl8pPr algn="l">
              <a:defRPr sz="975" b="0">
                <a:solidFill>
                  <a:srgbClr val="595959"/>
                </a:solidFill>
                <a:latin typeface="Arial"/>
                <a:ea typeface="Arial"/>
                <a:cs typeface="Arial"/>
              </a:defRPr>
            </a:lvl8pPr>
            <a:lvl9pPr algn="l">
              <a:defRPr sz="975" b="0">
                <a:solidFill>
                  <a:srgbClr val="595959"/>
                </a:solidFill>
                <a:latin typeface="Arial"/>
                <a:ea typeface="Arial"/>
                <a:cs typeface="Arial"/>
              </a:defRPr>
            </a:lvl9pPr>
          </a:lstStyle>
          <a:p xmlns:a="http://schemas.openxmlformats.org/drawingml/2006/main">
            <a:pPr algn="l">
              <a:defRPr sz="975" b="0">
                <a:solidFill>
                  <a:srgbClr val="595959"/>
                </a:solidFill>
                <a:latin typeface="Arial"/>
                <a:ea typeface="Arial"/>
                <a:cs typeface="Arial"/>
              </a:defRPr>
            </a:pPr>
            <a:r>
              <a:rPr sz="975" b="0">
                <a:solidFill>
                  <a:srgbClr val="595959"/>
                </a:solidFill>
                <a:latin typeface="Arial"/>
                <a:ea typeface="Arial"/>
                <a:cs typeface="Arial"/>
              </a:rPr>
              <a:t>Adviser: [Adviser name]     Academic year: [Academic year]</a:t>
            </a:r>
          </a:p>
        </p:txBody>
      </p:sp>
    </p:spTree>
    <p:extLst>
      <p:ext uri="{BB962C8B-B14F-4D97-AF65-F5344CB8AC3E}">
        <p14:creationId xmlns:p14="http://schemas.microsoft.com/office/powerpoint/2010/main" val="68676048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DB4E7C9C-1282-4D79-B1BA-B50F3EC7BCAB}"/>
              </a:ext>
            </a:extLst>
          </p:cNvPr>
          <p:cNvPicPr>
            <a:picLocks xmlns:a="http://schemas.openxmlformats.org/drawingml/2006/main" noChangeAspect="1"/>
          </p:cNvPicPr>
          <p:nvPr/>
        </p:nvPicPr>
        <p:blipFill>
          <a:blip xmlns:r="http://schemas.openxmlformats.org/officeDocument/2006/relationships" xmlns:a="http://schemas.openxmlformats.org/drawingml/2006/main" r:embed="R656d318e144e4ba2"/>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
            <a:extLst xmlns:a="http://schemas.openxmlformats.org/drawingml/2006/main">
              <a:ext uri="{FF2B5EF4-FFF2-40B4-BE49-F238E27FC236}">
                <a16:creationId xmlns:a16="http://schemas.microsoft.com/office/drawing/2014/main" id="{EA7E93E6-FCEC-4402-AE67-C18407CA656F}"/>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Agenda</a:t>
            </a:r>
          </a:p>
        </p:txBody>
      </p:sp>
      <p:pic>
        <p:nvPicPr>
          <p:cNvPr id="3" name="">
            <a:extLst xmlns:a="http://schemas.openxmlformats.org/drawingml/2006/main">
              <a:ext uri="{FF2B5EF4-FFF2-40B4-BE49-F238E27FC236}">
                <a16:creationId xmlns:a16="http://schemas.microsoft.com/office/drawing/2014/main" id="{0A870113-85C8-4ED2-B803-F1EDA42D3207}"/>
              </a:ext>
            </a:extLst>
          </p:cNvPr>
          <p:cNvPicPr>
            <a:picLocks xmlns:a="http://schemas.openxmlformats.org/drawingml/2006/main" noChangeAspect="1"/>
          </p:cNvPicPr>
          <p:nvPr/>
        </p:nvPicPr>
        <p:blipFill>
          <a:blip xmlns:r="http://schemas.openxmlformats.org/officeDocument/2006/relationships" xmlns:a="http://schemas.openxmlformats.org/drawingml/2006/main" r:embed="Rd107cc3750944f7a"/>
          <a:stretch xmlns:a="http://schemas.openxmlformats.org/drawingml/2006/main"/>
        </p:blipFill>
        <p:spPr>
          <a:xfrm xmlns:a="http://schemas.openxmlformats.org/drawingml/2006/main">
            <a:off x="3524250" y="4676998"/>
            <a:ext cx="2095500" cy="332930"/>
          </a:xfrm>
          <a:prstGeom xmlns:a="http://schemas.openxmlformats.org/drawingml/2006/main" prst="rect">
            <a:avLst/>
          </a:prstGeom>
        </p:spPr>
      </p:pic>
      <p:sp>
        <p:nvSpPr>
          <p:cNvPr id="4" name="current-content-3">
            <a:extLst xmlns:a="http://schemas.openxmlformats.org/drawingml/2006/main">
              <a:ext uri="{FF2B5EF4-FFF2-40B4-BE49-F238E27FC236}">
                <a16:creationId xmlns:a16="http://schemas.microsoft.com/office/drawing/2014/main" id="{BE1FA8C6-7C03-49D6-9336-80B581408B81}"/>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02 / 17</a:t>
            </a:r>
          </a:p>
        </p:txBody>
      </p:sp>
      <p:sp>
        <p:nvSpPr>
          <p:cNvPr id="5" name="current-content-39">
            <a:extLst xmlns:a="http://schemas.openxmlformats.org/drawingml/2006/main">
              <a:ext uri="{FF2B5EF4-FFF2-40B4-BE49-F238E27FC236}">
                <a16:creationId xmlns:a16="http://schemas.microsoft.com/office/drawing/2014/main" id="{ABC1EF9F-D133-4066-95BF-1C8816117274}"/>
              </a:ext>
            </a:extLst>
          </p:cNvPr>
          <p:cNvSpPr>
            <a:spLocks xmlns:a="http://schemas.openxmlformats.org/drawingml/2006/main" noGrp="1"/>
          </p:cNvSpPr>
          <p:nvPr/>
        </p:nvSpPr>
        <p:spPr>
          <a:xfrm xmlns:a="http://schemas.openxmlformats.org/drawingml/2006/main">
            <a:off x="533400" y="12477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Research context</a:t>
            </a:r>
          </a:p>
        </p:txBody>
      </p:sp>
      <p:sp>
        <p:nvSpPr>
          <p:cNvPr id="6" name="current-content-40">
            <a:extLst xmlns:a="http://schemas.openxmlformats.org/drawingml/2006/main">
              <a:ext uri="{FF2B5EF4-FFF2-40B4-BE49-F238E27FC236}">
                <a16:creationId xmlns:a16="http://schemas.microsoft.com/office/drawing/2014/main" id="{937ED963-19CD-4982-8096-1C225333264A}"/>
              </a:ext>
            </a:extLst>
          </p:cNvPr>
          <p:cNvSpPr>
            <a:spLocks xmlns:a="http://schemas.openxmlformats.org/drawingml/2006/main" noGrp="1"/>
          </p:cNvSpPr>
          <p:nvPr/>
        </p:nvSpPr>
        <p:spPr>
          <a:xfrm xmlns:a="http://schemas.openxmlformats.org/drawingml/2006/main">
            <a:off x="3381375" y="12477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Background and case scenario</a:t>
            </a:r>
          </a:p>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Problem statement and goals</a:t>
            </a:r>
          </a:p>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Related literature</a:t>
            </a:r>
          </a:p>
        </p:txBody>
      </p:sp>
      <p:sp>
        <p:nvSpPr>
          <p:cNvPr id="7" name="current-content-41">
            <a:extLst xmlns:a="http://schemas.openxmlformats.org/drawingml/2006/main">
              <a:ext uri="{FF2B5EF4-FFF2-40B4-BE49-F238E27FC236}">
                <a16:creationId xmlns:a16="http://schemas.microsoft.com/office/drawing/2014/main" id="{3CABA8F8-D923-4422-9D7C-8A0FA03C5226}"/>
              </a:ext>
            </a:extLst>
          </p:cNvPr>
          <p:cNvSpPr>
            <a:spLocks xmlns:a="http://schemas.openxmlformats.org/drawingml/2006/main" noGrp="1"/>
          </p:cNvSpPr>
          <p:nvPr/>
        </p:nvSpPr>
        <p:spPr>
          <a:xfrm xmlns:a="http://schemas.openxmlformats.org/drawingml/2006/main">
            <a:off x="533400" y="20859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Research evidence</a:t>
            </a:r>
          </a:p>
        </p:txBody>
      </p:sp>
      <p:sp>
        <p:nvSpPr>
          <p:cNvPr id="8" name="current-content-42">
            <a:extLst xmlns:a="http://schemas.openxmlformats.org/drawingml/2006/main">
              <a:ext uri="{FF2B5EF4-FFF2-40B4-BE49-F238E27FC236}">
                <a16:creationId xmlns:a16="http://schemas.microsoft.com/office/drawing/2014/main" id="{79551231-ADA1-4E59-B785-312206B0F91D}"/>
              </a:ext>
            </a:extLst>
          </p:cNvPr>
          <p:cNvSpPr>
            <a:spLocks xmlns:a="http://schemas.openxmlformats.org/drawingml/2006/main" noGrp="1"/>
          </p:cNvSpPr>
          <p:nvPr/>
        </p:nvSpPr>
        <p:spPr>
          <a:xfrm xmlns:a="http://schemas.openxmlformats.org/drawingml/2006/main">
            <a:off x="3381375" y="20859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Methodology</a:t>
            </a:r>
          </a:p>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Baseline findings for RQ1</a:t>
            </a:r>
          </a:p>
        </p:txBody>
      </p:sp>
      <p:sp>
        <p:nvSpPr>
          <p:cNvPr id="9" name="current-content-43">
            <a:extLst xmlns:a="http://schemas.openxmlformats.org/drawingml/2006/main">
              <a:ext uri="{FF2B5EF4-FFF2-40B4-BE49-F238E27FC236}">
                <a16:creationId xmlns:a16="http://schemas.microsoft.com/office/drawing/2014/main" id="{FD7E80AB-304E-46E0-A894-8A3311F3B079}"/>
              </a:ext>
            </a:extLst>
          </p:cNvPr>
          <p:cNvSpPr>
            <a:spLocks xmlns:a="http://schemas.openxmlformats.org/drawingml/2006/main" noGrp="1"/>
          </p:cNvSpPr>
          <p:nvPr/>
        </p:nvSpPr>
        <p:spPr>
          <a:xfrm xmlns:a="http://schemas.openxmlformats.org/drawingml/2006/main">
            <a:off x="533400" y="29241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Developed system</a:t>
            </a:r>
          </a:p>
        </p:txBody>
      </p:sp>
      <p:sp>
        <p:nvSpPr>
          <p:cNvPr id="10" name="current-content-44">
            <a:extLst xmlns:a="http://schemas.openxmlformats.org/drawingml/2006/main">
              <a:ext uri="{FF2B5EF4-FFF2-40B4-BE49-F238E27FC236}">
                <a16:creationId xmlns:a16="http://schemas.microsoft.com/office/drawing/2014/main" id="{816C85D8-5F31-4BA2-A5D2-04E5D7C69442}"/>
              </a:ext>
            </a:extLst>
          </p:cNvPr>
          <p:cNvSpPr>
            <a:spLocks xmlns:a="http://schemas.openxmlformats.org/drawingml/2006/main" noGrp="1"/>
          </p:cNvSpPr>
          <p:nvPr/>
        </p:nvSpPr>
        <p:spPr>
          <a:xfrm xmlns:a="http://schemas.openxmlformats.org/drawingml/2006/main">
            <a:off x="3381375" y="29241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Solution and conceptual framework</a:t>
            </a:r>
          </a:p>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Use cases, architecture and database</a:t>
            </a:r>
          </a:p>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Core logic and development platform</a:t>
            </a:r>
          </a:p>
        </p:txBody>
      </p:sp>
      <p:sp>
        <p:nvSpPr>
          <p:cNvPr id="11" name="current-content-45">
            <a:extLst xmlns:a="http://schemas.openxmlformats.org/drawingml/2006/main">
              <a:ext uri="{FF2B5EF4-FFF2-40B4-BE49-F238E27FC236}">
                <a16:creationId xmlns:a16="http://schemas.microsoft.com/office/drawing/2014/main" id="{BF780598-DDE4-41D0-88AE-50E5795B3348}"/>
              </a:ext>
            </a:extLst>
          </p:cNvPr>
          <p:cNvSpPr>
            <a:spLocks xmlns:a="http://schemas.openxmlformats.org/drawingml/2006/main" noGrp="1"/>
          </p:cNvSpPr>
          <p:nvPr/>
        </p:nvSpPr>
        <p:spPr>
          <a:xfrm xmlns:a="http://schemas.openxmlformats.org/drawingml/2006/main">
            <a:off x="533400" y="37623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Evaluation and walkthrough</a:t>
            </a:r>
          </a:p>
        </p:txBody>
      </p:sp>
      <p:sp>
        <p:nvSpPr>
          <p:cNvPr id="12" name="current-content-46">
            <a:extLst xmlns:a="http://schemas.openxmlformats.org/drawingml/2006/main">
              <a:ext uri="{FF2B5EF4-FFF2-40B4-BE49-F238E27FC236}">
                <a16:creationId xmlns:a16="http://schemas.microsoft.com/office/drawing/2014/main" id="{C3618481-9C94-45E5-97B7-7A25250459C9}"/>
              </a:ext>
            </a:extLst>
          </p:cNvPr>
          <p:cNvSpPr>
            <a:spLocks xmlns:a="http://schemas.openxmlformats.org/drawingml/2006/main" noGrp="1"/>
          </p:cNvSpPr>
          <p:nvPr/>
        </p:nvSpPr>
        <p:spPr>
          <a:xfrm xmlns:a="http://schemas.openxmlformats.org/drawingml/2006/main">
            <a:off x="3381375" y="37623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Testing evidence and limitations</a:t>
            </a:r>
          </a:p>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Demonstration sequence</a:t>
            </a:r>
          </a:p>
        </p:txBody>
      </p:sp>
    </p:spTree>
    <p:extLst>
      <p:ext uri="{BB962C8B-B14F-4D97-AF65-F5344CB8AC3E}">
        <p14:creationId xmlns:p14="http://schemas.microsoft.com/office/powerpoint/2010/main" val="126717699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76BE85C6-7902-4D5A-918D-1EE422126D24}"/>
              </a:ext>
            </a:extLst>
          </p:cNvPr>
          <p:cNvPicPr>
            <a:picLocks xmlns:a="http://schemas.openxmlformats.org/drawingml/2006/main" noChangeAspect="1"/>
          </p:cNvPicPr>
          <p:nvPr/>
        </p:nvPicPr>
        <p:blipFill>
          <a:blip xmlns:r="http://schemas.openxmlformats.org/officeDocument/2006/relationships" xmlns:a="http://schemas.openxmlformats.org/drawingml/2006/main" r:embed="Rc90b456578464c6b"/>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4">
            <a:extLst xmlns:a="http://schemas.openxmlformats.org/drawingml/2006/main">
              <a:ext uri="{FF2B5EF4-FFF2-40B4-BE49-F238E27FC236}">
                <a16:creationId xmlns:a16="http://schemas.microsoft.com/office/drawing/2014/main" id="{C62386EB-3A56-426F-B232-174F90C92ACB}"/>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Background and case scenario</a:t>
            </a:r>
          </a:p>
        </p:txBody>
      </p:sp>
      <p:pic>
        <p:nvPicPr>
          <p:cNvPr id="3" name="">
            <a:extLst xmlns:a="http://schemas.openxmlformats.org/drawingml/2006/main">
              <a:ext uri="{FF2B5EF4-FFF2-40B4-BE49-F238E27FC236}">
                <a16:creationId xmlns:a16="http://schemas.microsoft.com/office/drawing/2014/main" id="{2E3B071C-6CF2-4075-A052-905F1CC3E952}"/>
              </a:ext>
            </a:extLst>
          </p:cNvPr>
          <p:cNvPicPr>
            <a:picLocks xmlns:a="http://schemas.openxmlformats.org/drawingml/2006/main" noChangeAspect="1"/>
          </p:cNvPicPr>
          <p:nvPr/>
        </p:nvPicPr>
        <p:blipFill>
          <a:blip xmlns:r="http://schemas.openxmlformats.org/officeDocument/2006/relationships" xmlns:a="http://schemas.openxmlformats.org/drawingml/2006/main" r:embed="Ra758b2d161ae48b9"/>
          <a:stretch xmlns:a="http://schemas.openxmlformats.org/drawingml/2006/main"/>
        </p:blipFill>
        <p:spPr>
          <a:xfrm xmlns:a="http://schemas.openxmlformats.org/drawingml/2006/main">
            <a:off x="3524250" y="4676998"/>
            <a:ext cx="2095500" cy="332930"/>
          </a:xfrm>
          <a:prstGeom xmlns:a="http://schemas.openxmlformats.org/drawingml/2006/main" prst="rect">
            <a:avLst/>
          </a:prstGeom>
        </p:spPr>
      </p:pic>
      <p:sp>
        <p:nvSpPr>
          <p:cNvPr id="4" name="current-content-5">
            <a:extLst xmlns:a="http://schemas.openxmlformats.org/drawingml/2006/main">
              <a:ext uri="{FF2B5EF4-FFF2-40B4-BE49-F238E27FC236}">
                <a16:creationId xmlns:a16="http://schemas.microsoft.com/office/drawing/2014/main" id="{7C6E71E3-2A4A-4858-B412-793594DA7C46}"/>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03 / 17</a:t>
            </a:r>
          </a:p>
        </p:txBody>
      </p:sp>
      <p:sp>
        <p:nvSpPr>
          <p:cNvPr id="5" name="current-content-47">
            <a:extLst xmlns:a="http://schemas.openxmlformats.org/drawingml/2006/main">
              <a:ext uri="{FF2B5EF4-FFF2-40B4-BE49-F238E27FC236}">
                <a16:creationId xmlns:a16="http://schemas.microsoft.com/office/drawing/2014/main" id="{FA4A19F9-8DA2-41F3-BAEA-90A6D475DEB4}"/>
              </a:ext>
            </a:extLst>
          </p:cNvPr>
          <p:cNvSpPr>
            <a:spLocks xmlns:a="http://schemas.openxmlformats.org/drawingml/2006/main" noGrp="1"/>
          </p:cNvSpPr>
          <p:nvPr/>
        </p:nvSpPr>
        <p:spPr>
          <a:xfrm xmlns:a="http://schemas.openxmlformats.org/drawingml/2006/main">
            <a:off x="533400" y="1266825"/>
            <a:ext cx="8096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1717"/>
                </a:solidFill>
                <a:latin typeface="Arial"/>
                <a:ea typeface="Arial"/>
                <a:cs typeface="Arial"/>
              </a:defRPr>
            </a:defPPr>
            <a:lvl1pPr algn="l">
              <a:defRPr sz="2100" b="1">
                <a:solidFill>
                  <a:srgbClr val="171717"/>
                </a:solidFill>
                <a:latin typeface="Arial"/>
                <a:ea typeface="Arial"/>
                <a:cs typeface="Arial"/>
              </a:defRPr>
            </a:lvl1pPr>
            <a:lvl2pPr algn="l">
              <a:defRPr sz="2100" b="1">
                <a:solidFill>
                  <a:srgbClr val="171717"/>
                </a:solidFill>
                <a:latin typeface="Arial"/>
                <a:ea typeface="Arial"/>
                <a:cs typeface="Arial"/>
              </a:defRPr>
            </a:lvl2pPr>
            <a:lvl3pPr algn="l">
              <a:defRPr sz="2100" b="1">
                <a:solidFill>
                  <a:srgbClr val="171717"/>
                </a:solidFill>
                <a:latin typeface="Arial"/>
                <a:ea typeface="Arial"/>
                <a:cs typeface="Arial"/>
              </a:defRPr>
            </a:lvl3pPr>
            <a:lvl4pPr algn="l">
              <a:defRPr sz="2100" b="1">
                <a:solidFill>
                  <a:srgbClr val="171717"/>
                </a:solidFill>
                <a:latin typeface="Arial"/>
                <a:ea typeface="Arial"/>
                <a:cs typeface="Arial"/>
              </a:defRPr>
            </a:lvl4pPr>
            <a:lvl5pPr algn="l">
              <a:defRPr sz="2100" b="1">
                <a:solidFill>
                  <a:srgbClr val="171717"/>
                </a:solidFill>
                <a:latin typeface="Arial"/>
                <a:ea typeface="Arial"/>
                <a:cs typeface="Arial"/>
              </a:defRPr>
            </a:lvl5pPr>
            <a:lvl6pPr algn="l">
              <a:defRPr sz="2100" b="1">
                <a:solidFill>
                  <a:srgbClr val="171717"/>
                </a:solidFill>
                <a:latin typeface="Arial"/>
                <a:ea typeface="Arial"/>
                <a:cs typeface="Arial"/>
              </a:defRPr>
            </a:lvl6pPr>
            <a:lvl7pPr algn="l">
              <a:defRPr sz="2100" b="1">
                <a:solidFill>
                  <a:srgbClr val="171717"/>
                </a:solidFill>
                <a:latin typeface="Arial"/>
                <a:ea typeface="Arial"/>
                <a:cs typeface="Arial"/>
              </a:defRPr>
            </a:lvl7pPr>
            <a:lvl8pPr algn="l">
              <a:defRPr sz="2100" b="1">
                <a:solidFill>
                  <a:srgbClr val="171717"/>
                </a:solidFill>
                <a:latin typeface="Arial"/>
                <a:ea typeface="Arial"/>
                <a:cs typeface="Arial"/>
              </a:defRPr>
            </a:lvl8pPr>
            <a:lvl9pPr algn="l">
              <a:defRPr sz="2100" b="1">
                <a:solidFill>
                  <a:srgbClr val="171717"/>
                </a:solidFill>
                <a:latin typeface="Arial"/>
                <a:ea typeface="Arial"/>
                <a:cs typeface="Arial"/>
              </a:defRPr>
            </a:lvl9pPr>
          </a:lstStyle>
          <a:p xmlns:a="http://schemas.openxmlformats.org/drawingml/2006/main">
            <a:pPr algn="l">
              <a:defRPr sz="2100" b="1">
                <a:solidFill>
                  <a:srgbClr val="171717"/>
                </a:solidFill>
                <a:latin typeface="Arial"/>
                <a:ea typeface="Arial"/>
                <a:cs typeface="Arial"/>
              </a:defRPr>
            </a:pPr>
            <a:r>
              <a:rPr sz="2100" b="1">
                <a:solidFill>
                  <a:srgbClr val="171717"/>
                </a:solidFill>
                <a:latin typeface="Arial"/>
                <a:ea typeface="Arial"/>
                <a:cs typeface="Arial"/>
              </a:rPr>
              <a:t>Separate sales and stock records create delayed visibility</a:t>
            </a:r>
          </a:p>
        </p:txBody>
      </p:sp>
      <p:sp>
        <p:nvSpPr>
          <p:cNvPr id="6" name="current-content-48">
            <a:extLst xmlns:a="http://schemas.openxmlformats.org/drawingml/2006/main">
              <a:ext uri="{FF2B5EF4-FFF2-40B4-BE49-F238E27FC236}">
                <a16:creationId xmlns:a16="http://schemas.microsoft.com/office/drawing/2014/main" id="{5F3E47E3-799C-4545-85E4-A01A6FA84E6B}"/>
              </a:ext>
            </a:extLst>
          </p:cNvPr>
          <p:cNvSpPr>
            <a:spLocks xmlns:a="http://schemas.openxmlformats.org/drawingml/2006/main" noGrp="1"/>
          </p:cNvSpPr>
          <p:nvPr/>
        </p:nvSpPr>
        <p:spPr>
          <a:xfrm xmlns:a="http://schemas.openxmlformats.org/drawingml/2006/main">
            <a:off x="533400" y="1933575"/>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95959"/>
                </a:solidFill>
                <a:latin typeface="Arial"/>
                <a:ea typeface="Arial"/>
                <a:cs typeface="Arial"/>
              </a:defRPr>
            </a:defPPr>
            <a:lvl1pPr algn="l">
              <a:defRPr sz="1800" b="0">
                <a:solidFill>
                  <a:srgbClr val="595959"/>
                </a:solidFill>
                <a:latin typeface="Arial"/>
                <a:ea typeface="Arial"/>
                <a:cs typeface="Arial"/>
              </a:defRPr>
            </a:lvl1pPr>
            <a:lvl2pPr algn="l">
              <a:defRPr sz="1800" b="0">
                <a:solidFill>
                  <a:srgbClr val="595959"/>
                </a:solidFill>
                <a:latin typeface="Arial"/>
                <a:ea typeface="Arial"/>
                <a:cs typeface="Arial"/>
              </a:defRPr>
            </a:lvl2pPr>
            <a:lvl3pPr algn="l">
              <a:defRPr sz="1800" b="0">
                <a:solidFill>
                  <a:srgbClr val="595959"/>
                </a:solidFill>
                <a:latin typeface="Arial"/>
                <a:ea typeface="Arial"/>
                <a:cs typeface="Arial"/>
              </a:defRPr>
            </a:lvl3pPr>
            <a:lvl4pPr algn="l">
              <a:defRPr sz="1800" b="0">
                <a:solidFill>
                  <a:srgbClr val="595959"/>
                </a:solidFill>
                <a:latin typeface="Arial"/>
                <a:ea typeface="Arial"/>
                <a:cs typeface="Arial"/>
              </a:defRPr>
            </a:lvl4pPr>
            <a:lvl5pPr algn="l">
              <a:defRPr sz="1800" b="0">
                <a:solidFill>
                  <a:srgbClr val="595959"/>
                </a:solidFill>
                <a:latin typeface="Arial"/>
                <a:ea typeface="Arial"/>
                <a:cs typeface="Arial"/>
              </a:defRPr>
            </a:lvl5pPr>
            <a:lvl6pPr algn="l">
              <a:defRPr sz="1800" b="0">
                <a:solidFill>
                  <a:srgbClr val="595959"/>
                </a:solidFill>
                <a:latin typeface="Arial"/>
                <a:ea typeface="Arial"/>
                <a:cs typeface="Arial"/>
              </a:defRPr>
            </a:lvl6pPr>
            <a:lvl7pPr algn="l">
              <a:defRPr sz="1800" b="0">
                <a:solidFill>
                  <a:srgbClr val="595959"/>
                </a:solidFill>
                <a:latin typeface="Arial"/>
                <a:ea typeface="Arial"/>
                <a:cs typeface="Arial"/>
              </a:defRPr>
            </a:lvl7pPr>
            <a:lvl8pPr algn="l">
              <a:defRPr sz="1800" b="0">
                <a:solidFill>
                  <a:srgbClr val="595959"/>
                </a:solidFill>
                <a:latin typeface="Arial"/>
                <a:ea typeface="Arial"/>
                <a:cs typeface="Arial"/>
              </a:defRPr>
            </a:lvl8pPr>
            <a:lvl9pPr algn="l">
              <a:defRPr sz="1800" b="0">
                <a:solidFill>
                  <a:srgbClr val="595959"/>
                </a:solidFill>
                <a:latin typeface="Arial"/>
                <a:ea typeface="Arial"/>
                <a:cs typeface="Arial"/>
              </a:defRPr>
            </a:lvl9pPr>
          </a:lstStyle>
          <a:p xmlns:a="http://schemas.openxmlformats.org/drawingml/2006/main">
            <a:pPr algn="l">
              <a:defRPr sz="1800" b="0">
                <a:solidFill>
                  <a:srgbClr val="595959"/>
                </a:solidFill>
                <a:latin typeface="Arial"/>
                <a:ea typeface="Arial"/>
                <a:cs typeface="Arial"/>
              </a:defRPr>
            </a:pPr>
            <a:r>
              <a:rPr sz="1800" b="0">
                <a:solidFill>
                  <a:srgbClr val="595959"/>
                </a:solidFill>
                <a:latin typeface="Arial"/>
                <a:ea typeface="Arial"/>
                <a:cs typeface="Arial"/>
              </a:rPr>
              <a:t>Manual entry and later reconciliation make owners compare</a:t>
            </a:r>
          </a:p>
          <a:p xmlns:a="http://schemas.openxmlformats.org/drawingml/2006/main">
            <a:pPr algn="l">
              <a:defRPr sz="1800" b="0">
                <a:solidFill>
                  <a:srgbClr val="595959"/>
                </a:solidFill>
                <a:latin typeface="Arial"/>
                <a:ea typeface="Arial"/>
                <a:cs typeface="Arial"/>
              </a:defRPr>
            </a:pPr>
            <a:r>
              <a:rPr sz="1800" b="0">
                <a:solidFill>
                  <a:srgbClr val="595959"/>
                </a:solidFill>
                <a:latin typeface="Arial"/>
                <a:ea typeface="Arial"/>
                <a:cs typeface="Arial"/>
              </a:rPr>
              <a:t>several records before routine decisions.</a:t>
            </a:r>
          </a:p>
        </p:txBody>
      </p:sp>
      <p:sp>
        <p:nvSpPr>
          <p:cNvPr id="7" name="">
            <a:extLst xmlns:a="http://schemas.openxmlformats.org/drawingml/2006/main">
              <a:ext uri="{FF2B5EF4-FFF2-40B4-BE49-F238E27FC236}">
                <a16:creationId xmlns:a16="http://schemas.microsoft.com/office/drawing/2014/main" id="{2BB97FF3-2877-49B2-967C-B0D9F28E3F6E}"/>
              </a:ext>
            </a:extLst>
          </p:cNvPr>
          <p:cNvSpPr>
            <a:spLocks xmlns:a="http://schemas.openxmlformats.org/drawingml/2006/main" noGrp="1"/>
          </p:cNvSpPr>
          <p:nvPr/>
        </p:nvSpPr>
        <p:spPr>
          <a:xfrm xmlns:a="http://schemas.openxmlformats.org/drawingml/2006/main">
            <a:off x="533400" y="3000375"/>
            <a:ext cx="2286000" cy="6667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Sale recorded</a:t>
            </a:r>
          </a:p>
        </p:txBody>
      </p:sp>
      <p:sp>
        <p:nvSpPr>
          <p:cNvPr id="8" name="">
            <a:extLst xmlns:a="http://schemas.openxmlformats.org/drawingml/2006/main">
              <a:ext uri="{FF2B5EF4-FFF2-40B4-BE49-F238E27FC236}">
                <a16:creationId xmlns:a16="http://schemas.microsoft.com/office/drawing/2014/main" id="{2D115DC9-B1D0-44DB-98DF-93746B6AC80A}"/>
              </a:ext>
            </a:extLst>
          </p:cNvPr>
          <p:cNvSpPr>
            <a:spLocks xmlns:a="http://schemas.openxmlformats.org/drawingml/2006/main" noGrp="1"/>
          </p:cNvSpPr>
          <p:nvPr/>
        </p:nvSpPr>
        <p:spPr>
          <a:xfrm xmlns:a="http://schemas.openxmlformats.org/drawingml/2006/main">
            <a:off x="3419475" y="3000375"/>
            <a:ext cx="2286000" cy="6667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Stock encoded later</a:t>
            </a:r>
          </a:p>
        </p:txBody>
      </p:sp>
      <p:sp>
        <p:nvSpPr>
          <p:cNvPr id="9" name="">
            <a:extLst xmlns:a="http://schemas.openxmlformats.org/drawingml/2006/main">
              <a:ext uri="{FF2B5EF4-FFF2-40B4-BE49-F238E27FC236}">
                <a16:creationId xmlns:a16="http://schemas.microsoft.com/office/drawing/2014/main" id="{A5C5D97A-24ED-4486-A442-F07053F83DBB}"/>
              </a:ext>
            </a:extLst>
          </p:cNvPr>
          <p:cNvSpPr>
            <a:spLocks xmlns:a="http://schemas.openxmlformats.org/drawingml/2006/main" noGrp="1"/>
          </p:cNvSpPr>
          <p:nvPr/>
        </p:nvSpPr>
        <p:spPr>
          <a:xfrm xmlns:a="http://schemas.openxmlformats.org/drawingml/2006/main">
            <a:off x="6305550" y="3000375"/>
            <a:ext cx="2286000" cy="6667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Owner reconciles</a:t>
            </a:r>
          </a:p>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before ordering</a:t>
            </a:r>
          </a:p>
        </p:txBody>
      </p:sp>
      <p:sp>
        <p:nvSpPr>
          <p:cNvPr id="12" name="current-content-49">
            <a:extLst xmlns:a="http://schemas.openxmlformats.org/drawingml/2006/main">
              <a:ext uri="{FF2B5EF4-FFF2-40B4-BE49-F238E27FC236}">
                <a16:creationId xmlns:a16="http://schemas.microsoft.com/office/drawing/2014/main" id="{03D6C8C1-090F-4D62-9079-509451EFB28A}"/>
              </a:ext>
            </a:extLst>
          </p:cNvPr>
          <p:cNvSpPr>
            <a:spLocks xmlns:a="http://schemas.openxmlformats.org/drawingml/2006/main" noGrp="1"/>
          </p:cNvSpPr>
          <p:nvPr/>
        </p:nvSpPr>
        <p:spPr>
          <a:xfrm xmlns:a="http://schemas.openxmlformats.org/drawingml/2006/main">
            <a:off x="533400" y="3981450"/>
            <a:ext cx="8058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Illustrative scenario based on the manuscript’s operational problem</a:t>
            </a:r>
          </a:p>
        </p:txBody>
      </p:sp>
      <p:cxnSp>
        <p:nvCxnSpPr>
          <p:cNvPr id="10" name="">
            <a:extLst xmlns:a="http://schemas.openxmlformats.org/drawingml/2006/main">
              <a:ext uri="{FF2B5EF4-FFF2-40B4-BE49-F238E27FC236}">
                <a16:creationId xmlns:a16="http://schemas.microsoft.com/office/drawing/2014/main" id="{7B6AC2E0-7C28-431B-B142-83DA145B86AC}"/>
              </a:ext>
            </a:extLst>
          </p:cNvPr>
          <p:cNvCxnSpPr>
            <a:stCxn xmlns:a="http://schemas.openxmlformats.org/drawingml/2006/main" id="7" idx="3"/>
            <a:endCxn xmlns:a="http://schemas.openxmlformats.org/drawingml/2006/main" id="8" idx="1"/>
          </p:cNvCxnSpPr>
          <p:nvPr/>
        </p:nvCxnSpPr>
        <p:spPr>
          <a:xfrm xmlns:a="http://schemas.openxmlformats.org/drawingml/2006/main">
            <a:off x="2819400" y="3333750"/>
            <a:ext cx="60007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1" name="">
            <a:extLst xmlns:a="http://schemas.openxmlformats.org/drawingml/2006/main">
              <a:ext uri="{FF2B5EF4-FFF2-40B4-BE49-F238E27FC236}">
                <a16:creationId xmlns:a16="http://schemas.microsoft.com/office/drawing/2014/main" id="{2DAB19DA-85E7-4A0C-AF0F-9B69A0A068A0}"/>
              </a:ext>
            </a:extLst>
          </p:cNvPr>
          <p:cNvCxnSpPr>
            <a:stCxn xmlns:a="http://schemas.openxmlformats.org/drawingml/2006/main" id="8" idx="3"/>
            <a:endCxn xmlns:a="http://schemas.openxmlformats.org/drawingml/2006/main" id="9" idx="1"/>
          </p:cNvCxnSpPr>
          <p:nvPr/>
        </p:nvCxnSpPr>
        <p:spPr>
          <a:xfrm xmlns:a="http://schemas.openxmlformats.org/drawingml/2006/main">
            <a:off x="5705475" y="3333750"/>
            <a:ext cx="600075" cy="0"/>
          </a:xfrm>
          <a:prstGeom xmlns:a="http://schemas.openxmlformats.org/drawingml/2006/main" prst="straightConnector1">
            <a:avLst/>
          </a:prstGeom>
          <a:ln xmlns:a="http://schemas.openxmlformats.org/drawingml/2006/main" w="19050">
            <a:solidFill>
              <a:srgbClr val="0070C0"/>
            </a:solidFill>
            <a:tailEnd type="triangle" w="med" len="med"/>
          </a:ln>
        </p:spPr>
      </p:cxnSp>
    </p:spTree>
    <p:extLst>
      <p:ext uri="{BB962C8B-B14F-4D97-AF65-F5344CB8AC3E}">
        <p14:creationId xmlns:p14="http://schemas.microsoft.com/office/powerpoint/2010/main" val="66332122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866E5A15-7F9D-499B-BAE6-A0D2A336C8A2}"/>
              </a:ext>
            </a:extLst>
          </p:cNvPr>
          <p:cNvPicPr>
            <a:picLocks xmlns:a="http://schemas.openxmlformats.org/drawingml/2006/main" noChangeAspect="1"/>
          </p:cNvPicPr>
          <p:nvPr/>
        </p:nvPicPr>
        <p:blipFill>
          <a:blip xmlns:r="http://schemas.openxmlformats.org/officeDocument/2006/relationships" xmlns:a="http://schemas.openxmlformats.org/drawingml/2006/main" r:embed="Rfccf9ae921dc46bd"/>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6">
            <a:extLst xmlns:a="http://schemas.openxmlformats.org/drawingml/2006/main">
              <a:ext uri="{FF2B5EF4-FFF2-40B4-BE49-F238E27FC236}">
                <a16:creationId xmlns:a16="http://schemas.microsoft.com/office/drawing/2014/main" id="{A961E68F-E7C9-4C5F-92AD-1EDB1EB4C912}"/>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Statement of the problem</a:t>
            </a:r>
          </a:p>
        </p:txBody>
      </p:sp>
      <p:pic>
        <p:nvPicPr>
          <p:cNvPr id="3" name="">
            <a:extLst xmlns:a="http://schemas.openxmlformats.org/drawingml/2006/main">
              <a:ext uri="{FF2B5EF4-FFF2-40B4-BE49-F238E27FC236}">
                <a16:creationId xmlns:a16="http://schemas.microsoft.com/office/drawing/2014/main" id="{511FA2C4-C286-41D4-A1DD-D7D58C9A6B59}"/>
              </a:ext>
            </a:extLst>
          </p:cNvPr>
          <p:cNvPicPr>
            <a:picLocks xmlns:a="http://schemas.openxmlformats.org/drawingml/2006/main" noChangeAspect="1"/>
          </p:cNvPicPr>
          <p:nvPr/>
        </p:nvPicPr>
        <p:blipFill>
          <a:blip xmlns:r="http://schemas.openxmlformats.org/officeDocument/2006/relationships" xmlns:a="http://schemas.openxmlformats.org/drawingml/2006/main" r:embed="R2bc102a126fb47c6"/>
          <a:stretch xmlns:a="http://schemas.openxmlformats.org/drawingml/2006/main"/>
        </p:blipFill>
        <p:spPr>
          <a:xfrm xmlns:a="http://schemas.openxmlformats.org/drawingml/2006/main">
            <a:off x="3524250" y="4676998"/>
            <a:ext cx="2095500" cy="332930"/>
          </a:xfrm>
          <a:prstGeom xmlns:a="http://schemas.openxmlformats.org/drawingml/2006/main" prst="rect">
            <a:avLst/>
          </a:prstGeom>
        </p:spPr>
      </p:pic>
      <p:sp>
        <p:nvSpPr>
          <p:cNvPr id="4" name="current-content-7">
            <a:extLst xmlns:a="http://schemas.openxmlformats.org/drawingml/2006/main">
              <a:ext uri="{FF2B5EF4-FFF2-40B4-BE49-F238E27FC236}">
                <a16:creationId xmlns:a16="http://schemas.microsoft.com/office/drawing/2014/main" id="{FC37A621-E203-48CE-8B65-5C5D7A2B8117}"/>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04 / 17</a:t>
            </a:r>
          </a:p>
        </p:txBody>
      </p:sp>
      <p:sp>
        <p:nvSpPr>
          <p:cNvPr id="5" name="current-content-50">
            <a:extLst xmlns:a="http://schemas.openxmlformats.org/drawingml/2006/main">
              <a:ext uri="{FF2B5EF4-FFF2-40B4-BE49-F238E27FC236}">
                <a16:creationId xmlns:a16="http://schemas.microsoft.com/office/drawing/2014/main" id="{DE5B5538-4F32-4EF3-9B59-DE0CD8F1CDC7}"/>
              </a:ext>
            </a:extLst>
          </p:cNvPr>
          <p:cNvSpPr>
            <a:spLocks xmlns:a="http://schemas.openxmlformats.org/drawingml/2006/main" noGrp="1"/>
          </p:cNvSpPr>
          <p:nvPr/>
        </p:nvSpPr>
        <p:spPr>
          <a:xfrm xmlns:a="http://schemas.openxmlformats.org/drawingml/2006/main">
            <a:off x="533400" y="13430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defRPr sz="2100" b="1">
                <a:solidFill>
                  <a:srgbClr val="0070C0"/>
                </a:solidFill>
                <a:latin typeface="Raleway"/>
                <a:ea typeface="Raleway"/>
                <a:cs typeface="Raleway"/>
              </a:defRPr>
            </a:lvl1pPr>
            <a:lvl2pPr algn="l">
              <a:defRPr sz="2100" b="1">
                <a:solidFill>
                  <a:srgbClr val="0070C0"/>
                </a:solidFill>
                <a:latin typeface="Raleway"/>
                <a:ea typeface="Raleway"/>
                <a:cs typeface="Raleway"/>
              </a:defRPr>
            </a:lvl2pPr>
            <a:lvl3pPr algn="l">
              <a:defRPr sz="2100" b="1">
                <a:solidFill>
                  <a:srgbClr val="0070C0"/>
                </a:solidFill>
                <a:latin typeface="Raleway"/>
                <a:ea typeface="Raleway"/>
                <a:cs typeface="Raleway"/>
              </a:defRPr>
            </a:lvl3pPr>
            <a:lvl4pPr algn="l">
              <a:defRPr sz="2100" b="1">
                <a:solidFill>
                  <a:srgbClr val="0070C0"/>
                </a:solidFill>
                <a:latin typeface="Raleway"/>
                <a:ea typeface="Raleway"/>
                <a:cs typeface="Raleway"/>
              </a:defRPr>
            </a:lvl4pPr>
            <a:lvl5pPr algn="l">
              <a:defRPr sz="2100" b="1">
                <a:solidFill>
                  <a:srgbClr val="0070C0"/>
                </a:solidFill>
                <a:latin typeface="Raleway"/>
                <a:ea typeface="Raleway"/>
                <a:cs typeface="Raleway"/>
              </a:defRPr>
            </a:lvl5pPr>
            <a:lvl6pPr algn="l">
              <a:defRPr sz="2100" b="1">
                <a:solidFill>
                  <a:srgbClr val="0070C0"/>
                </a:solidFill>
                <a:latin typeface="Raleway"/>
                <a:ea typeface="Raleway"/>
                <a:cs typeface="Raleway"/>
              </a:defRPr>
            </a:lvl6pPr>
            <a:lvl7pPr algn="l">
              <a:defRPr sz="2100" b="1">
                <a:solidFill>
                  <a:srgbClr val="0070C0"/>
                </a:solidFill>
                <a:latin typeface="Raleway"/>
                <a:ea typeface="Raleway"/>
                <a:cs typeface="Raleway"/>
              </a:defRPr>
            </a:lvl7pPr>
            <a:lvl8pPr algn="l">
              <a:defRPr sz="2100" b="1">
                <a:solidFill>
                  <a:srgbClr val="0070C0"/>
                </a:solidFill>
                <a:latin typeface="Raleway"/>
                <a:ea typeface="Raleway"/>
                <a:cs typeface="Raleway"/>
              </a:defRPr>
            </a:lvl8pPr>
            <a:lvl9pPr algn="l">
              <a:defRPr sz="2100" b="1">
                <a:solidFill>
                  <a:srgbClr val="0070C0"/>
                </a:solidFill>
                <a:latin typeface="Raleway"/>
                <a:ea typeface="Raleway"/>
                <a:cs typeface="Raleway"/>
              </a:defRPr>
            </a:lvl9pPr>
          </a:lstStyle>
          <a:p xmlns:a="http://schemas.openxmlformats.org/drawingml/2006/main">
            <a:pPr algn="l">
              <a:defRPr sz="2100" b="1">
                <a:solidFill>
                  <a:srgbClr val="0070C0"/>
                </a:solidFill>
                <a:latin typeface="Raleway"/>
                <a:ea typeface="Raleway"/>
                <a:cs typeface="Raleway"/>
              </a:defRPr>
            </a:pPr>
            <a:r>
              <a:rPr sz="2100" b="1">
                <a:solidFill>
                  <a:srgbClr val="0070C0"/>
                </a:solidFill>
                <a:latin typeface="Raleway"/>
                <a:ea typeface="Raleway"/>
                <a:cs typeface="Raleway"/>
              </a:rPr>
              <a:t>RQ1</a:t>
            </a:r>
          </a:p>
        </p:txBody>
      </p:sp>
      <p:sp>
        <p:nvSpPr>
          <p:cNvPr id="6" name="current-content-51">
            <a:extLst xmlns:a="http://schemas.openxmlformats.org/drawingml/2006/main">
              <a:ext uri="{FF2B5EF4-FFF2-40B4-BE49-F238E27FC236}">
                <a16:creationId xmlns:a16="http://schemas.microsoft.com/office/drawing/2014/main" id="{4B0A5D36-CCCB-459B-AB3D-489B86482E67}"/>
              </a:ext>
            </a:extLst>
          </p:cNvPr>
          <p:cNvSpPr>
            <a:spLocks xmlns:a="http://schemas.openxmlformats.org/drawingml/2006/main" noGrp="1"/>
          </p:cNvSpPr>
          <p:nvPr/>
        </p:nvSpPr>
        <p:spPr>
          <a:xfrm xmlns:a="http://schemas.openxmlformats.org/drawingml/2006/main">
            <a:off x="1762125" y="134302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defRPr sz="1950" b="0">
                <a:solidFill>
                  <a:srgbClr val="171717"/>
                </a:solidFill>
                <a:latin typeface="Arial"/>
                <a:ea typeface="Arial"/>
                <a:cs typeface="Arial"/>
              </a:defRPr>
            </a:lvl1pPr>
            <a:lvl2pPr algn="l">
              <a:defRPr sz="1950" b="0">
                <a:solidFill>
                  <a:srgbClr val="171717"/>
                </a:solidFill>
                <a:latin typeface="Arial"/>
                <a:ea typeface="Arial"/>
                <a:cs typeface="Arial"/>
              </a:defRPr>
            </a:lvl2pPr>
            <a:lvl3pPr algn="l">
              <a:defRPr sz="1950" b="0">
                <a:solidFill>
                  <a:srgbClr val="171717"/>
                </a:solidFill>
                <a:latin typeface="Arial"/>
                <a:ea typeface="Arial"/>
                <a:cs typeface="Arial"/>
              </a:defRPr>
            </a:lvl3pPr>
            <a:lvl4pPr algn="l">
              <a:defRPr sz="1950" b="0">
                <a:solidFill>
                  <a:srgbClr val="171717"/>
                </a:solidFill>
                <a:latin typeface="Arial"/>
                <a:ea typeface="Arial"/>
                <a:cs typeface="Arial"/>
              </a:defRPr>
            </a:lvl4pPr>
            <a:lvl5pPr algn="l">
              <a:defRPr sz="1950" b="0">
                <a:solidFill>
                  <a:srgbClr val="171717"/>
                </a:solidFill>
                <a:latin typeface="Arial"/>
                <a:ea typeface="Arial"/>
                <a:cs typeface="Arial"/>
              </a:defRPr>
            </a:lvl5pPr>
            <a:lvl6pPr algn="l">
              <a:defRPr sz="1950" b="0">
                <a:solidFill>
                  <a:srgbClr val="171717"/>
                </a:solidFill>
                <a:latin typeface="Arial"/>
                <a:ea typeface="Arial"/>
                <a:cs typeface="Arial"/>
              </a:defRPr>
            </a:lvl6pPr>
            <a:lvl7pPr algn="l">
              <a:defRPr sz="1950" b="0">
                <a:solidFill>
                  <a:srgbClr val="171717"/>
                </a:solidFill>
                <a:latin typeface="Arial"/>
                <a:ea typeface="Arial"/>
                <a:cs typeface="Arial"/>
              </a:defRPr>
            </a:lvl7pPr>
            <a:lvl8pPr algn="l">
              <a:defRPr sz="1950" b="0">
                <a:solidFill>
                  <a:srgbClr val="171717"/>
                </a:solidFill>
                <a:latin typeface="Arial"/>
                <a:ea typeface="Arial"/>
                <a:cs typeface="Arial"/>
              </a:defRPr>
            </a:lvl8pPr>
            <a:lvl9pPr algn="l">
              <a:defRPr sz="1950" b="0">
                <a:solidFill>
                  <a:srgbClr val="171717"/>
                </a:solidFill>
                <a:latin typeface="Arial"/>
                <a:ea typeface="Arial"/>
                <a:cs typeface="Arial"/>
              </a:defRPr>
            </a:lvl9pPr>
          </a:lstStyle>
          <a:p xmlns:a="http://schemas.openxmlformats.org/drawingml/2006/main">
            <a:pPr algn="l">
              <a:defRPr sz="1950" b="0">
                <a:solidFill>
                  <a:srgbClr val="171717"/>
                </a:solidFill>
                <a:latin typeface="Arial"/>
                <a:ea typeface="Arial"/>
                <a:cs typeface="Arial"/>
              </a:defRPr>
            </a:pPr>
            <a:r>
              <a:rPr sz="1950" b="0">
                <a:solidFill>
                  <a:srgbClr val="171717"/>
                </a:solidFill>
                <a:latin typeface="Arial"/>
                <a:ea typeface="Arial"/>
                <a:cs typeface="Arial"/>
              </a:rPr>
              <a:t>Which tracking and reconciliation bottlenecks affect SME operations?</a:t>
            </a:r>
          </a:p>
        </p:txBody>
      </p:sp>
      <p:sp>
        <p:nvSpPr>
          <p:cNvPr id="7" name="">
            <a:extLst xmlns:a="http://schemas.openxmlformats.org/drawingml/2006/main">
              <a:ext uri="{FF2B5EF4-FFF2-40B4-BE49-F238E27FC236}">
                <a16:creationId xmlns:a16="http://schemas.microsoft.com/office/drawing/2014/main" id="{3D86A762-16B9-4CBE-9369-DF2A0F58104E}"/>
              </a:ext>
            </a:extLst>
          </p:cNvPr>
          <p:cNvSpPr>
            <a:spLocks xmlns:a="http://schemas.openxmlformats.org/drawingml/2006/main" noGrp="1"/>
          </p:cNvSpPr>
          <p:nvPr/>
        </p:nvSpPr>
        <p:spPr>
          <a:xfrm xmlns:a="http://schemas.openxmlformats.org/drawingml/2006/main">
            <a:off x="1762125" y="2085975"/>
            <a:ext cx="6810375" cy="0"/>
          </a:xfrm>
          <a:prstGeom xmlns:a="http://schemas.openxmlformats.org/drawingml/2006/main" prst="line">
            <a:avLst/>
          </a:prstGeom>
          <a:ln xmlns:a="http://schemas.openxmlformats.org/drawingml/2006/main" w="9525">
            <a:solidFill>
              <a:srgbClr val="A6B0BE"/>
            </a:solidFill>
          </a:ln>
        </p:spPr>
      </p:sp>
      <p:sp>
        <p:nvSpPr>
          <p:cNvPr id="8" name="current-content-52">
            <a:extLst xmlns:a="http://schemas.openxmlformats.org/drawingml/2006/main">
              <a:ext uri="{FF2B5EF4-FFF2-40B4-BE49-F238E27FC236}">
                <a16:creationId xmlns:a16="http://schemas.microsoft.com/office/drawing/2014/main" id="{E793109F-3B12-4D85-94DB-C1F790555CA6}"/>
              </a:ext>
            </a:extLst>
          </p:cNvPr>
          <p:cNvSpPr>
            <a:spLocks xmlns:a="http://schemas.openxmlformats.org/drawingml/2006/main" noGrp="1"/>
          </p:cNvSpPr>
          <p:nvPr/>
        </p:nvSpPr>
        <p:spPr>
          <a:xfrm xmlns:a="http://schemas.openxmlformats.org/drawingml/2006/main">
            <a:off x="533400" y="231457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defRPr sz="2100" b="1">
                <a:solidFill>
                  <a:srgbClr val="0070C0"/>
                </a:solidFill>
                <a:latin typeface="Raleway"/>
                <a:ea typeface="Raleway"/>
                <a:cs typeface="Raleway"/>
              </a:defRPr>
            </a:lvl1pPr>
            <a:lvl2pPr algn="l">
              <a:defRPr sz="2100" b="1">
                <a:solidFill>
                  <a:srgbClr val="0070C0"/>
                </a:solidFill>
                <a:latin typeface="Raleway"/>
                <a:ea typeface="Raleway"/>
                <a:cs typeface="Raleway"/>
              </a:defRPr>
            </a:lvl2pPr>
            <a:lvl3pPr algn="l">
              <a:defRPr sz="2100" b="1">
                <a:solidFill>
                  <a:srgbClr val="0070C0"/>
                </a:solidFill>
                <a:latin typeface="Raleway"/>
                <a:ea typeface="Raleway"/>
                <a:cs typeface="Raleway"/>
              </a:defRPr>
            </a:lvl3pPr>
            <a:lvl4pPr algn="l">
              <a:defRPr sz="2100" b="1">
                <a:solidFill>
                  <a:srgbClr val="0070C0"/>
                </a:solidFill>
                <a:latin typeface="Raleway"/>
                <a:ea typeface="Raleway"/>
                <a:cs typeface="Raleway"/>
              </a:defRPr>
            </a:lvl4pPr>
            <a:lvl5pPr algn="l">
              <a:defRPr sz="2100" b="1">
                <a:solidFill>
                  <a:srgbClr val="0070C0"/>
                </a:solidFill>
                <a:latin typeface="Raleway"/>
                <a:ea typeface="Raleway"/>
                <a:cs typeface="Raleway"/>
              </a:defRPr>
            </a:lvl5pPr>
            <a:lvl6pPr algn="l">
              <a:defRPr sz="2100" b="1">
                <a:solidFill>
                  <a:srgbClr val="0070C0"/>
                </a:solidFill>
                <a:latin typeface="Raleway"/>
                <a:ea typeface="Raleway"/>
                <a:cs typeface="Raleway"/>
              </a:defRPr>
            </a:lvl6pPr>
            <a:lvl7pPr algn="l">
              <a:defRPr sz="2100" b="1">
                <a:solidFill>
                  <a:srgbClr val="0070C0"/>
                </a:solidFill>
                <a:latin typeface="Raleway"/>
                <a:ea typeface="Raleway"/>
                <a:cs typeface="Raleway"/>
              </a:defRPr>
            </a:lvl7pPr>
            <a:lvl8pPr algn="l">
              <a:defRPr sz="2100" b="1">
                <a:solidFill>
                  <a:srgbClr val="0070C0"/>
                </a:solidFill>
                <a:latin typeface="Raleway"/>
                <a:ea typeface="Raleway"/>
                <a:cs typeface="Raleway"/>
              </a:defRPr>
            </a:lvl8pPr>
            <a:lvl9pPr algn="l">
              <a:defRPr sz="2100" b="1">
                <a:solidFill>
                  <a:srgbClr val="0070C0"/>
                </a:solidFill>
                <a:latin typeface="Raleway"/>
                <a:ea typeface="Raleway"/>
                <a:cs typeface="Raleway"/>
              </a:defRPr>
            </a:lvl9pPr>
          </a:lstStyle>
          <a:p xmlns:a="http://schemas.openxmlformats.org/drawingml/2006/main">
            <a:pPr algn="l">
              <a:defRPr sz="2100" b="1">
                <a:solidFill>
                  <a:srgbClr val="0070C0"/>
                </a:solidFill>
                <a:latin typeface="Raleway"/>
                <a:ea typeface="Raleway"/>
                <a:cs typeface="Raleway"/>
              </a:defRPr>
            </a:pPr>
            <a:r>
              <a:rPr sz="2100" b="1">
                <a:solidFill>
                  <a:srgbClr val="0070C0"/>
                </a:solidFill>
                <a:latin typeface="Raleway"/>
                <a:ea typeface="Raleway"/>
                <a:cs typeface="Raleway"/>
              </a:rPr>
              <a:t>RQ2</a:t>
            </a:r>
          </a:p>
        </p:txBody>
      </p:sp>
      <p:sp>
        <p:nvSpPr>
          <p:cNvPr id="9" name="current-content-53">
            <a:extLst xmlns:a="http://schemas.openxmlformats.org/drawingml/2006/main">
              <a:ext uri="{FF2B5EF4-FFF2-40B4-BE49-F238E27FC236}">
                <a16:creationId xmlns:a16="http://schemas.microsoft.com/office/drawing/2014/main" id="{269F8F6A-98BF-420C-8B77-154C29D98399}"/>
              </a:ext>
            </a:extLst>
          </p:cNvPr>
          <p:cNvSpPr>
            <a:spLocks xmlns:a="http://schemas.openxmlformats.org/drawingml/2006/main" noGrp="1"/>
          </p:cNvSpPr>
          <p:nvPr/>
        </p:nvSpPr>
        <p:spPr>
          <a:xfrm xmlns:a="http://schemas.openxmlformats.org/drawingml/2006/main">
            <a:off x="1762125" y="231457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defRPr sz="1950" b="0">
                <a:solidFill>
                  <a:srgbClr val="171717"/>
                </a:solidFill>
                <a:latin typeface="Arial"/>
                <a:ea typeface="Arial"/>
                <a:cs typeface="Arial"/>
              </a:defRPr>
            </a:lvl1pPr>
            <a:lvl2pPr algn="l">
              <a:defRPr sz="1950" b="0">
                <a:solidFill>
                  <a:srgbClr val="171717"/>
                </a:solidFill>
                <a:latin typeface="Arial"/>
                <a:ea typeface="Arial"/>
                <a:cs typeface="Arial"/>
              </a:defRPr>
            </a:lvl2pPr>
            <a:lvl3pPr algn="l">
              <a:defRPr sz="1950" b="0">
                <a:solidFill>
                  <a:srgbClr val="171717"/>
                </a:solidFill>
                <a:latin typeface="Arial"/>
                <a:ea typeface="Arial"/>
                <a:cs typeface="Arial"/>
              </a:defRPr>
            </a:lvl3pPr>
            <a:lvl4pPr algn="l">
              <a:defRPr sz="1950" b="0">
                <a:solidFill>
                  <a:srgbClr val="171717"/>
                </a:solidFill>
                <a:latin typeface="Arial"/>
                <a:ea typeface="Arial"/>
                <a:cs typeface="Arial"/>
              </a:defRPr>
            </a:lvl4pPr>
            <a:lvl5pPr algn="l">
              <a:defRPr sz="1950" b="0">
                <a:solidFill>
                  <a:srgbClr val="171717"/>
                </a:solidFill>
                <a:latin typeface="Arial"/>
                <a:ea typeface="Arial"/>
                <a:cs typeface="Arial"/>
              </a:defRPr>
            </a:lvl5pPr>
            <a:lvl6pPr algn="l">
              <a:defRPr sz="1950" b="0">
                <a:solidFill>
                  <a:srgbClr val="171717"/>
                </a:solidFill>
                <a:latin typeface="Arial"/>
                <a:ea typeface="Arial"/>
                <a:cs typeface="Arial"/>
              </a:defRPr>
            </a:lvl6pPr>
            <a:lvl7pPr algn="l">
              <a:defRPr sz="1950" b="0">
                <a:solidFill>
                  <a:srgbClr val="171717"/>
                </a:solidFill>
                <a:latin typeface="Arial"/>
                <a:ea typeface="Arial"/>
                <a:cs typeface="Arial"/>
              </a:defRPr>
            </a:lvl7pPr>
            <a:lvl8pPr algn="l">
              <a:defRPr sz="1950" b="0">
                <a:solidFill>
                  <a:srgbClr val="171717"/>
                </a:solidFill>
                <a:latin typeface="Arial"/>
                <a:ea typeface="Arial"/>
                <a:cs typeface="Arial"/>
              </a:defRPr>
            </a:lvl8pPr>
            <a:lvl9pPr algn="l">
              <a:defRPr sz="1950" b="0">
                <a:solidFill>
                  <a:srgbClr val="171717"/>
                </a:solidFill>
                <a:latin typeface="Arial"/>
                <a:ea typeface="Arial"/>
                <a:cs typeface="Arial"/>
              </a:defRPr>
            </a:lvl9pPr>
          </a:lstStyle>
          <a:p xmlns:a="http://schemas.openxmlformats.org/drawingml/2006/main">
            <a:pPr algn="l">
              <a:defRPr sz="1950" b="0">
                <a:solidFill>
                  <a:srgbClr val="171717"/>
                </a:solidFill>
                <a:latin typeface="Arial"/>
                <a:ea typeface="Arial"/>
                <a:cs typeface="Arial"/>
              </a:defRPr>
            </a:pPr>
            <a:r>
              <a:rPr sz="1950" b="0">
                <a:solidFill>
                  <a:srgbClr val="171717"/>
                </a:solidFill>
                <a:latin typeface="Arial"/>
                <a:ea typeface="Arial"/>
                <a:cs typeface="Arial"/>
              </a:rPr>
              <a:t>Which system framework and security measures are appropriate?</a:t>
            </a:r>
          </a:p>
        </p:txBody>
      </p:sp>
      <p:sp>
        <p:nvSpPr>
          <p:cNvPr id="10" name="">
            <a:extLst xmlns:a="http://schemas.openxmlformats.org/drawingml/2006/main">
              <a:ext uri="{FF2B5EF4-FFF2-40B4-BE49-F238E27FC236}">
                <a16:creationId xmlns:a16="http://schemas.microsoft.com/office/drawing/2014/main" id="{B97F737B-3BE1-4532-B366-23616C8FFE47}"/>
              </a:ext>
            </a:extLst>
          </p:cNvPr>
          <p:cNvSpPr>
            <a:spLocks xmlns:a="http://schemas.openxmlformats.org/drawingml/2006/main" noGrp="1"/>
          </p:cNvSpPr>
          <p:nvPr/>
        </p:nvSpPr>
        <p:spPr>
          <a:xfrm xmlns:a="http://schemas.openxmlformats.org/drawingml/2006/main">
            <a:off x="1762125" y="3057525"/>
            <a:ext cx="6810375" cy="0"/>
          </a:xfrm>
          <a:prstGeom xmlns:a="http://schemas.openxmlformats.org/drawingml/2006/main" prst="line">
            <a:avLst/>
          </a:prstGeom>
          <a:ln xmlns:a="http://schemas.openxmlformats.org/drawingml/2006/main" w="9525">
            <a:solidFill>
              <a:srgbClr val="A6B0BE"/>
            </a:solidFill>
          </a:ln>
        </p:spPr>
      </p:sp>
      <p:sp>
        <p:nvSpPr>
          <p:cNvPr id="11" name="current-content-54">
            <a:extLst xmlns:a="http://schemas.openxmlformats.org/drawingml/2006/main">
              <a:ext uri="{FF2B5EF4-FFF2-40B4-BE49-F238E27FC236}">
                <a16:creationId xmlns:a16="http://schemas.microsoft.com/office/drawing/2014/main" id="{DC9C2695-70CC-4754-A922-F589A4C1FB97}"/>
              </a:ext>
            </a:extLst>
          </p:cNvPr>
          <p:cNvSpPr>
            <a:spLocks xmlns:a="http://schemas.openxmlformats.org/drawingml/2006/main" noGrp="1"/>
          </p:cNvSpPr>
          <p:nvPr/>
        </p:nvSpPr>
        <p:spPr>
          <a:xfrm xmlns:a="http://schemas.openxmlformats.org/drawingml/2006/main">
            <a:off x="533400" y="32861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defRPr sz="2100" b="1">
                <a:solidFill>
                  <a:srgbClr val="0070C0"/>
                </a:solidFill>
                <a:latin typeface="Raleway"/>
                <a:ea typeface="Raleway"/>
                <a:cs typeface="Raleway"/>
              </a:defRPr>
            </a:lvl1pPr>
            <a:lvl2pPr algn="l">
              <a:defRPr sz="2100" b="1">
                <a:solidFill>
                  <a:srgbClr val="0070C0"/>
                </a:solidFill>
                <a:latin typeface="Raleway"/>
                <a:ea typeface="Raleway"/>
                <a:cs typeface="Raleway"/>
              </a:defRPr>
            </a:lvl2pPr>
            <a:lvl3pPr algn="l">
              <a:defRPr sz="2100" b="1">
                <a:solidFill>
                  <a:srgbClr val="0070C0"/>
                </a:solidFill>
                <a:latin typeface="Raleway"/>
                <a:ea typeface="Raleway"/>
                <a:cs typeface="Raleway"/>
              </a:defRPr>
            </a:lvl3pPr>
            <a:lvl4pPr algn="l">
              <a:defRPr sz="2100" b="1">
                <a:solidFill>
                  <a:srgbClr val="0070C0"/>
                </a:solidFill>
                <a:latin typeface="Raleway"/>
                <a:ea typeface="Raleway"/>
                <a:cs typeface="Raleway"/>
              </a:defRPr>
            </a:lvl4pPr>
            <a:lvl5pPr algn="l">
              <a:defRPr sz="2100" b="1">
                <a:solidFill>
                  <a:srgbClr val="0070C0"/>
                </a:solidFill>
                <a:latin typeface="Raleway"/>
                <a:ea typeface="Raleway"/>
                <a:cs typeface="Raleway"/>
              </a:defRPr>
            </a:lvl5pPr>
            <a:lvl6pPr algn="l">
              <a:defRPr sz="2100" b="1">
                <a:solidFill>
                  <a:srgbClr val="0070C0"/>
                </a:solidFill>
                <a:latin typeface="Raleway"/>
                <a:ea typeface="Raleway"/>
                <a:cs typeface="Raleway"/>
              </a:defRPr>
            </a:lvl6pPr>
            <a:lvl7pPr algn="l">
              <a:defRPr sz="2100" b="1">
                <a:solidFill>
                  <a:srgbClr val="0070C0"/>
                </a:solidFill>
                <a:latin typeface="Raleway"/>
                <a:ea typeface="Raleway"/>
                <a:cs typeface="Raleway"/>
              </a:defRPr>
            </a:lvl7pPr>
            <a:lvl8pPr algn="l">
              <a:defRPr sz="2100" b="1">
                <a:solidFill>
                  <a:srgbClr val="0070C0"/>
                </a:solidFill>
                <a:latin typeface="Raleway"/>
                <a:ea typeface="Raleway"/>
                <a:cs typeface="Raleway"/>
              </a:defRPr>
            </a:lvl8pPr>
            <a:lvl9pPr algn="l">
              <a:defRPr sz="2100" b="1">
                <a:solidFill>
                  <a:srgbClr val="0070C0"/>
                </a:solidFill>
                <a:latin typeface="Raleway"/>
                <a:ea typeface="Raleway"/>
                <a:cs typeface="Raleway"/>
              </a:defRPr>
            </a:lvl9pPr>
          </a:lstStyle>
          <a:p xmlns:a="http://schemas.openxmlformats.org/drawingml/2006/main">
            <a:pPr algn="l">
              <a:defRPr sz="2100" b="1">
                <a:solidFill>
                  <a:srgbClr val="0070C0"/>
                </a:solidFill>
                <a:latin typeface="Raleway"/>
                <a:ea typeface="Raleway"/>
                <a:cs typeface="Raleway"/>
              </a:defRPr>
            </a:pPr>
            <a:r>
              <a:rPr sz="2100" b="1">
                <a:solidFill>
                  <a:srgbClr val="0070C0"/>
                </a:solidFill>
                <a:latin typeface="Raleway"/>
                <a:ea typeface="Raleway"/>
                <a:cs typeface="Raleway"/>
              </a:rPr>
              <a:t>RQ3</a:t>
            </a:r>
          </a:p>
        </p:txBody>
      </p:sp>
      <p:sp>
        <p:nvSpPr>
          <p:cNvPr id="12" name="current-content-55">
            <a:extLst xmlns:a="http://schemas.openxmlformats.org/drawingml/2006/main">
              <a:ext uri="{FF2B5EF4-FFF2-40B4-BE49-F238E27FC236}">
                <a16:creationId xmlns:a16="http://schemas.microsoft.com/office/drawing/2014/main" id="{6A5F24A5-E39B-45A4-A13C-4577FC9BDF07}"/>
              </a:ext>
            </a:extLst>
          </p:cNvPr>
          <p:cNvSpPr>
            <a:spLocks xmlns:a="http://schemas.openxmlformats.org/drawingml/2006/main" noGrp="1"/>
          </p:cNvSpPr>
          <p:nvPr/>
        </p:nvSpPr>
        <p:spPr>
          <a:xfrm xmlns:a="http://schemas.openxmlformats.org/drawingml/2006/main">
            <a:off x="1762125" y="328612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defRPr sz="1950" b="0">
                <a:solidFill>
                  <a:srgbClr val="171717"/>
                </a:solidFill>
                <a:latin typeface="Arial"/>
                <a:ea typeface="Arial"/>
                <a:cs typeface="Arial"/>
              </a:defRPr>
            </a:lvl1pPr>
            <a:lvl2pPr algn="l">
              <a:defRPr sz="1950" b="0">
                <a:solidFill>
                  <a:srgbClr val="171717"/>
                </a:solidFill>
                <a:latin typeface="Arial"/>
                <a:ea typeface="Arial"/>
                <a:cs typeface="Arial"/>
              </a:defRPr>
            </a:lvl2pPr>
            <a:lvl3pPr algn="l">
              <a:defRPr sz="1950" b="0">
                <a:solidFill>
                  <a:srgbClr val="171717"/>
                </a:solidFill>
                <a:latin typeface="Arial"/>
                <a:ea typeface="Arial"/>
                <a:cs typeface="Arial"/>
              </a:defRPr>
            </a:lvl3pPr>
            <a:lvl4pPr algn="l">
              <a:defRPr sz="1950" b="0">
                <a:solidFill>
                  <a:srgbClr val="171717"/>
                </a:solidFill>
                <a:latin typeface="Arial"/>
                <a:ea typeface="Arial"/>
                <a:cs typeface="Arial"/>
              </a:defRPr>
            </a:lvl4pPr>
            <a:lvl5pPr algn="l">
              <a:defRPr sz="1950" b="0">
                <a:solidFill>
                  <a:srgbClr val="171717"/>
                </a:solidFill>
                <a:latin typeface="Arial"/>
                <a:ea typeface="Arial"/>
                <a:cs typeface="Arial"/>
              </a:defRPr>
            </a:lvl5pPr>
            <a:lvl6pPr algn="l">
              <a:defRPr sz="1950" b="0">
                <a:solidFill>
                  <a:srgbClr val="171717"/>
                </a:solidFill>
                <a:latin typeface="Arial"/>
                <a:ea typeface="Arial"/>
                <a:cs typeface="Arial"/>
              </a:defRPr>
            </a:lvl6pPr>
            <a:lvl7pPr algn="l">
              <a:defRPr sz="1950" b="0">
                <a:solidFill>
                  <a:srgbClr val="171717"/>
                </a:solidFill>
                <a:latin typeface="Arial"/>
                <a:ea typeface="Arial"/>
                <a:cs typeface="Arial"/>
              </a:defRPr>
            </a:lvl7pPr>
            <a:lvl8pPr algn="l">
              <a:defRPr sz="1950" b="0">
                <a:solidFill>
                  <a:srgbClr val="171717"/>
                </a:solidFill>
                <a:latin typeface="Arial"/>
                <a:ea typeface="Arial"/>
                <a:cs typeface="Arial"/>
              </a:defRPr>
            </a:lvl8pPr>
            <a:lvl9pPr algn="l">
              <a:defRPr sz="1950" b="0">
                <a:solidFill>
                  <a:srgbClr val="171717"/>
                </a:solidFill>
                <a:latin typeface="Arial"/>
                <a:ea typeface="Arial"/>
                <a:cs typeface="Arial"/>
              </a:defRPr>
            </a:lvl9pPr>
          </a:lstStyle>
          <a:p xmlns:a="http://schemas.openxmlformats.org/drawingml/2006/main">
            <a:pPr algn="l">
              <a:defRPr sz="1950" b="0">
                <a:solidFill>
                  <a:srgbClr val="171717"/>
                </a:solidFill>
                <a:latin typeface="Arial"/>
                <a:ea typeface="Arial"/>
                <a:cs typeface="Arial"/>
              </a:defRPr>
            </a:pPr>
            <a:r>
              <a:rPr sz="1950" b="0">
                <a:solidFill>
                  <a:srgbClr val="171717"/>
                </a:solidFill>
                <a:latin typeface="Arial"/>
                <a:ea typeface="Arial"/>
                <a:cs typeface="Arial"/>
              </a:rPr>
              <a:t>How acceptable is the developed system to intended users?</a:t>
            </a:r>
          </a:p>
        </p:txBody>
      </p:sp>
      <p:sp>
        <p:nvSpPr>
          <p:cNvPr id="13" name="current-content-56">
            <a:extLst xmlns:a="http://schemas.openxmlformats.org/drawingml/2006/main">
              <a:ext uri="{FF2B5EF4-FFF2-40B4-BE49-F238E27FC236}">
                <a16:creationId xmlns:a16="http://schemas.microsoft.com/office/drawing/2014/main" id="{26D6B4ED-DD58-4733-B7C9-5EA6A384E2B6}"/>
              </a:ext>
            </a:extLst>
          </p:cNvPr>
          <p:cNvSpPr>
            <a:spLocks xmlns:a="http://schemas.openxmlformats.org/drawingml/2006/main" noGrp="1"/>
          </p:cNvSpPr>
          <p:nvPr/>
        </p:nvSpPr>
        <p:spPr>
          <a:xfrm xmlns:a="http://schemas.openxmlformats.org/drawingml/2006/main">
            <a:off x="533400" y="4352925"/>
            <a:ext cx="805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Acceptability dimensions: cost-effectiveness, reliability, efficiency and security</a:t>
            </a:r>
          </a:p>
        </p:txBody>
      </p:sp>
    </p:spTree>
    <p:extLst>
      <p:ext uri="{BB962C8B-B14F-4D97-AF65-F5344CB8AC3E}">
        <p14:creationId xmlns:p14="http://schemas.microsoft.com/office/powerpoint/2010/main" val="23044918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C3BAB90A-AC5B-451E-AF6B-3FA6FC19BFFC}"/>
              </a:ext>
            </a:extLst>
          </p:cNvPr>
          <p:cNvPicPr>
            <a:picLocks xmlns:a="http://schemas.openxmlformats.org/drawingml/2006/main" noChangeAspect="1"/>
          </p:cNvPicPr>
          <p:nvPr/>
        </p:nvPicPr>
        <p:blipFill>
          <a:blip xmlns:r="http://schemas.openxmlformats.org/officeDocument/2006/relationships" xmlns:a="http://schemas.openxmlformats.org/drawingml/2006/main" r:embed="Rca4b5efb4b344c56"/>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8">
            <a:extLst xmlns:a="http://schemas.openxmlformats.org/drawingml/2006/main">
              <a:ext uri="{FF2B5EF4-FFF2-40B4-BE49-F238E27FC236}">
                <a16:creationId xmlns:a16="http://schemas.microsoft.com/office/drawing/2014/main" id="{8EDD3D19-74E0-4877-A6C4-EC016E44AB87}"/>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Research goals</a:t>
            </a:r>
          </a:p>
        </p:txBody>
      </p:sp>
      <p:pic>
        <p:nvPicPr>
          <p:cNvPr id="3" name="">
            <a:extLst xmlns:a="http://schemas.openxmlformats.org/drawingml/2006/main">
              <a:ext uri="{FF2B5EF4-FFF2-40B4-BE49-F238E27FC236}">
                <a16:creationId xmlns:a16="http://schemas.microsoft.com/office/drawing/2014/main" id="{11E0D93D-2CE9-477E-ABB1-618C170EB87A}"/>
              </a:ext>
            </a:extLst>
          </p:cNvPr>
          <p:cNvPicPr>
            <a:picLocks xmlns:a="http://schemas.openxmlformats.org/drawingml/2006/main" noChangeAspect="1"/>
          </p:cNvPicPr>
          <p:nvPr/>
        </p:nvPicPr>
        <p:blipFill>
          <a:blip xmlns:r="http://schemas.openxmlformats.org/officeDocument/2006/relationships" xmlns:a="http://schemas.openxmlformats.org/drawingml/2006/main" r:embed="R9823edd8cee94cf6"/>
          <a:stretch xmlns:a="http://schemas.openxmlformats.org/drawingml/2006/main"/>
        </p:blipFill>
        <p:spPr>
          <a:xfrm xmlns:a="http://schemas.openxmlformats.org/drawingml/2006/main">
            <a:off x="3524250" y="4676998"/>
            <a:ext cx="2095500" cy="332930"/>
          </a:xfrm>
          <a:prstGeom xmlns:a="http://schemas.openxmlformats.org/drawingml/2006/main" prst="rect">
            <a:avLst/>
          </a:prstGeom>
        </p:spPr>
      </p:pic>
      <p:sp>
        <p:nvSpPr>
          <p:cNvPr id="4" name="current-content-9">
            <a:extLst xmlns:a="http://schemas.openxmlformats.org/drawingml/2006/main">
              <a:ext uri="{FF2B5EF4-FFF2-40B4-BE49-F238E27FC236}">
                <a16:creationId xmlns:a16="http://schemas.microsoft.com/office/drawing/2014/main" id="{A4178347-95B6-4E59-A3C0-E7B14E3D3A90}"/>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05 / 17</a:t>
            </a:r>
          </a:p>
        </p:txBody>
      </p:sp>
      <p:sp>
        <p:nvSpPr>
          <p:cNvPr id="5" name="current-content-57">
            <a:extLst xmlns:a="http://schemas.openxmlformats.org/drawingml/2006/main">
              <a:ext uri="{FF2B5EF4-FFF2-40B4-BE49-F238E27FC236}">
                <a16:creationId xmlns:a16="http://schemas.microsoft.com/office/drawing/2014/main" id="{4D0A9570-A671-438F-A914-CFDBB8346D6C}"/>
              </a:ext>
            </a:extLst>
          </p:cNvPr>
          <p:cNvSpPr>
            <a:spLocks xmlns:a="http://schemas.openxmlformats.org/drawingml/2006/main" noGrp="1"/>
          </p:cNvSpPr>
          <p:nvPr/>
        </p:nvSpPr>
        <p:spPr>
          <a:xfrm xmlns:a="http://schemas.openxmlformats.org/drawingml/2006/main">
            <a:off x="533400" y="1266825"/>
            <a:ext cx="80581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1717"/>
                </a:solidFill>
                <a:latin typeface="Arial"/>
                <a:ea typeface="Arial"/>
                <a:cs typeface="Arial"/>
              </a:defRPr>
            </a:defPPr>
            <a:lvl1pPr algn="l">
              <a:defRPr sz="2100" b="1">
                <a:solidFill>
                  <a:srgbClr val="171717"/>
                </a:solidFill>
                <a:latin typeface="Arial"/>
                <a:ea typeface="Arial"/>
                <a:cs typeface="Arial"/>
              </a:defRPr>
            </a:lvl1pPr>
            <a:lvl2pPr algn="l">
              <a:defRPr sz="2100" b="1">
                <a:solidFill>
                  <a:srgbClr val="171717"/>
                </a:solidFill>
                <a:latin typeface="Arial"/>
                <a:ea typeface="Arial"/>
                <a:cs typeface="Arial"/>
              </a:defRPr>
            </a:lvl2pPr>
            <a:lvl3pPr algn="l">
              <a:defRPr sz="2100" b="1">
                <a:solidFill>
                  <a:srgbClr val="171717"/>
                </a:solidFill>
                <a:latin typeface="Arial"/>
                <a:ea typeface="Arial"/>
                <a:cs typeface="Arial"/>
              </a:defRPr>
            </a:lvl3pPr>
            <a:lvl4pPr algn="l">
              <a:defRPr sz="2100" b="1">
                <a:solidFill>
                  <a:srgbClr val="171717"/>
                </a:solidFill>
                <a:latin typeface="Arial"/>
                <a:ea typeface="Arial"/>
                <a:cs typeface="Arial"/>
              </a:defRPr>
            </a:lvl4pPr>
            <a:lvl5pPr algn="l">
              <a:defRPr sz="2100" b="1">
                <a:solidFill>
                  <a:srgbClr val="171717"/>
                </a:solidFill>
                <a:latin typeface="Arial"/>
                <a:ea typeface="Arial"/>
                <a:cs typeface="Arial"/>
              </a:defRPr>
            </a:lvl5pPr>
            <a:lvl6pPr algn="l">
              <a:defRPr sz="2100" b="1">
                <a:solidFill>
                  <a:srgbClr val="171717"/>
                </a:solidFill>
                <a:latin typeface="Arial"/>
                <a:ea typeface="Arial"/>
                <a:cs typeface="Arial"/>
              </a:defRPr>
            </a:lvl6pPr>
            <a:lvl7pPr algn="l">
              <a:defRPr sz="2100" b="1">
                <a:solidFill>
                  <a:srgbClr val="171717"/>
                </a:solidFill>
                <a:latin typeface="Arial"/>
                <a:ea typeface="Arial"/>
                <a:cs typeface="Arial"/>
              </a:defRPr>
            </a:lvl7pPr>
            <a:lvl8pPr algn="l">
              <a:defRPr sz="2100" b="1">
                <a:solidFill>
                  <a:srgbClr val="171717"/>
                </a:solidFill>
                <a:latin typeface="Arial"/>
                <a:ea typeface="Arial"/>
                <a:cs typeface="Arial"/>
              </a:defRPr>
            </a:lvl8pPr>
            <a:lvl9pPr algn="l">
              <a:defRPr sz="2100" b="1">
                <a:solidFill>
                  <a:srgbClr val="171717"/>
                </a:solidFill>
                <a:latin typeface="Arial"/>
                <a:ea typeface="Arial"/>
                <a:cs typeface="Arial"/>
              </a:defRPr>
            </a:lvl9pPr>
          </a:lstStyle>
          <a:p xmlns:a="http://schemas.openxmlformats.org/drawingml/2006/main">
            <a:pPr algn="l">
              <a:defRPr sz="2100" b="1">
                <a:solidFill>
                  <a:srgbClr val="171717"/>
                </a:solidFill>
                <a:latin typeface="Arial"/>
                <a:ea typeface="Arial"/>
                <a:cs typeface="Arial"/>
              </a:defRPr>
            </a:pPr>
            <a:r>
              <a:rPr sz="2100" b="1">
                <a:solidFill>
                  <a:srgbClr val="171717"/>
                </a:solidFill>
                <a:latin typeface="Arial"/>
                <a:ea typeface="Arial"/>
                <a:cs typeface="Arial"/>
              </a:rPr>
              <a:t>Design, develop, and evaluate a cloud-based inventory</a:t>
            </a:r>
          </a:p>
          <a:p xmlns:a="http://schemas.openxmlformats.org/drawingml/2006/main">
            <a:pPr algn="l">
              <a:defRPr sz="2100" b="1">
                <a:solidFill>
                  <a:srgbClr val="171717"/>
                </a:solidFill>
                <a:latin typeface="Arial"/>
                <a:ea typeface="Arial"/>
                <a:cs typeface="Arial"/>
              </a:defRPr>
            </a:pPr>
            <a:r>
              <a:rPr sz="2100" b="1">
                <a:solidFill>
                  <a:srgbClr val="171717"/>
                </a:solidFill>
                <a:latin typeface="Arial"/>
                <a:ea typeface="Arial"/>
                <a:cs typeface="Arial"/>
              </a:rPr>
              <a:t>and financial management framework tailored for SMEs</a:t>
            </a:r>
          </a:p>
        </p:txBody>
      </p:sp>
      <p:sp>
        <p:nvSpPr>
          <p:cNvPr id="6" name="current-content-58">
            <a:extLst xmlns:a="http://schemas.openxmlformats.org/drawingml/2006/main">
              <a:ext uri="{FF2B5EF4-FFF2-40B4-BE49-F238E27FC236}">
                <a16:creationId xmlns:a16="http://schemas.microsoft.com/office/drawing/2014/main" id="{FC2ED57B-204E-4AA3-B660-723BCBF51562}"/>
              </a:ext>
            </a:extLst>
          </p:cNvPr>
          <p:cNvSpPr>
            <a:spLocks xmlns:a="http://schemas.openxmlformats.org/drawingml/2006/main" noGrp="1"/>
          </p:cNvSpPr>
          <p:nvPr/>
        </p:nvSpPr>
        <p:spPr>
          <a:xfrm xmlns:a="http://schemas.openxmlformats.org/drawingml/2006/main">
            <a:off x="533400" y="24574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defRPr sz="2025" b="1">
                <a:solidFill>
                  <a:srgbClr val="0070C0"/>
                </a:solidFill>
                <a:latin typeface="Arial"/>
                <a:ea typeface="Arial"/>
                <a:cs typeface="Arial"/>
              </a:defRPr>
            </a:lvl1pPr>
            <a:lvl2pPr algn="l">
              <a:defRPr sz="2025" b="1">
                <a:solidFill>
                  <a:srgbClr val="0070C0"/>
                </a:solidFill>
                <a:latin typeface="Arial"/>
                <a:ea typeface="Arial"/>
                <a:cs typeface="Arial"/>
              </a:defRPr>
            </a:lvl2pPr>
            <a:lvl3pPr algn="l">
              <a:defRPr sz="2025" b="1">
                <a:solidFill>
                  <a:srgbClr val="0070C0"/>
                </a:solidFill>
                <a:latin typeface="Arial"/>
                <a:ea typeface="Arial"/>
                <a:cs typeface="Arial"/>
              </a:defRPr>
            </a:lvl3pPr>
            <a:lvl4pPr algn="l">
              <a:defRPr sz="2025" b="1">
                <a:solidFill>
                  <a:srgbClr val="0070C0"/>
                </a:solidFill>
                <a:latin typeface="Arial"/>
                <a:ea typeface="Arial"/>
                <a:cs typeface="Arial"/>
              </a:defRPr>
            </a:lvl4pPr>
            <a:lvl5pPr algn="l">
              <a:defRPr sz="2025" b="1">
                <a:solidFill>
                  <a:srgbClr val="0070C0"/>
                </a:solidFill>
                <a:latin typeface="Arial"/>
                <a:ea typeface="Arial"/>
                <a:cs typeface="Arial"/>
              </a:defRPr>
            </a:lvl5pPr>
            <a:lvl6pPr algn="l">
              <a:defRPr sz="2025" b="1">
                <a:solidFill>
                  <a:srgbClr val="0070C0"/>
                </a:solidFill>
                <a:latin typeface="Arial"/>
                <a:ea typeface="Arial"/>
                <a:cs typeface="Arial"/>
              </a:defRPr>
            </a:lvl6pPr>
            <a:lvl7pPr algn="l">
              <a:defRPr sz="2025" b="1">
                <a:solidFill>
                  <a:srgbClr val="0070C0"/>
                </a:solidFill>
                <a:latin typeface="Arial"/>
                <a:ea typeface="Arial"/>
                <a:cs typeface="Arial"/>
              </a:defRPr>
            </a:lvl7pPr>
            <a:lvl8pPr algn="l">
              <a:defRPr sz="2025" b="1">
                <a:solidFill>
                  <a:srgbClr val="0070C0"/>
                </a:solidFill>
                <a:latin typeface="Arial"/>
                <a:ea typeface="Arial"/>
                <a:cs typeface="Arial"/>
              </a:defRPr>
            </a:lvl8pPr>
            <a:lvl9pPr algn="l">
              <a:defRPr sz="2025" b="1">
                <a:solidFill>
                  <a:srgbClr val="0070C0"/>
                </a:solidFill>
                <a:latin typeface="Arial"/>
                <a:ea typeface="Arial"/>
                <a:cs typeface="Arial"/>
              </a:defRPr>
            </a:lvl9pPr>
          </a:lstStyle>
          <a:p xmlns:a="http://schemas.openxmlformats.org/drawingml/2006/main">
            <a:pPr algn="l">
              <a:defRPr sz="2025" b="1">
                <a:solidFill>
                  <a:srgbClr val="0070C0"/>
                </a:solidFill>
                <a:latin typeface="Arial"/>
                <a:ea typeface="Arial"/>
                <a:cs typeface="Arial"/>
              </a:defRPr>
            </a:pPr>
            <a:r>
              <a:rPr sz="2025" b="1">
                <a:solidFill>
                  <a:srgbClr val="0070C0"/>
                </a:solidFill>
                <a:latin typeface="Arial"/>
                <a:ea typeface="Arial"/>
                <a:cs typeface="Arial"/>
              </a:rPr>
              <a:t>01</a:t>
            </a:r>
          </a:p>
        </p:txBody>
      </p:sp>
      <p:sp>
        <p:nvSpPr>
          <p:cNvPr id="7" name="current-content-59">
            <a:extLst xmlns:a="http://schemas.openxmlformats.org/drawingml/2006/main">
              <a:ext uri="{FF2B5EF4-FFF2-40B4-BE49-F238E27FC236}">
                <a16:creationId xmlns:a16="http://schemas.microsoft.com/office/drawing/2014/main" id="{20BBAA84-851E-4B73-84C3-82DABFB27254}"/>
              </a:ext>
            </a:extLst>
          </p:cNvPr>
          <p:cNvSpPr>
            <a:spLocks xmlns:a="http://schemas.openxmlformats.org/drawingml/2006/main" noGrp="1"/>
          </p:cNvSpPr>
          <p:nvPr/>
        </p:nvSpPr>
        <p:spPr>
          <a:xfrm xmlns:a="http://schemas.openxmlformats.org/drawingml/2006/main">
            <a:off x="1428750" y="2457450"/>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defRPr sz="1875" b="0">
                <a:solidFill>
                  <a:srgbClr val="171717"/>
                </a:solidFill>
                <a:latin typeface="Arial"/>
                <a:ea typeface="Arial"/>
                <a:cs typeface="Arial"/>
              </a:defRPr>
            </a:lvl1pPr>
            <a:lvl2pPr algn="l">
              <a:defRPr sz="1875" b="0">
                <a:solidFill>
                  <a:srgbClr val="171717"/>
                </a:solidFill>
                <a:latin typeface="Arial"/>
                <a:ea typeface="Arial"/>
                <a:cs typeface="Arial"/>
              </a:defRPr>
            </a:lvl2pPr>
            <a:lvl3pPr algn="l">
              <a:defRPr sz="1875" b="0">
                <a:solidFill>
                  <a:srgbClr val="171717"/>
                </a:solidFill>
                <a:latin typeface="Arial"/>
                <a:ea typeface="Arial"/>
                <a:cs typeface="Arial"/>
              </a:defRPr>
            </a:lvl3pPr>
            <a:lvl4pPr algn="l">
              <a:defRPr sz="1875" b="0">
                <a:solidFill>
                  <a:srgbClr val="171717"/>
                </a:solidFill>
                <a:latin typeface="Arial"/>
                <a:ea typeface="Arial"/>
                <a:cs typeface="Arial"/>
              </a:defRPr>
            </a:lvl4pPr>
            <a:lvl5pPr algn="l">
              <a:defRPr sz="1875" b="0">
                <a:solidFill>
                  <a:srgbClr val="171717"/>
                </a:solidFill>
                <a:latin typeface="Arial"/>
                <a:ea typeface="Arial"/>
                <a:cs typeface="Arial"/>
              </a:defRPr>
            </a:lvl5pPr>
            <a:lvl6pPr algn="l">
              <a:defRPr sz="1875" b="0">
                <a:solidFill>
                  <a:srgbClr val="171717"/>
                </a:solidFill>
                <a:latin typeface="Arial"/>
                <a:ea typeface="Arial"/>
                <a:cs typeface="Arial"/>
              </a:defRPr>
            </a:lvl6pPr>
            <a:lvl7pPr algn="l">
              <a:defRPr sz="1875" b="0">
                <a:solidFill>
                  <a:srgbClr val="171717"/>
                </a:solidFill>
                <a:latin typeface="Arial"/>
                <a:ea typeface="Arial"/>
                <a:cs typeface="Arial"/>
              </a:defRPr>
            </a:lvl7pPr>
            <a:lvl8pPr algn="l">
              <a:defRPr sz="1875" b="0">
                <a:solidFill>
                  <a:srgbClr val="171717"/>
                </a:solidFill>
                <a:latin typeface="Arial"/>
                <a:ea typeface="Arial"/>
                <a:cs typeface="Arial"/>
              </a:defRPr>
            </a:lvl8pPr>
            <a:lvl9pPr algn="l">
              <a:defRPr sz="1875" b="0">
                <a:solidFill>
                  <a:srgbClr val="171717"/>
                </a:solidFill>
                <a:latin typeface="Arial"/>
                <a:ea typeface="Arial"/>
                <a:cs typeface="Arial"/>
              </a:defRPr>
            </a:lvl9pPr>
          </a:lstStyle>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Identify manual tracking and reconciliation bottlenecks</a:t>
            </a:r>
          </a:p>
        </p:txBody>
      </p:sp>
      <p:sp>
        <p:nvSpPr>
          <p:cNvPr id="8" name="current-content-60">
            <a:extLst xmlns:a="http://schemas.openxmlformats.org/drawingml/2006/main">
              <a:ext uri="{FF2B5EF4-FFF2-40B4-BE49-F238E27FC236}">
                <a16:creationId xmlns:a16="http://schemas.microsoft.com/office/drawing/2014/main" id="{6D90B7E1-24F0-418D-8E87-94FFAA15D88C}"/>
              </a:ext>
            </a:extLst>
          </p:cNvPr>
          <p:cNvSpPr>
            <a:spLocks xmlns:a="http://schemas.openxmlformats.org/drawingml/2006/main" noGrp="1"/>
          </p:cNvSpPr>
          <p:nvPr/>
        </p:nvSpPr>
        <p:spPr>
          <a:xfrm xmlns:a="http://schemas.openxmlformats.org/drawingml/2006/main">
            <a:off x="533400" y="307657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defRPr sz="2025" b="1">
                <a:solidFill>
                  <a:srgbClr val="0070C0"/>
                </a:solidFill>
                <a:latin typeface="Arial"/>
                <a:ea typeface="Arial"/>
                <a:cs typeface="Arial"/>
              </a:defRPr>
            </a:lvl1pPr>
            <a:lvl2pPr algn="l">
              <a:defRPr sz="2025" b="1">
                <a:solidFill>
                  <a:srgbClr val="0070C0"/>
                </a:solidFill>
                <a:latin typeface="Arial"/>
                <a:ea typeface="Arial"/>
                <a:cs typeface="Arial"/>
              </a:defRPr>
            </a:lvl2pPr>
            <a:lvl3pPr algn="l">
              <a:defRPr sz="2025" b="1">
                <a:solidFill>
                  <a:srgbClr val="0070C0"/>
                </a:solidFill>
                <a:latin typeface="Arial"/>
                <a:ea typeface="Arial"/>
                <a:cs typeface="Arial"/>
              </a:defRPr>
            </a:lvl3pPr>
            <a:lvl4pPr algn="l">
              <a:defRPr sz="2025" b="1">
                <a:solidFill>
                  <a:srgbClr val="0070C0"/>
                </a:solidFill>
                <a:latin typeface="Arial"/>
                <a:ea typeface="Arial"/>
                <a:cs typeface="Arial"/>
              </a:defRPr>
            </a:lvl4pPr>
            <a:lvl5pPr algn="l">
              <a:defRPr sz="2025" b="1">
                <a:solidFill>
                  <a:srgbClr val="0070C0"/>
                </a:solidFill>
                <a:latin typeface="Arial"/>
                <a:ea typeface="Arial"/>
                <a:cs typeface="Arial"/>
              </a:defRPr>
            </a:lvl5pPr>
            <a:lvl6pPr algn="l">
              <a:defRPr sz="2025" b="1">
                <a:solidFill>
                  <a:srgbClr val="0070C0"/>
                </a:solidFill>
                <a:latin typeface="Arial"/>
                <a:ea typeface="Arial"/>
                <a:cs typeface="Arial"/>
              </a:defRPr>
            </a:lvl6pPr>
            <a:lvl7pPr algn="l">
              <a:defRPr sz="2025" b="1">
                <a:solidFill>
                  <a:srgbClr val="0070C0"/>
                </a:solidFill>
                <a:latin typeface="Arial"/>
                <a:ea typeface="Arial"/>
                <a:cs typeface="Arial"/>
              </a:defRPr>
            </a:lvl7pPr>
            <a:lvl8pPr algn="l">
              <a:defRPr sz="2025" b="1">
                <a:solidFill>
                  <a:srgbClr val="0070C0"/>
                </a:solidFill>
                <a:latin typeface="Arial"/>
                <a:ea typeface="Arial"/>
                <a:cs typeface="Arial"/>
              </a:defRPr>
            </a:lvl8pPr>
            <a:lvl9pPr algn="l">
              <a:defRPr sz="2025" b="1">
                <a:solidFill>
                  <a:srgbClr val="0070C0"/>
                </a:solidFill>
                <a:latin typeface="Arial"/>
                <a:ea typeface="Arial"/>
                <a:cs typeface="Arial"/>
              </a:defRPr>
            </a:lvl9pPr>
          </a:lstStyle>
          <a:p xmlns:a="http://schemas.openxmlformats.org/drawingml/2006/main">
            <a:pPr algn="l">
              <a:defRPr sz="2025" b="1">
                <a:solidFill>
                  <a:srgbClr val="0070C0"/>
                </a:solidFill>
                <a:latin typeface="Arial"/>
                <a:ea typeface="Arial"/>
                <a:cs typeface="Arial"/>
              </a:defRPr>
            </a:pPr>
            <a:r>
              <a:rPr sz="2025" b="1">
                <a:solidFill>
                  <a:srgbClr val="0070C0"/>
                </a:solidFill>
                <a:latin typeface="Arial"/>
                <a:ea typeface="Arial"/>
                <a:cs typeface="Arial"/>
              </a:rPr>
              <a:t>02</a:t>
            </a:r>
          </a:p>
        </p:txBody>
      </p:sp>
      <p:sp>
        <p:nvSpPr>
          <p:cNvPr id="9" name="current-content-61">
            <a:extLst xmlns:a="http://schemas.openxmlformats.org/drawingml/2006/main">
              <a:ext uri="{FF2B5EF4-FFF2-40B4-BE49-F238E27FC236}">
                <a16:creationId xmlns:a16="http://schemas.microsoft.com/office/drawing/2014/main" id="{02E57D38-2E89-477D-B71D-FD7427C51CEC}"/>
              </a:ext>
            </a:extLst>
          </p:cNvPr>
          <p:cNvSpPr>
            <a:spLocks xmlns:a="http://schemas.openxmlformats.org/drawingml/2006/main" noGrp="1"/>
          </p:cNvSpPr>
          <p:nvPr/>
        </p:nvSpPr>
        <p:spPr>
          <a:xfrm xmlns:a="http://schemas.openxmlformats.org/drawingml/2006/main">
            <a:off x="1428750" y="3076575"/>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defRPr sz="1875" b="0">
                <a:solidFill>
                  <a:srgbClr val="171717"/>
                </a:solidFill>
                <a:latin typeface="Arial"/>
                <a:ea typeface="Arial"/>
                <a:cs typeface="Arial"/>
              </a:defRPr>
            </a:lvl1pPr>
            <a:lvl2pPr algn="l">
              <a:defRPr sz="1875" b="0">
                <a:solidFill>
                  <a:srgbClr val="171717"/>
                </a:solidFill>
                <a:latin typeface="Arial"/>
                <a:ea typeface="Arial"/>
                <a:cs typeface="Arial"/>
              </a:defRPr>
            </a:lvl2pPr>
            <a:lvl3pPr algn="l">
              <a:defRPr sz="1875" b="0">
                <a:solidFill>
                  <a:srgbClr val="171717"/>
                </a:solidFill>
                <a:latin typeface="Arial"/>
                <a:ea typeface="Arial"/>
                <a:cs typeface="Arial"/>
              </a:defRPr>
            </a:lvl3pPr>
            <a:lvl4pPr algn="l">
              <a:defRPr sz="1875" b="0">
                <a:solidFill>
                  <a:srgbClr val="171717"/>
                </a:solidFill>
                <a:latin typeface="Arial"/>
                <a:ea typeface="Arial"/>
                <a:cs typeface="Arial"/>
              </a:defRPr>
            </a:lvl4pPr>
            <a:lvl5pPr algn="l">
              <a:defRPr sz="1875" b="0">
                <a:solidFill>
                  <a:srgbClr val="171717"/>
                </a:solidFill>
                <a:latin typeface="Arial"/>
                <a:ea typeface="Arial"/>
                <a:cs typeface="Arial"/>
              </a:defRPr>
            </a:lvl5pPr>
            <a:lvl6pPr algn="l">
              <a:defRPr sz="1875" b="0">
                <a:solidFill>
                  <a:srgbClr val="171717"/>
                </a:solidFill>
                <a:latin typeface="Arial"/>
                <a:ea typeface="Arial"/>
                <a:cs typeface="Arial"/>
              </a:defRPr>
            </a:lvl6pPr>
            <a:lvl7pPr algn="l">
              <a:defRPr sz="1875" b="0">
                <a:solidFill>
                  <a:srgbClr val="171717"/>
                </a:solidFill>
                <a:latin typeface="Arial"/>
                <a:ea typeface="Arial"/>
                <a:cs typeface="Arial"/>
              </a:defRPr>
            </a:lvl7pPr>
            <a:lvl8pPr algn="l">
              <a:defRPr sz="1875" b="0">
                <a:solidFill>
                  <a:srgbClr val="171717"/>
                </a:solidFill>
                <a:latin typeface="Arial"/>
                <a:ea typeface="Arial"/>
                <a:cs typeface="Arial"/>
              </a:defRPr>
            </a:lvl8pPr>
            <a:lvl9pPr algn="l">
              <a:defRPr sz="1875" b="0">
                <a:solidFill>
                  <a:srgbClr val="171717"/>
                </a:solidFill>
                <a:latin typeface="Arial"/>
                <a:ea typeface="Arial"/>
                <a:cs typeface="Arial"/>
              </a:defRPr>
            </a:lvl9pPr>
          </a:lstStyle>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Determine the framework and information security measures</a:t>
            </a:r>
          </a:p>
        </p:txBody>
      </p:sp>
      <p:sp>
        <p:nvSpPr>
          <p:cNvPr id="10" name="current-content-62">
            <a:extLst xmlns:a="http://schemas.openxmlformats.org/drawingml/2006/main">
              <a:ext uri="{FF2B5EF4-FFF2-40B4-BE49-F238E27FC236}">
                <a16:creationId xmlns:a16="http://schemas.microsoft.com/office/drawing/2014/main" id="{AA18F56F-48F5-43BC-A5E9-6D48D8B8CDEE}"/>
              </a:ext>
            </a:extLst>
          </p:cNvPr>
          <p:cNvSpPr>
            <a:spLocks xmlns:a="http://schemas.openxmlformats.org/drawingml/2006/main" noGrp="1"/>
          </p:cNvSpPr>
          <p:nvPr/>
        </p:nvSpPr>
        <p:spPr>
          <a:xfrm xmlns:a="http://schemas.openxmlformats.org/drawingml/2006/main">
            <a:off x="533400" y="369570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defRPr sz="2025" b="1">
                <a:solidFill>
                  <a:srgbClr val="0070C0"/>
                </a:solidFill>
                <a:latin typeface="Arial"/>
                <a:ea typeface="Arial"/>
                <a:cs typeface="Arial"/>
              </a:defRPr>
            </a:lvl1pPr>
            <a:lvl2pPr algn="l">
              <a:defRPr sz="2025" b="1">
                <a:solidFill>
                  <a:srgbClr val="0070C0"/>
                </a:solidFill>
                <a:latin typeface="Arial"/>
                <a:ea typeface="Arial"/>
                <a:cs typeface="Arial"/>
              </a:defRPr>
            </a:lvl2pPr>
            <a:lvl3pPr algn="l">
              <a:defRPr sz="2025" b="1">
                <a:solidFill>
                  <a:srgbClr val="0070C0"/>
                </a:solidFill>
                <a:latin typeface="Arial"/>
                <a:ea typeface="Arial"/>
                <a:cs typeface="Arial"/>
              </a:defRPr>
            </a:lvl3pPr>
            <a:lvl4pPr algn="l">
              <a:defRPr sz="2025" b="1">
                <a:solidFill>
                  <a:srgbClr val="0070C0"/>
                </a:solidFill>
                <a:latin typeface="Arial"/>
                <a:ea typeface="Arial"/>
                <a:cs typeface="Arial"/>
              </a:defRPr>
            </a:lvl4pPr>
            <a:lvl5pPr algn="l">
              <a:defRPr sz="2025" b="1">
                <a:solidFill>
                  <a:srgbClr val="0070C0"/>
                </a:solidFill>
                <a:latin typeface="Arial"/>
                <a:ea typeface="Arial"/>
                <a:cs typeface="Arial"/>
              </a:defRPr>
            </a:lvl5pPr>
            <a:lvl6pPr algn="l">
              <a:defRPr sz="2025" b="1">
                <a:solidFill>
                  <a:srgbClr val="0070C0"/>
                </a:solidFill>
                <a:latin typeface="Arial"/>
                <a:ea typeface="Arial"/>
                <a:cs typeface="Arial"/>
              </a:defRPr>
            </a:lvl6pPr>
            <a:lvl7pPr algn="l">
              <a:defRPr sz="2025" b="1">
                <a:solidFill>
                  <a:srgbClr val="0070C0"/>
                </a:solidFill>
                <a:latin typeface="Arial"/>
                <a:ea typeface="Arial"/>
                <a:cs typeface="Arial"/>
              </a:defRPr>
            </a:lvl7pPr>
            <a:lvl8pPr algn="l">
              <a:defRPr sz="2025" b="1">
                <a:solidFill>
                  <a:srgbClr val="0070C0"/>
                </a:solidFill>
                <a:latin typeface="Arial"/>
                <a:ea typeface="Arial"/>
                <a:cs typeface="Arial"/>
              </a:defRPr>
            </a:lvl8pPr>
            <a:lvl9pPr algn="l">
              <a:defRPr sz="2025" b="1">
                <a:solidFill>
                  <a:srgbClr val="0070C0"/>
                </a:solidFill>
                <a:latin typeface="Arial"/>
                <a:ea typeface="Arial"/>
                <a:cs typeface="Arial"/>
              </a:defRPr>
            </a:lvl9pPr>
          </a:lstStyle>
          <a:p xmlns:a="http://schemas.openxmlformats.org/drawingml/2006/main">
            <a:pPr algn="l">
              <a:defRPr sz="2025" b="1">
                <a:solidFill>
                  <a:srgbClr val="0070C0"/>
                </a:solidFill>
                <a:latin typeface="Arial"/>
                <a:ea typeface="Arial"/>
                <a:cs typeface="Arial"/>
              </a:defRPr>
            </a:pPr>
            <a:r>
              <a:rPr sz="2025" b="1">
                <a:solidFill>
                  <a:srgbClr val="0070C0"/>
                </a:solidFill>
                <a:latin typeface="Arial"/>
                <a:ea typeface="Arial"/>
                <a:cs typeface="Arial"/>
              </a:rPr>
              <a:t>03</a:t>
            </a:r>
          </a:p>
        </p:txBody>
      </p:sp>
      <p:sp>
        <p:nvSpPr>
          <p:cNvPr id="11" name="current-content-63">
            <a:extLst xmlns:a="http://schemas.openxmlformats.org/drawingml/2006/main">
              <a:ext uri="{FF2B5EF4-FFF2-40B4-BE49-F238E27FC236}">
                <a16:creationId xmlns:a16="http://schemas.microsoft.com/office/drawing/2014/main" id="{11AEF9EE-0ACA-4E83-8F50-7529D3615F09}"/>
              </a:ext>
            </a:extLst>
          </p:cNvPr>
          <p:cNvSpPr>
            <a:spLocks xmlns:a="http://schemas.openxmlformats.org/drawingml/2006/main" noGrp="1"/>
          </p:cNvSpPr>
          <p:nvPr/>
        </p:nvSpPr>
        <p:spPr>
          <a:xfrm xmlns:a="http://schemas.openxmlformats.org/drawingml/2006/main">
            <a:off x="1428750" y="3695700"/>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defRPr sz="1875" b="0">
                <a:solidFill>
                  <a:srgbClr val="171717"/>
                </a:solidFill>
                <a:latin typeface="Arial"/>
                <a:ea typeface="Arial"/>
                <a:cs typeface="Arial"/>
              </a:defRPr>
            </a:lvl1pPr>
            <a:lvl2pPr algn="l">
              <a:defRPr sz="1875" b="0">
                <a:solidFill>
                  <a:srgbClr val="171717"/>
                </a:solidFill>
                <a:latin typeface="Arial"/>
                <a:ea typeface="Arial"/>
                <a:cs typeface="Arial"/>
              </a:defRPr>
            </a:lvl2pPr>
            <a:lvl3pPr algn="l">
              <a:defRPr sz="1875" b="0">
                <a:solidFill>
                  <a:srgbClr val="171717"/>
                </a:solidFill>
                <a:latin typeface="Arial"/>
                <a:ea typeface="Arial"/>
                <a:cs typeface="Arial"/>
              </a:defRPr>
            </a:lvl3pPr>
            <a:lvl4pPr algn="l">
              <a:defRPr sz="1875" b="0">
                <a:solidFill>
                  <a:srgbClr val="171717"/>
                </a:solidFill>
                <a:latin typeface="Arial"/>
                <a:ea typeface="Arial"/>
                <a:cs typeface="Arial"/>
              </a:defRPr>
            </a:lvl4pPr>
            <a:lvl5pPr algn="l">
              <a:defRPr sz="1875" b="0">
                <a:solidFill>
                  <a:srgbClr val="171717"/>
                </a:solidFill>
                <a:latin typeface="Arial"/>
                <a:ea typeface="Arial"/>
                <a:cs typeface="Arial"/>
              </a:defRPr>
            </a:lvl5pPr>
            <a:lvl6pPr algn="l">
              <a:defRPr sz="1875" b="0">
                <a:solidFill>
                  <a:srgbClr val="171717"/>
                </a:solidFill>
                <a:latin typeface="Arial"/>
                <a:ea typeface="Arial"/>
                <a:cs typeface="Arial"/>
              </a:defRPr>
            </a:lvl6pPr>
            <a:lvl7pPr algn="l">
              <a:defRPr sz="1875" b="0">
                <a:solidFill>
                  <a:srgbClr val="171717"/>
                </a:solidFill>
                <a:latin typeface="Arial"/>
                <a:ea typeface="Arial"/>
                <a:cs typeface="Arial"/>
              </a:defRPr>
            </a:lvl7pPr>
            <a:lvl8pPr algn="l">
              <a:defRPr sz="1875" b="0">
                <a:solidFill>
                  <a:srgbClr val="171717"/>
                </a:solidFill>
                <a:latin typeface="Arial"/>
                <a:ea typeface="Arial"/>
                <a:cs typeface="Arial"/>
              </a:defRPr>
            </a:lvl8pPr>
            <a:lvl9pPr algn="l">
              <a:defRPr sz="1875" b="0">
                <a:solidFill>
                  <a:srgbClr val="171717"/>
                </a:solidFill>
                <a:latin typeface="Arial"/>
                <a:ea typeface="Arial"/>
                <a:cs typeface="Arial"/>
              </a:defRPr>
            </a:lvl9pPr>
          </a:lstStyle>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Evaluate acceptability after prototype interaction</a:t>
            </a:r>
          </a:p>
        </p:txBody>
      </p:sp>
      <p:sp>
        <p:nvSpPr>
          <p:cNvPr id="12" name="current-content-64">
            <a:extLst xmlns:a="http://schemas.openxmlformats.org/drawingml/2006/main">
              <a:ext uri="{FF2B5EF4-FFF2-40B4-BE49-F238E27FC236}">
                <a16:creationId xmlns:a16="http://schemas.microsoft.com/office/drawing/2014/main" id="{F80F1B71-9A2F-4CCF-B9F1-EBBECE7CA70C}"/>
              </a:ext>
            </a:extLst>
          </p:cNvPr>
          <p:cNvSpPr>
            <a:spLocks xmlns:a="http://schemas.openxmlformats.org/drawingml/2006/main" noGrp="1"/>
          </p:cNvSpPr>
          <p:nvPr/>
        </p:nvSpPr>
        <p:spPr>
          <a:xfrm xmlns:a="http://schemas.openxmlformats.org/drawingml/2006/main">
            <a:off x="533400" y="4410075"/>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95959"/>
                </a:solidFill>
                <a:latin typeface="Arial"/>
                <a:ea typeface="Arial"/>
                <a:cs typeface="Arial"/>
              </a:defRPr>
            </a:defPPr>
            <a:lvl1pPr algn="l">
              <a:defRPr sz="1350" b="0">
                <a:solidFill>
                  <a:srgbClr val="595959"/>
                </a:solidFill>
                <a:latin typeface="Arial"/>
                <a:ea typeface="Arial"/>
                <a:cs typeface="Arial"/>
              </a:defRPr>
            </a:lvl1pPr>
            <a:lvl2pPr algn="l">
              <a:defRPr sz="1350" b="0">
                <a:solidFill>
                  <a:srgbClr val="595959"/>
                </a:solidFill>
                <a:latin typeface="Arial"/>
                <a:ea typeface="Arial"/>
                <a:cs typeface="Arial"/>
              </a:defRPr>
            </a:lvl2pPr>
            <a:lvl3pPr algn="l">
              <a:defRPr sz="1350" b="0">
                <a:solidFill>
                  <a:srgbClr val="595959"/>
                </a:solidFill>
                <a:latin typeface="Arial"/>
                <a:ea typeface="Arial"/>
                <a:cs typeface="Arial"/>
              </a:defRPr>
            </a:lvl3pPr>
            <a:lvl4pPr algn="l">
              <a:defRPr sz="1350" b="0">
                <a:solidFill>
                  <a:srgbClr val="595959"/>
                </a:solidFill>
                <a:latin typeface="Arial"/>
                <a:ea typeface="Arial"/>
                <a:cs typeface="Arial"/>
              </a:defRPr>
            </a:lvl4pPr>
            <a:lvl5pPr algn="l">
              <a:defRPr sz="1350" b="0">
                <a:solidFill>
                  <a:srgbClr val="595959"/>
                </a:solidFill>
                <a:latin typeface="Arial"/>
                <a:ea typeface="Arial"/>
                <a:cs typeface="Arial"/>
              </a:defRPr>
            </a:lvl5pPr>
            <a:lvl6pPr algn="l">
              <a:defRPr sz="1350" b="0">
                <a:solidFill>
                  <a:srgbClr val="595959"/>
                </a:solidFill>
                <a:latin typeface="Arial"/>
                <a:ea typeface="Arial"/>
                <a:cs typeface="Arial"/>
              </a:defRPr>
            </a:lvl6pPr>
            <a:lvl7pPr algn="l">
              <a:defRPr sz="1350" b="0">
                <a:solidFill>
                  <a:srgbClr val="595959"/>
                </a:solidFill>
                <a:latin typeface="Arial"/>
                <a:ea typeface="Arial"/>
                <a:cs typeface="Arial"/>
              </a:defRPr>
            </a:lvl7pPr>
            <a:lvl8pPr algn="l">
              <a:defRPr sz="1350" b="0">
                <a:solidFill>
                  <a:srgbClr val="595959"/>
                </a:solidFill>
                <a:latin typeface="Arial"/>
                <a:ea typeface="Arial"/>
                <a:cs typeface="Arial"/>
              </a:defRPr>
            </a:lvl8pPr>
            <a:lvl9pPr algn="l">
              <a:defRPr sz="1350" b="0">
                <a:solidFill>
                  <a:srgbClr val="595959"/>
                </a:solidFill>
                <a:latin typeface="Arial"/>
                <a:ea typeface="Arial"/>
                <a:cs typeface="Arial"/>
              </a:defRPr>
            </a:lvl9pPr>
          </a:lstStyle>
          <a:p xmlns:a="http://schemas.openxmlformats.org/drawingml/2006/main">
            <a:pPr algn="l">
              <a:defRPr sz="1350" b="0">
                <a:solidFill>
                  <a:srgbClr val="595959"/>
                </a:solidFill>
                <a:latin typeface="Arial"/>
                <a:ea typeface="Arial"/>
                <a:cs typeface="Arial"/>
              </a:defRPr>
            </a:pPr>
            <a:r>
              <a:rPr sz="1350" b="0">
                <a:solidFill>
                  <a:srgbClr val="595959"/>
                </a:solidFill>
                <a:latin typeface="Arial"/>
                <a:ea typeface="Arial"/>
                <a:cs typeface="Arial"/>
              </a:rPr>
              <a:t>Condensed from current manuscript objectives. Adviser confirmation remains pending.</a:t>
            </a:r>
          </a:p>
        </p:txBody>
      </p:sp>
    </p:spTree>
    <p:extLst>
      <p:ext uri="{BB962C8B-B14F-4D97-AF65-F5344CB8AC3E}">
        <p14:creationId xmlns:p14="http://schemas.microsoft.com/office/powerpoint/2010/main" val="104727451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DC24B74C-2BCF-42DB-9AE7-14B51016EA4D}"/>
              </a:ext>
            </a:extLst>
          </p:cNvPr>
          <p:cNvPicPr>
            <a:picLocks xmlns:a="http://schemas.openxmlformats.org/drawingml/2006/main" noChangeAspect="1"/>
          </p:cNvPicPr>
          <p:nvPr/>
        </p:nvPicPr>
        <p:blipFill>
          <a:blip xmlns:r="http://schemas.openxmlformats.org/officeDocument/2006/relationships" xmlns:a="http://schemas.openxmlformats.org/drawingml/2006/main" r:embed="R06ad6ad370db440f"/>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0">
            <a:extLst xmlns:a="http://schemas.openxmlformats.org/drawingml/2006/main">
              <a:ext uri="{FF2B5EF4-FFF2-40B4-BE49-F238E27FC236}">
                <a16:creationId xmlns:a16="http://schemas.microsoft.com/office/drawing/2014/main" id="{88131FC0-2C8E-417D-8841-5CEC63C2D6CA}"/>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Review of related literature</a:t>
            </a:r>
          </a:p>
        </p:txBody>
      </p:sp>
      <p:pic>
        <p:nvPicPr>
          <p:cNvPr id="3" name="">
            <a:extLst xmlns:a="http://schemas.openxmlformats.org/drawingml/2006/main">
              <a:ext uri="{FF2B5EF4-FFF2-40B4-BE49-F238E27FC236}">
                <a16:creationId xmlns:a16="http://schemas.microsoft.com/office/drawing/2014/main" id="{190CF05C-D3D6-44B1-BA97-E891D44CC902}"/>
              </a:ext>
            </a:extLst>
          </p:cNvPr>
          <p:cNvPicPr>
            <a:picLocks xmlns:a="http://schemas.openxmlformats.org/drawingml/2006/main" noChangeAspect="1"/>
          </p:cNvPicPr>
          <p:nvPr/>
        </p:nvPicPr>
        <p:blipFill>
          <a:blip xmlns:r="http://schemas.openxmlformats.org/officeDocument/2006/relationships" xmlns:a="http://schemas.openxmlformats.org/drawingml/2006/main" r:embed="R36da7d075cba47fa"/>
          <a:stretch xmlns:a="http://schemas.openxmlformats.org/drawingml/2006/main"/>
        </p:blipFill>
        <p:spPr>
          <a:xfrm xmlns:a="http://schemas.openxmlformats.org/drawingml/2006/main">
            <a:off x="3524250" y="4676998"/>
            <a:ext cx="2095500" cy="332930"/>
          </a:xfrm>
          <a:prstGeom xmlns:a="http://schemas.openxmlformats.org/drawingml/2006/main" prst="rect">
            <a:avLst/>
          </a:prstGeom>
        </p:spPr>
      </p:pic>
      <p:sp>
        <p:nvSpPr>
          <p:cNvPr id="4" name="current-content-11">
            <a:extLst xmlns:a="http://schemas.openxmlformats.org/drawingml/2006/main">
              <a:ext uri="{FF2B5EF4-FFF2-40B4-BE49-F238E27FC236}">
                <a16:creationId xmlns:a16="http://schemas.microsoft.com/office/drawing/2014/main" id="{6150E239-FBD4-43C7-BFA6-EC7F1DA89F0E}"/>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06 / 17</a:t>
            </a:r>
          </a:p>
        </p:txBody>
      </p:sp>
      <p:sp>
        <p:nvSpPr>
          <p:cNvPr id="5" name="current-content-65">
            <a:extLst xmlns:a="http://schemas.openxmlformats.org/drawingml/2006/main">
              <a:ext uri="{FF2B5EF4-FFF2-40B4-BE49-F238E27FC236}">
                <a16:creationId xmlns:a16="http://schemas.microsoft.com/office/drawing/2014/main" id="{23C47879-4F78-4B52-BF5B-F9F4BB08A1D9}"/>
              </a:ext>
            </a:extLst>
          </p:cNvPr>
          <p:cNvSpPr>
            <a:spLocks xmlns:a="http://schemas.openxmlformats.org/drawingml/2006/main" noGrp="1"/>
          </p:cNvSpPr>
          <p:nvPr/>
        </p:nvSpPr>
        <p:spPr>
          <a:xfrm xmlns:a="http://schemas.openxmlformats.org/drawingml/2006/main">
            <a:off x="533400" y="13335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defRPr sz="1875" b="1">
                <a:solidFill>
                  <a:srgbClr val="202C61"/>
                </a:solidFill>
                <a:latin typeface="Raleway"/>
                <a:ea typeface="Raleway"/>
                <a:cs typeface="Raleway"/>
              </a:defRPr>
            </a:lvl1pPr>
            <a:lvl2pPr algn="l">
              <a:defRPr sz="1875" b="1">
                <a:solidFill>
                  <a:srgbClr val="202C61"/>
                </a:solidFill>
                <a:latin typeface="Raleway"/>
                <a:ea typeface="Raleway"/>
                <a:cs typeface="Raleway"/>
              </a:defRPr>
            </a:lvl2pPr>
            <a:lvl3pPr algn="l">
              <a:defRPr sz="1875" b="1">
                <a:solidFill>
                  <a:srgbClr val="202C61"/>
                </a:solidFill>
                <a:latin typeface="Raleway"/>
                <a:ea typeface="Raleway"/>
                <a:cs typeface="Raleway"/>
              </a:defRPr>
            </a:lvl3pPr>
            <a:lvl4pPr algn="l">
              <a:defRPr sz="1875" b="1">
                <a:solidFill>
                  <a:srgbClr val="202C61"/>
                </a:solidFill>
                <a:latin typeface="Raleway"/>
                <a:ea typeface="Raleway"/>
                <a:cs typeface="Raleway"/>
              </a:defRPr>
            </a:lvl4pPr>
            <a:lvl5pPr algn="l">
              <a:defRPr sz="1875" b="1">
                <a:solidFill>
                  <a:srgbClr val="202C61"/>
                </a:solidFill>
                <a:latin typeface="Raleway"/>
                <a:ea typeface="Raleway"/>
                <a:cs typeface="Raleway"/>
              </a:defRPr>
            </a:lvl5pPr>
            <a:lvl6pPr algn="l">
              <a:defRPr sz="1875" b="1">
                <a:solidFill>
                  <a:srgbClr val="202C61"/>
                </a:solidFill>
                <a:latin typeface="Raleway"/>
                <a:ea typeface="Raleway"/>
                <a:cs typeface="Raleway"/>
              </a:defRPr>
            </a:lvl6pPr>
            <a:lvl7pPr algn="l">
              <a:defRPr sz="1875" b="1">
                <a:solidFill>
                  <a:srgbClr val="202C61"/>
                </a:solidFill>
                <a:latin typeface="Raleway"/>
                <a:ea typeface="Raleway"/>
                <a:cs typeface="Raleway"/>
              </a:defRPr>
            </a:lvl7pPr>
            <a:lvl8pPr algn="l">
              <a:defRPr sz="1875" b="1">
                <a:solidFill>
                  <a:srgbClr val="202C61"/>
                </a:solidFill>
                <a:latin typeface="Raleway"/>
                <a:ea typeface="Raleway"/>
                <a:cs typeface="Raleway"/>
              </a:defRPr>
            </a:lvl8pPr>
            <a:lvl9pPr algn="l">
              <a:defRPr sz="1875" b="1">
                <a:solidFill>
                  <a:srgbClr val="202C61"/>
                </a:solidFill>
                <a:latin typeface="Raleway"/>
                <a:ea typeface="Raleway"/>
                <a:cs typeface="Raleway"/>
              </a:defRPr>
            </a:lvl9pPr>
          </a:lstStyle>
          <a:p xmlns:a="http://schemas.openxmlformats.org/drawingml/2006/main">
            <a:pPr algn="l">
              <a:defRPr sz="1875" b="1">
                <a:solidFill>
                  <a:srgbClr val="202C61"/>
                </a:solidFill>
                <a:latin typeface="Raleway"/>
                <a:ea typeface="Raleway"/>
                <a:cs typeface="Raleway"/>
              </a:defRPr>
            </a:pPr>
            <a:r>
              <a:rPr sz="1875" b="1">
                <a:solidFill>
                  <a:srgbClr val="202C61"/>
                </a:solidFill>
                <a:latin typeface="Raleway"/>
                <a:ea typeface="Raleway"/>
                <a:cs typeface="Raleway"/>
              </a:rPr>
              <a:t>Record accuracy</a:t>
            </a:r>
          </a:p>
        </p:txBody>
      </p:sp>
      <p:sp>
        <p:nvSpPr>
          <p:cNvPr id="6" name="current-content-66">
            <a:extLst xmlns:a="http://schemas.openxmlformats.org/drawingml/2006/main">
              <a:ext uri="{FF2B5EF4-FFF2-40B4-BE49-F238E27FC236}">
                <a16:creationId xmlns:a16="http://schemas.microsoft.com/office/drawing/2014/main" id="{788410E1-A989-495C-9FFA-6C65B05AECEC}"/>
              </a:ext>
            </a:extLst>
          </p:cNvPr>
          <p:cNvSpPr>
            <a:spLocks xmlns:a="http://schemas.openxmlformats.org/drawingml/2006/main" noGrp="1"/>
          </p:cNvSpPr>
          <p:nvPr/>
        </p:nvSpPr>
        <p:spPr>
          <a:xfrm xmlns:a="http://schemas.openxmlformats.org/drawingml/2006/main">
            <a:off x="3381375" y="13335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Inventory mismatch and manual consolidation</a:t>
            </a:r>
          </a:p>
        </p:txBody>
      </p:sp>
      <p:sp>
        <p:nvSpPr>
          <p:cNvPr id="7" name="current-content-67">
            <a:extLst xmlns:a="http://schemas.openxmlformats.org/drawingml/2006/main">
              <a:ext uri="{FF2B5EF4-FFF2-40B4-BE49-F238E27FC236}">
                <a16:creationId xmlns:a16="http://schemas.microsoft.com/office/drawing/2014/main" id="{03F35BDC-FA8D-42C1-A5BC-EE7956D57F28}"/>
              </a:ext>
            </a:extLst>
          </p:cNvPr>
          <p:cNvSpPr>
            <a:spLocks xmlns:a="http://schemas.openxmlformats.org/drawingml/2006/main" noGrp="1"/>
          </p:cNvSpPr>
          <p:nvPr/>
        </p:nvSpPr>
        <p:spPr>
          <a:xfrm xmlns:a="http://schemas.openxmlformats.org/drawingml/2006/main">
            <a:off x="3381375" y="17430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Shabani et al. (2021); Kosadi et al. (2021)</a:t>
            </a:r>
          </a:p>
        </p:txBody>
      </p:sp>
      <p:sp>
        <p:nvSpPr>
          <p:cNvPr id="8" name="">
            <a:extLst xmlns:a="http://schemas.openxmlformats.org/drawingml/2006/main">
              <a:ext uri="{FF2B5EF4-FFF2-40B4-BE49-F238E27FC236}">
                <a16:creationId xmlns:a16="http://schemas.microsoft.com/office/drawing/2014/main" id="{F0C2785F-E74E-4F0A-9280-130E29A88C8F}"/>
              </a:ext>
            </a:extLst>
          </p:cNvPr>
          <p:cNvSpPr>
            <a:spLocks xmlns:a="http://schemas.openxmlformats.org/drawingml/2006/main" noGrp="1"/>
          </p:cNvSpPr>
          <p:nvPr/>
        </p:nvSpPr>
        <p:spPr>
          <a:xfrm xmlns:a="http://schemas.openxmlformats.org/drawingml/2006/main">
            <a:off x="533400" y="2181225"/>
            <a:ext cx="8067675" cy="0"/>
          </a:xfrm>
          <a:prstGeom xmlns:a="http://schemas.openxmlformats.org/drawingml/2006/main" prst="line">
            <a:avLst/>
          </a:prstGeom>
          <a:ln xmlns:a="http://schemas.openxmlformats.org/drawingml/2006/main" w="9525">
            <a:solidFill>
              <a:srgbClr val="A6B0BE"/>
            </a:solidFill>
          </a:ln>
        </p:spPr>
      </p:sp>
      <p:sp>
        <p:nvSpPr>
          <p:cNvPr id="9" name="current-content-68">
            <a:extLst xmlns:a="http://schemas.openxmlformats.org/drawingml/2006/main">
              <a:ext uri="{FF2B5EF4-FFF2-40B4-BE49-F238E27FC236}">
                <a16:creationId xmlns:a16="http://schemas.microsoft.com/office/drawing/2014/main" id="{30524838-7CF5-41FA-BD48-6BA3527CAD0D}"/>
              </a:ext>
            </a:extLst>
          </p:cNvPr>
          <p:cNvSpPr>
            <a:spLocks xmlns:a="http://schemas.openxmlformats.org/drawingml/2006/main" noGrp="1"/>
          </p:cNvSpPr>
          <p:nvPr/>
        </p:nvSpPr>
        <p:spPr>
          <a:xfrm xmlns:a="http://schemas.openxmlformats.org/drawingml/2006/main">
            <a:off x="533400" y="23622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defRPr sz="1875" b="1">
                <a:solidFill>
                  <a:srgbClr val="202C61"/>
                </a:solidFill>
                <a:latin typeface="Raleway"/>
                <a:ea typeface="Raleway"/>
                <a:cs typeface="Raleway"/>
              </a:defRPr>
            </a:lvl1pPr>
            <a:lvl2pPr algn="l">
              <a:defRPr sz="1875" b="1">
                <a:solidFill>
                  <a:srgbClr val="202C61"/>
                </a:solidFill>
                <a:latin typeface="Raleway"/>
                <a:ea typeface="Raleway"/>
                <a:cs typeface="Raleway"/>
              </a:defRPr>
            </a:lvl2pPr>
            <a:lvl3pPr algn="l">
              <a:defRPr sz="1875" b="1">
                <a:solidFill>
                  <a:srgbClr val="202C61"/>
                </a:solidFill>
                <a:latin typeface="Raleway"/>
                <a:ea typeface="Raleway"/>
                <a:cs typeface="Raleway"/>
              </a:defRPr>
            </a:lvl3pPr>
            <a:lvl4pPr algn="l">
              <a:defRPr sz="1875" b="1">
                <a:solidFill>
                  <a:srgbClr val="202C61"/>
                </a:solidFill>
                <a:latin typeface="Raleway"/>
                <a:ea typeface="Raleway"/>
                <a:cs typeface="Raleway"/>
              </a:defRPr>
            </a:lvl4pPr>
            <a:lvl5pPr algn="l">
              <a:defRPr sz="1875" b="1">
                <a:solidFill>
                  <a:srgbClr val="202C61"/>
                </a:solidFill>
                <a:latin typeface="Raleway"/>
                <a:ea typeface="Raleway"/>
                <a:cs typeface="Raleway"/>
              </a:defRPr>
            </a:lvl5pPr>
            <a:lvl6pPr algn="l">
              <a:defRPr sz="1875" b="1">
                <a:solidFill>
                  <a:srgbClr val="202C61"/>
                </a:solidFill>
                <a:latin typeface="Raleway"/>
                <a:ea typeface="Raleway"/>
                <a:cs typeface="Raleway"/>
              </a:defRPr>
            </a:lvl6pPr>
            <a:lvl7pPr algn="l">
              <a:defRPr sz="1875" b="1">
                <a:solidFill>
                  <a:srgbClr val="202C61"/>
                </a:solidFill>
                <a:latin typeface="Raleway"/>
                <a:ea typeface="Raleway"/>
                <a:cs typeface="Raleway"/>
              </a:defRPr>
            </a:lvl7pPr>
            <a:lvl8pPr algn="l">
              <a:defRPr sz="1875" b="1">
                <a:solidFill>
                  <a:srgbClr val="202C61"/>
                </a:solidFill>
                <a:latin typeface="Raleway"/>
                <a:ea typeface="Raleway"/>
                <a:cs typeface="Raleway"/>
              </a:defRPr>
            </a:lvl8pPr>
            <a:lvl9pPr algn="l">
              <a:defRPr sz="1875" b="1">
                <a:solidFill>
                  <a:srgbClr val="202C61"/>
                </a:solidFill>
                <a:latin typeface="Raleway"/>
                <a:ea typeface="Raleway"/>
                <a:cs typeface="Raleway"/>
              </a:defRPr>
            </a:lvl9pPr>
          </a:lstStyle>
          <a:p xmlns:a="http://schemas.openxmlformats.org/drawingml/2006/main">
            <a:pPr algn="l">
              <a:defRPr sz="1875" b="1">
                <a:solidFill>
                  <a:srgbClr val="202C61"/>
                </a:solidFill>
                <a:latin typeface="Raleway"/>
                <a:ea typeface="Raleway"/>
                <a:cs typeface="Raleway"/>
              </a:defRPr>
            </a:pPr>
            <a:r>
              <a:rPr sz="1875" b="1">
                <a:solidFill>
                  <a:srgbClr val="202C61"/>
                </a:solidFill>
                <a:latin typeface="Raleway"/>
                <a:ea typeface="Raleway"/>
                <a:cs typeface="Raleway"/>
              </a:rPr>
              <a:t>Cloud framework</a:t>
            </a:r>
          </a:p>
        </p:txBody>
      </p:sp>
      <p:sp>
        <p:nvSpPr>
          <p:cNvPr id="10" name="current-content-69">
            <a:extLst xmlns:a="http://schemas.openxmlformats.org/drawingml/2006/main">
              <a:ext uri="{FF2B5EF4-FFF2-40B4-BE49-F238E27FC236}">
                <a16:creationId xmlns:a16="http://schemas.microsoft.com/office/drawing/2014/main" id="{661B3A05-F10B-4E11-AB23-C1CD95590DC1}"/>
              </a:ext>
            </a:extLst>
          </p:cNvPr>
          <p:cNvSpPr>
            <a:spLocks xmlns:a="http://schemas.openxmlformats.org/drawingml/2006/main" noGrp="1"/>
          </p:cNvSpPr>
          <p:nvPr/>
        </p:nvSpPr>
        <p:spPr>
          <a:xfrm xmlns:a="http://schemas.openxmlformats.org/drawingml/2006/main">
            <a:off x="3381375" y="23622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Integrated records, cost, safety and flexibility</a:t>
            </a:r>
          </a:p>
        </p:txBody>
      </p:sp>
      <p:sp>
        <p:nvSpPr>
          <p:cNvPr id="11" name="current-content-70">
            <a:extLst xmlns:a="http://schemas.openxmlformats.org/drawingml/2006/main">
              <a:ext uri="{FF2B5EF4-FFF2-40B4-BE49-F238E27FC236}">
                <a16:creationId xmlns:a16="http://schemas.microsoft.com/office/drawing/2014/main" id="{2A4B2A6B-BD44-4020-BAC8-BEBB8D11F8DD}"/>
              </a:ext>
            </a:extLst>
          </p:cNvPr>
          <p:cNvSpPr>
            <a:spLocks xmlns:a="http://schemas.openxmlformats.org/drawingml/2006/main" noGrp="1"/>
          </p:cNvSpPr>
          <p:nvPr/>
        </p:nvSpPr>
        <p:spPr>
          <a:xfrm xmlns:a="http://schemas.openxmlformats.org/drawingml/2006/main">
            <a:off x="3381375" y="27717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Luo (2024)</a:t>
            </a:r>
          </a:p>
        </p:txBody>
      </p:sp>
      <p:sp>
        <p:nvSpPr>
          <p:cNvPr id="12" name="">
            <a:extLst xmlns:a="http://schemas.openxmlformats.org/drawingml/2006/main">
              <a:ext uri="{FF2B5EF4-FFF2-40B4-BE49-F238E27FC236}">
                <a16:creationId xmlns:a16="http://schemas.microsoft.com/office/drawing/2014/main" id="{F0620B42-682E-4FE8-A4C8-104E35F1112F}"/>
              </a:ext>
            </a:extLst>
          </p:cNvPr>
          <p:cNvSpPr>
            <a:spLocks xmlns:a="http://schemas.openxmlformats.org/drawingml/2006/main" noGrp="1"/>
          </p:cNvSpPr>
          <p:nvPr/>
        </p:nvSpPr>
        <p:spPr>
          <a:xfrm xmlns:a="http://schemas.openxmlformats.org/drawingml/2006/main">
            <a:off x="533400" y="3209925"/>
            <a:ext cx="8067675" cy="0"/>
          </a:xfrm>
          <a:prstGeom xmlns:a="http://schemas.openxmlformats.org/drawingml/2006/main" prst="line">
            <a:avLst/>
          </a:prstGeom>
          <a:ln xmlns:a="http://schemas.openxmlformats.org/drawingml/2006/main" w="9525">
            <a:solidFill>
              <a:srgbClr val="A6B0BE"/>
            </a:solidFill>
          </a:ln>
        </p:spPr>
      </p:sp>
      <p:sp>
        <p:nvSpPr>
          <p:cNvPr id="13" name="current-content-71">
            <a:extLst xmlns:a="http://schemas.openxmlformats.org/drawingml/2006/main">
              <a:ext uri="{FF2B5EF4-FFF2-40B4-BE49-F238E27FC236}">
                <a16:creationId xmlns:a16="http://schemas.microsoft.com/office/drawing/2014/main" id="{BE827360-2032-4450-A43D-E7CCBD6B94C7}"/>
              </a:ext>
            </a:extLst>
          </p:cNvPr>
          <p:cNvSpPr>
            <a:spLocks xmlns:a="http://schemas.openxmlformats.org/drawingml/2006/main" noGrp="1"/>
          </p:cNvSpPr>
          <p:nvPr/>
        </p:nvSpPr>
        <p:spPr>
          <a:xfrm xmlns:a="http://schemas.openxmlformats.org/drawingml/2006/main">
            <a:off x="533400" y="33909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defRPr sz="1875" b="1">
                <a:solidFill>
                  <a:srgbClr val="202C61"/>
                </a:solidFill>
                <a:latin typeface="Raleway"/>
                <a:ea typeface="Raleway"/>
                <a:cs typeface="Raleway"/>
              </a:defRPr>
            </a:lvl1pPr>
            <a:lvl2pPr algn="l">
              <a:defRPr sz="1875" b="1">
                <a:solidFill>
                  <a:srgbClr val="202C61"/>
                </a:solidFill>
                <a:latin typeface="Raleway"/>
                <a:ea typeface="Raleway"/>
                <a:cs typeface="Raleway"/>
              </a:defRPr>
            </a:lvl2pPr>
            <a:lvl3pPr algn="l">
              <a:defRPr sz="1875" b="1">
                <a:solidFill>
                  <a:srgbClr val="202C61"/>
                </a:solidFill>
                <a:latin typeface="Raleway"/>
                <a:ea typeface="Raleway"/>
                <a:cs typeface="Raleway"/>
              </a:defRPr>
            </a:lvl3pPr>
            <a:lvl4pPr algn="l">
              <a:defRPr sz="1875" b="1">
                <a:solidFill>
                  <a:srgbClr val="202C61"/>
                </a:solidFill>
                <a:latin typeface="Raleway"/>
                <a:ea typeface="Raleway"/>
                <a:cs typeface="Raleway"/>
              </a:defRPr>
            </a:lvl4pPr>
            <a:lvl5pPr algn="l">
              <a:defRPr sz="1875" b="1">
                <a:solidFill>
                  <a:srgbClr val="202C61"/>
                </a:solidFill>
                <a:latin typeface="Raleway"/>
                <a:ea typeface="Raleway"/>
                <a:cs typeface="Raleway"/>
              </a:defRPr>
            </a:lvl5pPr>
            <a:lvl6pPr algn="l">
              <a:defRPr sz="1875" b="1">
                <a:solidFill>
                  <a:srgbClr val="202C61"/>
                </a:solidFill>
                <a:latin typeface="Raleway"/>
                <a:ea typeface="Raleway"/>
                <a:cs typeface="Raleway"/>
              </a:defRPr>
            </a:lvl6pPr>
            <a:lvl7pPr algn="l">
              <a:defRPr sz="1875" b="1">
                <a:solidFill>
                  <a:srgbClr val="202C61"/>
                </a:solidFill>
                <a:latin typeface="Raleway"/>
                <a:ea typeface="Raleway"/>
                <a:cs typeface="Raleway"/>
              </a:defRPr>
            </a:lvl7pPr>
            <a:lvl8pPr algn="l">
              <a:defRPr sz="1875" b="1">
                <a:solidFill>
                  <a:srgbClr val="202C61"/>
                </a:solidFill>
                <a:latin typeface="Raleway"/>
                <a:ea typeface="Raleway"/>
                <a:cs typeface="Raleway"/>
              </a:defRPr>
            </a:lvl8pPr>
            <a:lvl9pPr algn="l">
              <a:defRPr sz="1875" b="1">
                <a:solidFill>
                  <a:srgbClr val="202C61"/>
                </a:solidFill>
                <a:latin typeface="Raleway"/>
                <a:ea typeface="Raleway"/>
                <a:cs typeface="Raleway"/>
              </a:defRPr>
            </a:lvl9pPr>
          </a:lstStyle>
          <a:p xmlns:a="http://schemas.openxmlformats.org/drawingml/2006/main">
            <a:pPr algn="l">
              <a:defRPr sz="1875" b="1">
                <a:solidFill>
                  <a:srgbClr val="202C61"/>
                </a:solidFill>
                <a:latin typeface="Raleway"/>
                <a:ea typeface="Raleway"/>
                <a:cs typeface="Raleway"/>
              </a:defRPr>
            </a:pPr>
            <a:r>
              <a:rPr sz="1875" b="1">
                <a:solidFill>
                  <a:srgbClr val="202C61"/>
                </a:solidFill>
                <a:latin typeface="Raleway"/>
                <a:ea typeface="Raleway"/>
                <a:cs typeface="Raleway"/>
              </a:rPr>
              <a:t>Security and acceptance</a:t>
            </a:r>
          </a:p>
        </p:txBody>
      </p:sp>
      <p:sp>
        <p:nvSpPr>
          <p:cNvPr id="14" name="current-content-72">
            <a:extLst xmlns:a="http://schemas.openxmlformats.org/drawingml/2006/main">
              <a:ext uri="{FF2B5EF4-FFF2-40B4-BE49-F238E27FC236}">
                <a16:creationId xmlns:a16="http://schemas.microsoft.com/office/drawing/2014/main" id="{80E27E25-ED50-43E4-983E-E54F40CB30A8}"/>
              </a:ext>
            </a:extLst>
          </p:cNvPr>
          <p:cNvSpPr>
            <a:spLocks xmlns:a="http://schemas.openxmlformats.org/drawingml/2006/main" noGrp="1"/>
          </p:cNvSpPr>
          <p:nvPr/>
        </p:nvSpPr>
        <p:spPr>
          <a:xfrm xmlns:a="http://schemas.openxmlformats.org/drawingml/2006/main">
            <a:off x="3381375" y="33909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Controlled access and organizational readiness</a:t>
            </a:r>
          </a:p>
        </p:txBody>
      </p:sp>
      <p:sp>
        <p:nvSpPr>
          <p:cNvPr id="15" name="current-content-73">
            <a:extLst xmlns:a="http://schemas.openxmlformats.org/drawingml/2006/main">
              <a:ext uri="{FF2B5EF4-FFF2-40B4-BE49-F238E27FC236}">
                <a16:creationId xmlns:a16="http://schemas.microsoft.com/office/drawing/2014/main" id="{ACCA8102-B4C8-451B-9D98-F3CCAB8FA16B}"/>
              </a:ext>
            </a:extLst>
          </p:cNvPr>
          <p:cNvSpPr>
            <a:spLocks xmlns:a="http://schemas.openxmlformats.org/drawingml/2006/main" noGrp="1"/>
          </p:cNvSpPr>
          <p:nvPr/>
        </p:nvSpPr>
        <p:spPr>
          <a:xfrm xmlns:a="http://schemas.openxmlformats.org/drawingml/2006/main">
            <a:off x="3381375" y="38004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Mohammad (2022); Nagahawatta et al. (2024); Rashid et al. (2024)</a:t>
            </a:r>
          </a:p>
        </p:txBody>
      </p:sp>
      <p:sp>
        <p:nvSpPr>
          <p:cNvPr id="16" name="current-content-74">
            <a:extLst xmlns:a="http://schemas.openxmlformats.org/drawingml/2006/main">
              <a:ext uri="{FF2B5EF4-FFF2-40B4-BE49-F238E27FC236}">
                <a16:creationId xmlns:a16="http://schemas.microsoft.com/office/drawing/2014/main" id="{AF094DA6-96F0-46EF-962C-B237D412F65E}"/>
              </a:ext>
            </a:extLst>
          </p:cNvPr>
          <p:cNvSpPr>
            <a:spLocks xmlns:a="http://schemas.openxmlformats.org/drawingml/2006/main" noGrp="1"/>
          </p:cNvSpPr>
          <p:nvPr/>
        </p:nvSpPr>
        <p:spPr>
          <a:xfrm xmlns:a="http://schemas.openxmlformats.org/drawingml/2006/main">
            <a:off x="533400" y="4486275"/>
            <a:ext cx="805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95959"/>
                </a:solidFill>
                <a:latin typeface="Arial"/>
                <a:ea typeface="Arial"/>
                <a:cs typeface="Arial"/>
              </a:defRPr>
            </a:defPPr>
            <a:lvl1pPr algn="l">
              <a:defRPr sz="1350" b="0">
                <a:solidFill>
                  <a:srgbClr val="595959"/>
                </a:solidFill>
                <a:latin typeface="Arial"/>
                <a:ea typeface="Arial"/>
                <a:cs typeface="Arial"/>
              </a:defRPr>
            </a:lvl1pPr>
            <a:lvl2pPr algn="l">
              <a:defRPr sz="1350" b="0">
                <a:solidFill>
                  <a:srgbClr val="595959"/>
                </a:solidFill>
                <a:latin typeface="Arial"/>
                <a:ea typeface="Arial"/>
                <a:cs typeface="Arial"/>
              </a:defRPr>
            </a:lvl2pPr>
            <a:lvl3pPr algn="l">
              <a:defRPr sz="1350" b="0">
                <a:solidFill>
                  <a:srgbClr val="595959"/>
                </a:solidFill>
                <a:latin typeface="Arial"/>
                <a:ea typeface="Arial"/>
                <a:cs typeface="Arial"/>
              </a:defRPr>
            </a:lvl3pPr>
            <a:lvl4pPr algn="l">
              <a:defRPr sz="1350" b="0">
                <a:solidFill>
                  <a:srgbClr val="595959"/>
                </a:solidFill>
                <a:latin typeface="Arial"/>
                <a:ea typeface="Arial"/>
                <a:cs typeface="Arial"/>
              </a:defRPr>
            </a:lvl4pPr>
            <a:lvl5pPr algn="l">
              <a:defRPr sz="1350" b="0">
                <a:solidFill>
                  <a:srgbClr val="595959"/>
                </a:solidFill>
                <a:latin typeface="Arial"/>
                <a:ea typeface="Arial"/>
                <a:cs typeface="Arial"/>
              </a:defRPr>
            </a:lvl5pPr>
            <a:lvl6pPr algn="l">
              <a:defRPr sz="1350" b="0">
                <a:solidFill>
                  <a:srgbClr val="595959"/>
                </a:solidFill>
                <a:latin typeface="Arial"/>
                <a:ea typeface="Arial"/>
                <a:cs typeface="Arial"/>
              </a:defRPr>
            </a:lvl6pPr>
            <a:lvl7pPr algn="l">
              <a:defRPr sz="1350" b="0">
                <a:solidFill>
                  <a:srgbClr val="595959"/>
                </a:solidFill>
                <a:latin typeface="Arial"/>
                <a:ea typeface="Arial"/>
                <a:cs typeface="Arial"/>
              </a:defRPr>
            </a:lvl7pPr>
            <a:lvl8pPr algn="l">
              <a:defRPr sz="1350" b="0">
                <a:solidFill>
                  <a:srgbClr val="595959"/>
                </a:solidFill>
                <a:latin typeface="Arial"/>
                <a:ea typeface="Arial"/>
                <a:cs typeface="Arial"/>
              </a:defRPr>
            </a:lvl8pPr>
            <a:lvl9pPr algn="l">
              <a:defRPr sz="1350" b="0">
                <a:solidFill>
                  <a:srgbClr val="595959"/>
                </a:solidFill>
                <a:latin typeface="Arial"/>
                <a:ea typeface="Arial"/>
                <a:cs typeface="Arial"/>
              </a:defRPr>
            </a:lvl9pPr>
          </a:lstStyle>
          <a:p xmlns:a="http://schemas.openxmlformats.org/drawingml/2006/main">
            <a:pPr algn="l">
              <a:defRPr sz="1350" b="0">
                <a:solidFill>
                  <a:srgbClr val="595959"/>
                </a:solidFill>
                <a:latin typeface="Arial"/>
                <a:ea typeface="Arial"/>
                <a:cs typeface="Arial"/>
              </a:defRPr>
            </a:pPr>
            <a:r>
              <a:rPr sz="1350" b="0">
                <a:solidFill>
                  <a:srgbClr val="595959"/>
                </a:solidFill>
                <a:latin typeface="Arial"/>
                <a:ea typeface="Arial"/>
                <a:cs typeface="Arial"/>
              </a:rPr>
              <a:t>Literature themes and citations as reported in the current manuscript, Chapter 2</a:t>
            </a:r>
          </a:p>
        </p:txBody>
      </p:sp>
    </p:spTree>
    <p:extLst>
      <p:ext uri="{BB962C8B-B14F-4D97-AF65-F5344CB8AC3E}">
        <p14:creationId xmlns:p14="http://schemas.microsoft.com/office/powerpoint/2010/main" val="136739424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448A0085-8317-4607-A412-54DAC4957674}"/>
              </a:ext>
            </a:extLst>
          </p:cNvPr>
          <p:cNvPicPr>
            <a:picLocks xmlns:a="http://schemas.openxmlformats.org/drawingml/2006/main" noChangeAspect="1"/>
          </p:cNvPicPr>
          <p:nvPr/>
        </p:nvPicPr>
        <p:blipFill>
          <a:blip xmlns:r="http://schemas.openxmlformats.org/officeDocument/2006/relationships" xmlns:a="http://schemas.openxmlformats.org/drawingml/2006/main" r:embed="R8fc7b898a14146a1"/>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2">
            <a:extLst xmlns:a="http://schemas.openxmlformats.org/drawingml/2006/main">
              <a:ext uri="{FF2B5EF4-FFF2-40B4-BE49-F238E27FC236}">
                <a16:creationId xmlns:a16="http://schemas.microsoft.com/office/drawing/2014/main" id="{26ECAFE6-811C-473C-AE33-21E3996141ED}"/>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Research methodology</a:t>
            </a:r>
          </a:p>
        </p:txBody>
      </p:sp>
      <p:pic>
        <p:nvPicPr>
          <p:cNvPr id="3" name="">
            <a:extLst xmlns:a="http://schemas.openxmlformats.org/drawingml/2006/main">
              <a:ext uri="{FF2B5EF4-FFF2-40B4-BE49-F238E27FC236}">
                <a16:creationId xmlns:a16="http://schemas.microsoft.com/office/drawing/2014/main" id="{C9DDEB0B-5446-4728-B240-F45D08FC55B5}"/>
              </a:ext>
            </a:extLst>
          </p:cNvPr>
          <p:cNvPicPr>
            <a:picLocks xmlns:a="http://schemas.openxmlformats.org/drawingml/2006/main" noChangeAspect="1"/>
          </p:cNvPicPr>
          <p:nvPr/>
        </p:nvPicPr>
        <p:blipFill>
          <a:blip xmlns:r="http://schemas.openxmlformats.org/officeDocument/2006/relationships" xmlns:a="http://schemas.openxmlformats.org/drawingml/2006/main" r:embed="R441874734e3c46e2"/>
          <a:stretch xmlns:a="http://schemas.openxmlformats.org/drawingml/2006/main"/>
        </p:blipFill>
        <p:spPr>
          <a:xfrm xmlns:a="http://schemas.openxmlformats.org/drawingml/2006/main">
            <a:off x="3524250" y="4676998"/>
            <a:ext cx="2095500" cy="332930"/>
          </a:xfrm>
          <a:prstGeom xmlns:a="http://schemas.openxmlformats.org/drawingml/2006/main" prst="rect">
            <a:avLst/>
          </a:prstGeom>
        </p:spPr>
      </p:pic>
      <p:sp>
        <p:nvSpPr>
          <p:cNvPr id="4" name="current-content-13">
            <a:extLst xmlns:a="http://schemas.openxmlformats.org/drawingml/2006/main">
              <a:ext uri="{FF2B5EF4-FFF2-40B4-BE49-F238E27FC236}">
                <a16:creationId xmlns:a16="http://schemas.microsoft.com/office/drawing/2014/main" id="{F3DD1D1D-F3E5-41AE-A770-DE8914DD3A30}"/>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07 / 17</a:t>
            </a:r>
          </a:p>
        </p:txBody>
      </p:sp>
      <p:sp>
        <p:nvSpPr>
          <p:cNvPr id="5" name="current-content-75">
            <a:extLst xmlns:a="http://schemas.openxmlformats.org/drawingml/2006/main">
              <a:ext uri="{FF2B5EF4-FFF2-40B4-BE49-F238E27FC236}">
                <a16:creationId xmlns:a16="http://schemas.microsoft.com/office/drawing/2014/main" id="{79DC7984-DB29-48D4-88FA-E6ADD87B95A5}"/>
              </a:ext>
            </a:extLst>
          </p:cNvPr>
          <p:cNvSpPr>
            <a:spLocks xmlns:a="http://schemas.openxmlformats.org/drawingml/2006/main" noGrp="1"/>
          </p:cNvSpPr>
          <p:nvPr/>
        </p:nvSpPr>
        <p:spPr>
          <a:xfrm xmlns:a="http://schemas.openxmlformats.org/drawingml/2006/main">
            <a:off x="533400" y="1257300"/>
            <a:ext cx="8058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02C61"/>
                </a:solidFill>
                <a:latin typeface="Raleway"/>
                <a:ea typeface="Raleway"/>
                <a:cs typeface="Raleway"/>
              </a:defRPr>
            </a:defPPr>
            <a:lvl1pPr algn="l">
              <a:defRPr sz="2175" b="1">
                <a:solidFill>
                  <a:srgbClr val="202C61"/>
                </a:solidFill>
                <a:latin typeface="Raleway"/>
                <a:ea typeface="Raleway"/>
                <a:cs typeface="Raleway"/>
              </a:defRPr>
            </a:lvl1pPr>
            <a:lvl2pPr algn="l">
              <a:defRPr sz="2175" b="1">
                <a:solidFill>
                  <a:srgbClr val="202C61"/>
                </a:solidFill>
                <a:latin typeface="Raleway"/>
                <a:ea typeface="Raleway"/>
                <a:cs typeface="Raleway"/>
              </a:defRPr>
            </a:lvl2pPr>
            <a:lvl3pPr algn="l">
              <a:defRPr sz="2175" b="1">
                <a:solidFill>
                  <a:srgbClr val="202C61"/>
                </a:solidFill>
                <a:latin typeface="Raleway"/>
                <a:ea typeface="Raleway"/>
                <a:cs typeface="Raleway"/>
              </a:defRPr>
            </a:lvl3pPr>
            <a:lvl4pPr algn="l">
              <a:defRPr sz="2175" b="1">
                <a:solidFill>
                  <a:srgbClr val="202C61"/>
                </a:solidFill>
                <a:latin typeface="Raleway"/>
                <a:ea typeface="Raleway"/>
                <a:cs typeface="Raleway"/>
              </a:defRPr>
            </a:lvl4pPr>
            <a:lvl5pPr algn="l">
              <a:defRPr sz="2175" b="1">
                <a:solidFill>
                  <a:srgbClr val="202C61"/>
                </a:solidFill>
                <a:latin typeface="Raleway"/>
                <a:ea typeface="Raleway"/>
                <a:cs typeface="Raleway"/>
              </a:defRPr>
            </a:lvl5pPr>
            <a:lvl6pPr algn="l">
              <a:defRPr sz="2175" b="1">
                <a:solidFill>
                  <a:srgbClr val="202C61"/>
                </a:solidFill>
                <a:latin typeface="Raleway"/>
                <a:ea typeface="Raleway"/>
                <a:cs typeface="Raleway"/>
              </a:defRPr>
            </a:lvl6pPr>
            <a:lvl7pPr algn="l">
              <a:defRPr sz="2175" b="1">
                <a:solidFill>
                  <a:srgbClr val="202C61"/>
                </a:solidFill>
                <a:latin typeface="Raleway"/>
                <a:ea typeface="Raleway"/>
                <a:cs typeface="Raleway"/>
              </a:defRPr>
            </a:lvl7pPr>
            <a:lvl8pPr algn="l">
              <a:defRPr sz="2175" b="1">
                <a:solidFill>
                  <a:srgbClr val="202C61"/>
                </a:solidFill>
                <a:latin typeface="Raleway"/>
                <a:ea typeface="Raleway"/>
                <a:cs typeface="Raleway"/>
              </a:defRPr>
            </a:lvl8pPr>
            <a:lvl9pPr algn="l">
              <a:defRPr sz="2175" b="1">
                <a:solidFill>
                  <a:srgbClr val="202C61"/>
                </a:solidFill>
                <a:latin typeface="Raleway"/>
                <a:ea typeface="Raleway"/>
                <a:cs typeface="Raleway"/>
              </a:defRPr>
            </a:lvl9pPr>
          </a:lstStyle>
          <a:p xmlns:a="http://schemas.openxmlformats.org/drawingml/2006/main">
            <a:pPr algn="l">
              <a:defRPr sz="2175" b="1">
                <a:solidFill>
                  <a:srgbClr val="202C61"/>
                </a:solidFill>
                <a:latin typeface="Raleway"/>
                <a:ea typeface="Raleway"/>
                <a:cs typeface="Raleway"/>
              </a:defRPr>
            </a:pPr>
            <a:r>
              <a:rPr sz="2175" b="1">
                <a:solidFill>
                  <a:srgbClr val="202C61"/>
                </a:solidFill>
                <a:latin typeface="Raleway"/>
                <a:ea typeface="Raleway"/>
                <a:cs typeface="Raleway"/>
              </a:rPr>
              <a:t>Exploratory sequential mixed methods</a:t>
            </a:r>
          </a:p>
        </p:txBody>
      </p:sp>
      <p:sp>
        <p:nvSpPr>
          <p:cNvPr id="6" name="current-content-76">
            <a:extLst xmlns:a="http://schemas.openxmlformats.org/drawingml/2006/main">
              <a:ext uri="{FF2B5EF4-FFF2-40B4-BE49-F238E27FC236}">
                <a16:creationId xmlns:a16="http://schemas.microsoft.com/office/drawing/2014/main" id="{3FAD512C-49D0-4C76-9E4E-F1B8317DB3EF}"/>
              </a:ext>
            </a:extLst>
          </p:cNvPr>
          <p:cNvSpPr>
            <a:spLocks xmlns:a="http://schemas.openxmlformats.org/drawingml/2006/main" noGrp="1"/>
          </p:cNvSpPr>
          <p:nvPr/>
        </p:nvSpPr>
        <p:spPr>
          <a:xfrm xmlns:a="http://schemas.openxmlformats.org/drawingml/2006/main">
            <a:off x="533400" y="1943100"/>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defRPr sz="2025" b="1">
                <a:solidFill>
                  <a:srgbClr val="0070C0"/>
                </a:solidFill>
                <a:latin typeface="Arial"/>
                <a:ea typeface="Arial"/>
                <a:cs typeface="Arial"/>
              </a:defRPr>
            </a:lvl1pPr>
            <a:lvl2pPr algn="l">
              <a:defRPr sz="2025" b="1">
                <a:solidFill>
                  <a:srgbClr val="0070C0"/>
                </a:solidFill>
                <a:latin typeface="Arial"/>
                <a:ea typeface="Arial"/>
                <a:cs typeface="Arial"/>
              </a:defRPr>
            </a:lvl2pPr>
            <a:lvl3pPr algn="l">
              <a:defRPr sz="2025" b="1">
                <a:solidFill>
                  <a:srgbClr val="0070C0"/>
                </a:solidFill>
                <a:latin typeface="Arial"/>
                <a:ea typeface="Arial"/>
                <a:cs typeface="Arial"/>
              </a:defRPr>
            </a:lvl3pPr>
            <a:lvl4pPr algn="l">
              <a:defRPr sz="2025" b="1">
                <a:solidFill>
                  <a:srgbClr val="0070C0"/>
                </a:solidFill>
                <a:latin typeface="Arial"/>
                <a:ea typeface="Arial"/>
                <a:cs typeface="Arial"/>
              </a:defRPr>
            </a:lvl4pPr>
            <a:lvl5pPr algn="l">
              <a:defRPr sz="2025" b="1">
                <a:solidFill>
                  <a:srgbClr val="0070C0"/>
                </a:solidFill>
                <a:latin typeface="Arial"/>
                <a:ea typeface="Arial"/>
                <a:cs typeface="Arial"/>
              </a:defRPr>
            </a:lvl5pPr>
            <a:lvl6pPr algn="l">
              <a:defRPr sz="2025" b="1">
                <a:solidFill>
                  <a:srgbClr val="0070C0"/>
                </a:solidFill>
                <a:latin typeface="Arial"/>
                <a:ea typeface="Arial"/>
                <a:cs typeface="Arial"/>
              </a:defRPr>
            </a:lvl6pPr>
            <a:lvl7pPr algn="l">
              <a:defRPr sz="2025" b="1">
                <a:solidFill>
                  <a:srgbClr val="0070C0"/>
                </a:solidFill>
                <a:latin typeface="Arial"/>
                <a:ea typeface="Arial"/>
                <a:cs typeface="Arial"/>
              </a:defRPr>
            </a:lvl7pPr>
            <a:lvl8pPr algn="l">
              <a:defRPr sz="2025" b="1">
                <a:solidFill>
                  <a:srgbClr val="0070C0"/>
                </a:solidFill>
                <a:latin typeface="Arial"/>
                <a:ea typeface="Arial"/>
                <a:cs typeface="Arial"/>
              </a:defRPr>
            </a:lvl8pPr>
            <a:lvl9pPr algn="l">
              <a:defRPr sz="2025" b="1">
                <a:solidFill>
                  <a:srgbClr val="0070C0"/>
                </a:solidFill>
                <a:latin typeface="Arial"/>
                <a:ea typeface="Arial"/>
                <a:cs typeface="Arial"/>
              </a:defRPr>
            </a:lvl9pPr>
          </a:lstStyle>
          <a:p xmlns:a="http://schemas.openxmlformats.org/drawingml/2006/main">
            <a:pPr algn="l">
              <a:defRPr sz="2025" b="1">
                <a:solidFill>
                  <a:srgbClr val="0070C0"/>
                </a:solidFill>
                <a:latin typeface="Arial"/>
                <a:ea typeface="Arial"/>
                <a:cs typeface="Arial"/>
              </a:defRPr>
            </a:pPr>
            <a:r>
              <a:rPr sz="2025" b="1">
                <a:solidFill>
                  <a:srgbClr val="0070C0"/>
                </a:solidFill>
                <a:latin typeface="Arial"/>
                <a:ea typeface="Arial"/>
                <a:cs typeface="Arial"/>
              </a:rPr>
              <a:t>RQ1</a:t>
            </a:r>
          </a:p>
        </p:txBody>
      </p:sp>
      <p:sp>
        <p:nvSpPr>
          <p:cNvPr id="7" name="current-content-77">
            <a:extLst xmlns:a="http://schemas.openxmlformats.org/drawingml/2006/main">
              <a:ext uri="{FF2B5EF4-FFF2-40B4-BE49-F238E27FC236}">
                <a16:creationId xmlns:a16="http://schemas.microsoft.com/office/drawing/2014/main" id="{5BF37022-5D0B-4CB7-85EB-F9294FEA7E46}"/>
              </a:ext>
            </a:extLst>
          </p:cNvPr>
          <p:cNvSpPr>
            <a:spLocks xmlns:a="http://schemas.openxmlformats.org/drawingml/2006/main" noGrp="1"/>
          </p:cNvSpPr>
          <p:nvPr/>
        </p:nvSpPr>
        <p:spPr>
          <a:xfrm xmlns:a="http://schemas.openxmlformats.org/drawingml/2006/main">
            <a:off x="1714500" y="194310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Interviews + baseline questionnaire</a:t>
            </a:r>
          </a:p>
        </p:txBody>
      </p:sp>
      <p:sp>
        <p:nvSpPr>
          <p:cNvPr id="8" name="current-content-78">
            <a:extLst xmlns:a="http://schemas.openxmlformats.org/drawingml/2006/main">
              <a:ext uri="{FF2B5EF4-FFF2-40B4-BE49-F238E27FC236}">
                <a16:creationId xmlns:a16="http://schemas.microsoft.com/office/drawing/2014/main" id="{49ED700B-4096-405D-8CDF-FB703D63C1F1}"/>
              </a:ext>
            </a:extLst>
          </p:cNvPr>
          <p:cNvSpPr>
            <a:spLocks xmlns:a="http://schemas.openxmlformats.org/drawingml/2006/main" noGrp="1"/>
          </p:cNvSpPr>
          <p:nvPr/>
        </p:nvSpPr>
        <p:spPr>
          <a:xfrm xmlns:a="http://schemas.openxmlformats.org/drawingml/2006/main">
            <a:off x="1714500" y="2276475"/>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Operational bottlenecks</a:t>
            </a:r>
          </a:p>
        </p:txBody>
      </p:sp>
      <p:sp>
        <p:nvSpPr>
          <p:cNvPr id="9" name="current-content-79">
            <a:extLst xmlns:a="http://schemas.openxmlformats.org/drawingml/2006/main">
              <a:ext uri="{FF2B5EF4-FFF2-40B4-BE49-F238E27FC236}">
                <a16:creationId xmlns:a16="http://schemas.microsoft.com/office/drawing/2014/main" id="{1360611E-94FF-424A-A149-3AFA432481D9}"/>
              </a:ext>
            </a:extLst>
          </p:cNvPr>
          <p:cNvSpPr>
            <a:spLocks xmlns:a="http://schemas.openxmlformats.org/drawingml/2006/main" noGrp="1"/>
          </p:cNvSpPr>
          <p:nvPr/>
        </p:nvSpPr>
        <p:spPr>
          <a:xfrm xmlns:a="http://schemas.openxmlformats.org/drawingml/2006/main">
            <a:off x="533400" y="2676525"/>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defRPr sz="2025" b="1">
                <a:solidFill>
                  <a:srgbClr val="0070C0"/>
                </a:solidFill>
                <a:latin typeface="Arial"/>
                <a:ea typeface="Arial"/>
                <a:cs typeface="Arial"/>
              </a:defRPr>
            </a:lvl1pPr>
            <a:lvl2pPr algn="l">
              <a:defRPr sz="2025" b="1">
                <a:solidFill>
                  <a:srgbClr val="0070C0"/>
                </a:solidFill>
                <a:latin typeface="Arial"/>
                <a:ea typeface="Arial"/>
                <a:cs typeface="Arial"/>
              </a:defRPr>
            </a:lvl2pPr>
            <a:lvl3pPr algn="l">
              <a:defRPr sz="2025" b="1">
                <a:solidFill>
                  <a:srgbClr val="0070C0"/>
                </a:solidFill>
                <a:latin typeface="Arial"/>
                <a:ea typeface="Arial"/>
                <a:cs typeface="Arial"/>
              </a:defRPr>
            </a:lvl3pPr>
            <a:lvl4pPr algn="l">
              <a:defRPr sz="2025" b="1">
                <a:solidFill>
                  <a:srgbClr val="0070C0"/>
                </a:solidFill>
                <a:latin typeface="Arial"/>
                <a:ea typeface="Arial"/>
                <a:cs typeface="Arial"/>
              </a:defRPr>
            </a:lvl4pPr>
            <a:lvl5pPr algn="l">
              <a:defRPr sz="2025" b="1">
                <a:solidFill>
                  <a:srgbClr val="0070C0"/>
                </a:solidFill>
                <a:latin typeface="Arial"/>
                <a:ea typeface="Arial"/>
                <a:cs typeface="Arial"/>
              </a:defRPr>
            </a:lvl5pPr>
            <a:lvl6pPr algn="l">
              <a:defRPr sz="2025" b="1">
                <a:solidFill>
                  <a:srgbClr val="0070C0"/>
                </a:solidFill>
                <a:latin typeface="Arial"/>
                <a:ea typeface="Arial"/>
                <a:cs typeface="Arial"/>
              </a:defRPr>
            </a:lvl6pPr>
            <a:lvl7pPr algn="l">
              <a:defRPr sz="2025" b="1">
                <a:solidFill>
                  <a:srgbClr val="0070C0"/>
                </a:solidFill>
                <a:latin typeface="Arial"/>
                <a:ea typeface="Arial"/>
                <a:cs typeface="Arial"/>
              </a:defRPr>
            </a:lvl7pPr>
            <a:lvl8pPr algn="l">
              <a:defRPr sz="2025" b="1">
                <a:solidFill>
                  <a:srgbClr val="0070C0"/>
                </a:solidFill>
                <a:latin typeface="Arial"/>
                <a:ea typeface="Arial"/>
                <a:cs typeface="Arial"/>
              </a:defRPr>
            </a:lvl8pPr>
            <a:lvl9pPr algn="l">
              <a:defRPr sz="2025" b="1">
                <a:solidFill>
                  <a:srgbClr val="0070C0"/>
                </a:solidFill>
                <a:latin typeface="Arial"/>
                <a:ea typeface="Arial"/>
                <a:cs typeface="Arial"/>
              </a:defRPr>
            </a:lvl9pPr>
          </a:lstStyle>
          <a:p xmlns:a="http://schemas.openxmlformats.org/drawingml/2006/main">
            <a:pPr algn="l">
              <a:defRPr sz="2025" b="1">
                <a:solidFill>
                  <a:srgbClr val="0070C0"/>
                </a:solidFill>
                <a:latin typeface="Arial"/>
                <a:ea typeface="Arial"/>
                <a:cs typeface="Arial"/>
              </a:defRPr>
            </a:pPr>
            <a:r>
              <a:rPr sz="2025" b="1">
                <a:solidFill>
                  <a:srgbClr val="0070C0"/>
                </a:solidFill>
                <a:latin typeface="Arial"/>
                <a:ea typeface="Arial"/>
                <a:cs typeface="Arial"/>
              </a:rPr>
              <a:t>RQ2</a:t>
            </a:r>
          </a:p>
        </p:txBody>
      </p:sp>
      <p:sp>
        <p:nvSpPr>
          <p:cNvPr id="10" name="current-content-80">
            <a:extLst xmlns:a="http://schemas.openxmlformats.org/drawingml/2006/main">
              <a:ext uri="{FF2B5EF4-FFF2-40B4-BE49-F238E27FC236}">
                <a16:creationId xmlns:a16="http://schemas.microsoft.com/office/drawing/2014/main" id="{149A1A9B-EDC8-4F5F-9286-4822F885083C}"/>
              </a:ext>
            </a:extLst>
          </p:cNvPr>
          <p:cNvSpPr>
            <a:spLocks xmlns:a="http://schemas.openxmlformats.org/drawingml/2006/main" noGrp="1"/>
          </p:cNvSpPr>
          <p:nvPr/>
        </p:nvSpPr>
        <p:spPr>
          <a:xfrm xmlns:a="http://schemas.openxmlformats.org/drawingml/2006/main">
            <a:off x="1714500" y="2676525"/>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Quantitative technical validation</a:t>
            </a:r>
          </a:p>
        </p:txBody>
      </p:sp>
      <p:sp>
        <p:nvSpPr>
          <p:cNvPr id="11" name="current-content-81">
            <a:extLst xmlns:a="http://schemas.openxmlformats.org/drawingml/2006/main">
              <a:ext uri="{FF2B5EF4-FFF2-40B4-BE49-F238E27FC236}">
                <a16:creationId xmlns:a16="http://schemas.microsoft.com/office/drawing/2014/main" id="{D5D8ED03-9049-4498-AE75-E7B5AC7F486F}"/>
              </a:ext>
            </a:extLst>
          </p:cNvPr>
          <p:cNvSpPr>
            <a:spLocks xmlns:a="http://schemas.openxmlformats.org/drawingml/2006/main" noGrp="1"/>
          </p:cNvSpPr>
          <p:nvPr/>
        </p:nvSpPr>
        <p:spPr>
          <a:xfrm xmlns:a="http://schemas.openxmlformats.org/drawingml/2006/main">
            <a:off x="1714500" y="3009900"/>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Framework and security</a:t>
            </a:r>
          </a:p>
        </p:txBody>
      </p:sp>
      <p:sp>
        <p:nvSpPr>
          <p:cNvPr id="12" name="current-content-82">
            <a:extLst xmlns:a="http://schemas.openxmlformats.org/drawingml/2006/main">
              <a:ext uri="{FF2B5EF4-FFF2-40B4-BE49-F238E27FC236}">
                <a16:creationId xmlns:a16="http://schemas.microsoft.com/office/drawing/2014/main" id="{F823349B-D452-403A-97E1-D37F762E86C8}"/>
              </a:ext>
            </a:extLst>
          </p:cNvPr>
          <p:cNvSpPr>
            <a:spLocks xmlns:a="http://schemas.openxmlformats.org/drawingml/2006/main" noGrp="1"/>
          </p:cNvSpPr>
          <p:nvPr/>
        </p:nvSpPr>
        <p:spPr>
          <a:xfrm xmlns:a="http://schemas.openxmlformats.org/drawingml/2006/main">
            <a:off x="533400" y="3409950"/>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defRPr sz="2025" b="1">
                <a:solidFill>
                  <a:srgbClr val="0070C0"/>
                </a:solidFill>
                <a:latin typeface="Arial"/>
                <a:ea typeface="Arial"/>
                <a:cs typeface="Arial"/>
              </a:defRPr>
            </a:lvl1pPr>
            <a:lvl2pPr algn="l">
              <a:defRPr sz="2025" b="1">
                <a:solidFill>
                  <a:srgbClr val="0070C0"/>
                </a:solidFill>
                <a:latin typeface="Arial"/>
                <a:ea typeface="Arial"/>
                <a:cs typeface="Arial"/>
              </a:defRPr>
            </a:lvl2pPr>
            <a:lvl3pPr algn="l">
              <a:defRPr sz="2025" b="1">
                <a:solidFill>
                  <a:srgbClr val="0070C0"/>
                </a:solidFill>
                <a:latin typeface="Arial"/>
                <a:ea typeface="Arial"/>
                <a:cs typeface="Arial"/>
              </a:defRPr>
            </a:lvl3pPr>
            <a:lvl4pPr algn="l">
              <a:defRPr sz="2025" b="1">
                <a:solidFill>
                  <a:srgbClr val="0070C0"/>
                </a:solidFill>
                <a:latin typeface="Arial"/>
                <a:ea typeface="Arial"/>
                <a:cs typeface="Arial"/>
              </a:defRPr>
            </a:lvl4pPr>
            <a:lvl5pPr algn="l">
              <a:defRPr sz="2025" b="1">
                <a:solidFill>
                  <a:srgbClr val="0070C0"/>
                </a:solidFill>
                <a:latin typeface="Arial"/>
                <a:ea typeface="Arial"/>
                <a:cs typeface="Arial"/>
              </a:defRPr>
            </a:lvl5pPr>
            <a:lvl6pPr algn="l">
              <a:defRPr sz="2025" b="1">
                <a:solidFill>
                  <a:srgbClr val="0070C0"/>
                </a:solidFill>
                <a:latin typeface="Arial"/>
                <a:ea typeface="Arial"/>
                <a:cs typeface="Arial"/>
              </a:defRPr>
            </a:lvl6pPr>
            <a:lvl7pPr algn="l">
              <a:defRPr sz="2025" b="1">
                <a:solidFill>
                  <a:srgbClr val="0070C0"/>
                </a:solidFill>
                <a:latin typeface="Arial"/>
                <a:ea typeface="Arial"/>
                <a:cs typeface="Arial"/>
              </a:defRPr>
            </a:lvl7pPr>
            <a:lvl8pPr algn="l">
              <a:defRPr sz="2025" b="1">
                <a:solidFill>
                  <a:srgbClr val="0070C0"/>
                </a:solidFill>
                <a:latin typeface="Arial"/>
                <a:ea typeface="Arial"/>
                <a:cs typeface="Arial"/>
              </a:defRPr>
            </a:lvl8pPr>
            <a:lvl9pPr algn="l">
              <a:defRPr sz="2025" b="1">
                <a:solidFill>
                  <a:srgbClr val="0070C0"/>
                </a:solidFill>
                <a:latin typeface="Arial"/>
                <a:ea typeface="Arial"/>
                <a:cs typeface="Arial"/>
              </a:defRPr>
            </a:lvl9pPr>
          </a:lstStyle>
          <a:p xmlns:a="http://schemas.openxmlformats.org/drawingml/2006/main">
            <a:pPr algn="l">
              <a:defRPr sz="2025" b="1">
                <a:solidFill>
                  <a:srgbClr val="0070C0"/>
                </a:solidFill>
                <a:latin typeface="Arial"/>
                <a:ea typeface="Arial"/>
                <a:cs typeface="Arial"/>
              </a:defRPr>
            </a:pPr>
            <a:r>
              <a:rPr sz="2025" b="1">
                <a:solidFill>
                  <a:srgbClr val="0070C0"/>
                </a:solidFill>
                <a:latin typeface="Arial"/>
                <a:ea typeface="Arial"/>
                <a:cs typeface="Arial"/>
              </a:rPr>
              <a:t>RQ3</a:t>
            </a:r>
          </a:p>
        </p:txBody>
      </p:sp>
      <p:sp>
        <p:nvSpPr>
          <p:cNvPr id="13" name="current-content-83">
            <a:extLst xmlns:a="http://schemas.openxmlformats.org/drawingml/2006/main">
              <a:ext uri="{FF2B5EF4-FFF2-40B4-BE49-F238E27FC236}">
                <a16:creationId xmlns:a16="http://schemas.microsoft.com/office/drawing/2014/main" id="{46588E8F-32A8-45B3-840A-E9161AEC1525}"/>
              </a:ext>
            </a:extLst>
          </p:cNvPr>
          <p:cNvSpPr>
            <a:spLocks xmlns:a="http://schemas.openxmlformats.org/drawingml/2006/main" noGrp="1"/>
          </p:cNvSpPr>
          <p:nvPr/>
        </p:nvSpPr>
        <p:spPr>
          <a:xfrm xmlns:a="http://schemas.openxmlformats.org/drawingml/2006/main">
            <a:off x="1714500" y="340995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Quantitative acceptability survey</a:t>
            </a:r>
          </a:p>
        </p:txBody>
      </p:sp>
      <p:sp>
        <p:nvSpPr>
          <p:cNvPr id="14" name="current-content-84">
            <a:extLst xmlns:a="http://schemas.openxmlformats.org/drawingml/2006/main">
              <a:ext uri="{FF2B5EF4-FFF2-40B4-BE49-F238E27FC236}">
                <a16:creationId xmlns:a16="http://schemas.microsoft.com/office/drawing/2014/main" id="{7B6EB65D-277B-4D7E-BF94-E214EA8A2DF8}"/>
              </a:ext>
            </a:extLst>
          </p:cNvPr>
          <p:cNvSpPr>
            <a:spLocks xmlns:a="http://schemas.openxmlformats.org/drawingml/2006/main" noGrp="1"/>
          </p:cNvSpPr>
          <p:nvPr/>
        </p:nvSpPr>
        <p:spPr>
          <a:xfrm xmlns:a="http://schemas.openxmlformats.org/drawingml/2006/main">
            <a:off x="1714500" y="3743325"/>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After prototype interaction</a:t>
            </a:r>
          </a:p>
        </p:txBody>
      </p:sp>
      <p:sp>
        <p:nvSpPr>
          <p:cNvPr id="15" name="current-content-85">
            <a:extLst xmlns:a="http://schemas.openxmlformats.org/drawingml/2006/main">
              <a:ext uri="{FF2B5EF4-FFF2-40B4-BE49-F238E27FC236}">
                <a16:creationId xmlns:a16="http://schemas.microsoft.com/office/drawing/2014/main" id="{697D6141-670D-4265-B44B-59861ACEE676}"/>
              </a:ext>
            </a:extLst>
          </p:cNvPr>
          <p:cNvSpPr>
            <a:spLocks xmlns:a="http://schemas.openxmlformats.org/drawingml/2006/main" noGrp="1"/>
          </p:cNvSpPr>
          <p:nvPr/>
        </p:nvSpPr>
        <p:spPr>
          <a:xfrm xmlns:a="http://schemas.openxmlformats.org/drawingml/2006/main">
            <a:off x="533400" y="4162425"/>
            <a:ext cx="8058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Sampling: criterion-based purposive, with maximum variation</a:t>
            </a:r>
          </a:p>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Development methodology: Agile Scrum</a:t>
            </a:r>
          </a:p>
        </p:txBody>
      </p:sp>
    </p:spTree>
    <p:extLst>
      <p:ext uri="{BB962C8B-B14F-4D97-AF65-F5344CB8AC3E}">
        <p14:creationId xmlns:p14="http://schemas.microsoft.com/office/powerpoint/2010/main" val="72428799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FD24CD19-AA54-4455-9779-EBE83390427F}"/>
              </a:ext>
            </a:extLst>
          </p:cNvPr>
          <p:cNvPicPr>
            <a:picLocks xmlns:a="http://schemas.openxmlformats.org/drawingml/2006/main" noChangeAspect="1"/>
          </p:cNvPicPr>
          <p:nvPr/>
        </p:nvPicPr>
        <p:blipFill>
          <a:blip xmlns:r="http://schemas.openxmlformats.org/officeDocument/2006/relationships" xmlns:a="http://schemas.openxmlformats.org/drawingml/2006/main" r:embed="Rdc640ee1d7cc4fae"/>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4">
            <a:extLst xmlns:a="http://schemas.openxmlformats.org/drawingml/2006/main">
              <a:ext uri="{FF2B5EF4-FFF2-40B4-BE49-F238E27FC236}">
                <a16:creationId xmlns:a16="http://schemas.microsoft.com/office/drawing/2014/main" id="{AE90E0F7-6C57-4E0A-8270-1A7596E88D00}"/>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pic>
        <p:nvPicPr>
          <p:cNvPr id="3" name="">
            <a:extLst xmlns:a="http://schemas.openxmlformats.org/drawingml/2006/main">
              <a:ext uri="{FF2B5EF4-FFF2-40B4-BE49-F238E27FC236}">
                <a16:creationId xmlns:a16="http://schemas.microsoft.com/office/drawing/2014/main" id="{B72A7526-B9A2-4CEF-8A1A-EEFEF787AA0A}"/>
              </a:ext>
            </a:extLst>
          </p:cNvPr>
          <p:cNvPicPr>
            <a:picLocks xmlns:a="http://schemas.openxmlformats.org/drawingml/2006/main" noChangeAspect="1"/>
          </p:cNvPicPr>
          <p:nvPr/>
        </p:nvPicPr>
        <p:blipFill>
          <a:blip xmlns:r="http://schemas.openxmlformats.org/officeDocument/2006/relationships" xmlns:a="http://schemas.openxmlformats.org/drawingml/2006/main" r:embed="R06c6e5ef2dac484a"/>
          <a:stretch xmlns:a="http://schemas.openxmlformats.org/drawingml/2006/main"/>
        </p:blipFill>
        <p:spPr>
          <a:xfrm xmlns:a="http://schemas.openxmlformats.org/drawingml/2006/main">
            <a:off x="3524250" y="4676998"/>
            <a:ext cx="2095500" cy="332930"/>
          </a:xfrm>
          <a:prstGeom xmlns:a="http://schemas.openxmlformats.org/drawingml/2006/main" prst="rect">
            <a:avLst/>
          </a:prstGeom>
        </p:spPr>
      </p:pic>
      <p:sp>
        <p:nvSpPr>
          <p:cNvPr id="4" name="current-content-15">
            <a:extLst xmlns:a="http://schemas.openxmlformats.org/drawingml/2006/main">
              <a:ext uri="{FF2B5EF4-FFF2-40B4-BE49-F238E27FC236}">
                <a16:creationId xmlns:a16="http://schemas.microsoft.com/office/drawing/2014/main" id="{BD624759-68DB-42F5-923E-4D111CC23658}"/>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08 / 17</a:t>
            </a:r>
          </a:p>
        </p:txBody>
      </p:sp>
      <p:sp>
        <p:nvSpPr>
          <p:cNvPr id="5" name="current-content-86">
            <a:extLst xmlns:a="http://schemas.openxmlformats.org/drawingml/2006/main">
              <a:ext uri="{FF2B5EF4-FFF2-40B4-BE49-F238E27FC236}">
                <a16:creationId xmlns:a16="http://schemas.microsoft.com/office/drawing/2014/main" id="{FE38A274-584A-4B5F-BC08-415509886B19}"/>
              </a:ext>
            </a:extLst>
          </p:cNvPr>
          <p:cNvSpPr>
            <a:spLocks xmlns:a="http://schemas.openxmlformats.org/drawingml/2006/main" noGrp="1"/>
          </p:cNvSpPr>
          <p:nvPr/>
        </p:nvSpPr>
        <p:spPr>
          <a:xfrm xmlns:a="http://schemas.openxmlformats.org/drawingml/2006/main">
            <a:off x="533400" y="1238250"/>
            <a:ext cx="8058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C61"/>
                </a:solidFill>
                <a:latin typeface="Arial"/>
                <a:ea typeface="Arial"/>
                <a:cs typeface="Arial"/>
              </a:defRPr>
            </a:defPPr>
            <a:lvl1pPr algn="l">
              <a:defRPr sz="1650" b="1">
                <a:solidFill>
                  <a:srgbClr val="202C61"/>
                </a:solidFill>
                <a:latin typeface="Arial"/>
                <a:ea typeface="Arial"/>
                <a:cs typeface="Arial"/>
              </a:defRPr>
            </a:lvl1pPr>
            <a:lvl2pPr algn="l">
              <a:defRPr sz="1650" b="1">
                <a:solidFill>
                  <a:srgbClr val="202C61"/>
                </a:solidFill>
                <a:latin typeface="Arial"/>
                <a:ea typeface="Arial"/>
                <a:cs typeface="Arial"/>
              </a:defRPr>
            </a:lvl2pPr>
            <a:lvl3pPr algn="l">
              <a:defRPr sz="1650" b="1">
                <a:solidFill>
                  <a:srgbClr val="202C61"/>
                </a:solidFill>
                <a:latin typeface="Arial"/>
                <a:ea typeface="Arial"/>
                <a:cs typeface="Arial"/>
              </a:defRPr>
            </a:lvl3pPr>
            <a:lvl4pPr algn="l">
              <a:defRPr sz="1650" b="1">
                <a:solidFill>
                  <a:srgbClr val="202C61"/>
                </a:solidFill>
                <a:latin typeface="Arial"/>
                <a:ea typeface="Arial"/>
                <a:cs typeface="Arial"/>
              </a:defRPr>
            </a:lvl4pPr>
            <a:lvl5pPr algn="l">
              <a:defRPr sz="1650" b="1">
                <a:solidFill>
                  <a:srgbClr val="202C61"/>
                </a:solidFill>
                <a:latin typeface="Arial"/>
                <a:ea typeface="Arial"/>
                <a:cs typeface="Arial"/>
              </a:defRPr>
            </a:lvl5pPr>
            <a:lvl6pPr algn="l">
              <a:defRPr sz="1650" b="1">
                <a:solidFill>
                  <a:srgbClr val="202C61"/>
                </a:solidFill>
                <a:latin typeface="Arial"/>
                <a:ea typeface="Arial"/>
                <a:cs typeface="Arial"/>
              </a:defRPr>
            </a:lvl6pPr>
            <a:lvl7pPr algn="l">
              <a:defRPr sz="1650" b="1">
                <a:solidFill>
                  <a:srgbClr val="202C61"/>
                </a:solidFill>
                <a:latin typeface="Arial"/>
                <a:ea typeface="Arial"/>
                <a:cs typeface="Arial"/>
              </a:defRPr>
            </a:lvl7pPr>
            <a:lvl8pPr algn="l">
              <a:defRPr sz="1650" b="1">
                <a:solidFill>
                  <a:srgbClr val="202C61"/>
                </a:solidFill>
                <a:latin typeface="Arial"/>
                <a:ea typeface="Arial"/>
                <a:cs typeface="Arial"/>
              </a:defRPr>
            </a:lvl8pPr>
            <a:lvl9pPr algn="l">
              <a:defRPr sz="1650" b="1">
                <a:solidFill>
                  <a:srgbClr val="202C61"/>
                </a:solidFill>
                <a:latin typeface="Arial"/>
                <a:ea typeface="Arial"/>
                <a:cs typeface="Arial"/>
              </a:defRPr>
            </a:lvl9pPr>
          </a:lstStyle>
          <a:p xmlns:a="http://schemas.openxmlformats.org/drawingml/2006/main">
            <a:pPr algn="l">
              <a:defRPr sz="1650" b="1">
                <a:solidFill>
                  <a:srgbClr val="202C61"/>
                </a:solidFill>
                <a:latin typeface="Arial"/>
                <a:ea typeface="Arial"/>
                <a:cs typeface="Arial"/>
              </a:defRPr>
            </a:pPr>
            <a:r>
              <a:rPr sz="1650" b="1">
                <a:solidFill>
                  <a:srgbClr val="202C61"/>
                </a:solidFill>
                <a:latin typeface="Arial"/>
                <a:ea typeface="Arial"/>
                <a:cs typeface="Arial"/>
              </a:rPr>
              <a:t>Manuscript-reported baseline   •   18 pre-survey respondents</a:t>
            </a:r>
          </a:p>
        </p:txBody>
      </p:sp>
      <p:graphicFrame>
        <p:nvGraphicFramePr>
          <p:cNvPr id="6" name="">
            <a:extLst xmlns:a="http://schemas.openxmlformats.org/drawingml/2006/main">
              <a:ext uri="{FF2B5EF4-FFF2-40B4-BE49-F238E27FC236}">
                <a16:creationId xmlns:a16="http://schemas.microsoft.com/office/drawing/2014/main" id="{90C38392-CC63-4CB3-883E-56B21E857415}"/>
              </a:ext>
            </a:extLst>
          </p:cNvPr>
          <p:cNvGraphicFramePr/>
          <p:nvPr/>
        </p:nvGraphicFramePr>
        <p:xfrm>
          <a:off xmlns:a="http://schemas.openxmlformats.org/drawingml/2006/main" x="533400" y="1714500"/>
          <a:ext xmlns:a="http://schemas.openxmlformats.org/drawingml/2006/main" cx="8058150" cy="2190750"/>
        </p:xfrm>
        <a:graphic xmlns:a="http://schemas.openxmlformats.org/drawingml/2006/main">
          <a:graphicData uri="http://schemas.openxmlformats.org/drawingml/2006/table">
            <a:tbl>
              <a:tblPr/>
              <a:tblGrid>
                <a:gridCol w="5391150"/>
                <a:gridCol w="1238250"/>
                <a:gridCol w="1428750"/>
              </a:tblGrid>
              <a:tr h="438150">
                <a:tc>
                  <a:txBody>
                    <a:bodyPr lIns="95250" tIns="95250" rIns="95250" bIns="95250"/>
                    <a:lstStyle/>
                    <a:p>
                      <a:r>
                        <a:rPr sz="1500" b="1">
                          <a:solidFill>
                            <a:srgbClr val="171717"/>
                          </a:solidFill>
                          <a:latin typeface="Arial"/>
                          <a:ea typeface="Arial"/>
                          <a:cs typeface="Arial"/>
                        </a:rPr>
                        <a:t>Baseline indicator</a:t>
                      </a:r>
                    </a:p>
                  </a:txBody>
                  <a:tcPr marL="91440" marR="91440" marT="45720" marB="45720" anchor="ctr">
                    <a:solidFill>
                      <a:srgbClr val="D9E2F3"/>
                    </a:solidFill>
                  </a:tcPr>
                </a:tc>
                <a:tc>
                  <a:txBody>
                    <a:bodyPr lIns="95250" tIns="95250" rIns="95250" bIns="95250"/>
                    <a:lstStyle/>
                    <a:p>
                      <a:r>
                        <a:rPr sz="1500" b="1">
                          <a:solidFill>
                            <a:srgbClr val="171717"/>
                          </a:solidFill>
                          <a:latin typeface="Arial"/>
                          <a:ea typeface="Arial"/>
                          <a:cs typeface="Arial"/>
                        </a:rPr>
                        <a:t>Count</a:t>
                      </a:r>
                    </a:p>
                  </a:txBody>
                  <a:tcPr marL="91440" marR="91440" marT="45720" marB="45720" anchor="ctr">
                    <a:solidFill>
                      <a:srgbClr val="D9E2F3"/>
                    </a:solidFill>
                  </a:tcPr>
                </a:tc>
                <a:tc>
                  <a:txBody>
                    <a:bodyPr lIns="95250" tIns="95250" rIns="95250" bIns="95250"/>
                    <a:lstStyle/>
                    <a:p>
                      <a:r>
                        <a:rPr sz="1500" b="1">
                          <a:solidFill>
                            <a:srgbClr val="171717"/>
                          </a:solidFill>
                          <a:latin typeface="Arial"/>
                          <a:ea typeface="Arial"/>
                          <a:cs typeface="Arial"/>
                        </a:rPr>
                        <a:t>Percent</a:t>
                      </a:r>
                    </a:p>
                  </a:txBody>
                  <a:tcPr marL="91440" marR="91440" marT="45720" marB="45720" anchor="ctr">
                    <a:solidFill>
                      <a:srgbClr val="D9E2F3"/>
                    </a:solidFill>
                  </a:tcPr>
                </a:tc>
              </a:tr>
              <a:tr h="438150">
                <a:tc>
                  <a:txBody>
                    <a:bodyPr lIns="95250" tIns="95250" rIns="95250" bIns="95250"/>
                    <a:lstStyle/>
                    <a:p>
                      <a:r>
                        <a:rPr sz="1500" b="0">
                          <a:solidFill>
                            <a:srgbClr val="171717"/>
                          </a:solidFill>
                          <a:latin typeface="Arial"/>
                          <a:ea typeface="Arial"/>
                          <a:cs typeface="Arial"/>
                        </a:rPr>
                        <a:t>Stock update takes 16+ minutes</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13 / 18</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72.2%</a:t>
                      </a:r>
                    </a:p>
                  </a:txBody>
                  <a:tcPr marL="91440" marR="91440" marT="45720" marB="45720" anchor="ctr">
                    <a:solidFill>
                      <a:srgbClr val="FFFFFF"/>
                    </a:solidFill>
                  </a:tcPr>
                </a:tc>
              </a:tr>
              <a:tr h="438150">
                <a:tc>
                  <a:txBody>
                    <a:bodyPr lIns="95250" tIns="95250" rIns="95250" bIns="95250"/>
                    <a:lstStyle/>
                    <a:p>
                      <a:r>
                        <a:rPr sz="1500" b="0">
                          <a:solidFill>
                            <a:srgbClr val="171717"/>
                          </a:solidFill>
                          <a:latin typeface="Arial"/>
                          <a:ea typeface="Arial"/>
                          <a:cs typeface="Arial"/>
                        </a:rPr>
                        <a:t>3+ discrepancies in the past 30 days</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12 / 18</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66.7%</a:t>
                      </a:r>
                    </a:p>
                  </a:txBody>
                  <a:tcPr marL="91440" marR="91440" marT="45720" marB="45720" anchor="ctr">
                    <a:solidFill>
                      <a:srgbClr val="FFFFFF"/>
                    </a:solidFill>
                  </a:tcPr>
                </a:tc>
              </a:tr>
              <a:tr h="438150">
                <a:tc>
                  <a:txBody>
                    <a:bodyPr lIns="95250" tIns="95250" rIns="95250" bIns="95250"/>
                    <a:lstStyle/>
                    <a:p>
                      <a:r>
                        <a:rPr sz="1500" b="0">
                          <a:solidFill>
                            <a:srgbClr val="171717"/>
                          </a:solidFill>
                          <a:latin typeface="Arial"/>
                          <a:ea typeface="Arial"/>
                          <a:cs typeface="Arial"/>
                        </a:rPr>
                        <a:t>Uncertain information delays decisions*</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16 / 18</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88.9%</a:t>
                      </a:r>
                    </a:p>
                  </a:txBody>
                  <a:tcPr marL="91440" marR="91440" marT="45720" marB="45720" anchor="ctr">
                    <a:solidFill>
                      <a:srgbClr val="FFFFFF"/>
                    </a:solidFill>
                  </a:tcPr>
                </a:tc>
              </a:tr>
              <a:tr h="438150">
                <a:tc>
                  <a:txBody>
                    <a:bodyPr lIns="95250" tIns="95250" rIns="95250" bIns="95250"/>
                    <a:lstStyle/>
                    <a:p>
                      <a:r>
                        <a:rPr sz="1500" b="0">
                          <a:solidFill>
                            <a:srgbClr val="171717"/>
                          </a:solidFill>
                          <a:latin typeface="Arial"/>
                          <a:ea typeface="Arial"/>
                          <a:cs typeface="Arial"/>
                        </a:rPr>
                        <a:t>Records from different sources mismatch*</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18 / 18</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100.0%</a:t>
                      </a:r>
                    </a:p>
                  </a:txBody>
                  <a:tcPr marL="91440" marR="91440" marT="45720" marB="45720" anchor="ctr">
                    <a:solidFill>
                      <a:srgbClr val="FFFFFF"/>
                    </a:solidFill>
                  </a:tcPr>
                </a:tc>
              </a:tr>
            </a:tbl>
          </a:graphicData>
        </a:graphic>
      </p:graphicFrame>
      <p:sp>
        <p:nvSpPr>
          <p:cNvPr id="7" name="current-content-87">
            <a:extLst xmlns:a="http://schemas.openxmlformats.org/drawingml/2006/main">
              <a:ext uri="{FF2B5EF4-FFF2-40B4-BE49-F238E27FC236}">
                <a16:creationId xmlns:a16="http://schemas.microsoft.com/office/drawing/2014/main" id="{A7DFC43F-387E-448E-A173-9BA95DA277D8}"/>
              </a:ext>
            </a:extLst>
          </p:cNvPr>
          <p:cNvSpPr>
            <a:spLocks xmlns:a="http://schemas.openxmlformats.org/drawingml/2006/main" noGrp="1"/>
          </p:cNvSpPr>
          <p:nvPr/>
        </p:nvSpPr>
        <p:spPr>
          <a:xfrm xmlns:a="http://schemas.openxmlformats.org/drawingml/2006/main">
            <a:off x="533400" y="4019550"/>
            <a:ext cx="8058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 At least sometimes. Table 4.1. Baseline results, not Kodigo improvement rates.</a:t>
            </a:r>
          </a:p>
        </p:txBody>
      </p:sp>
      <p:sp>
        <p:nvSpPr>
          <p:cNvPr id="8" name="current-content-88">
            <a:extLst xmlns:a="http://schemas.openxmlformats.org/drawingml/2006/main">
              <a:ext uri="{FF2B5EF4-FFF2-40B4-BE49-F238E27FC236}">
                <a16:creationId xmlns:a16="http://schemas.microsoft.com/office/drawing/2014/main" id="{A47C5934-A9F2-4498-AE3C-41AAD9FAA7EB}"/>
              </a:ext>
            </a:extLst>
          </p:cNvPr>
          <p:cNvSpPr>
            <a:spLocks xmlns:a="http://schemas.openxmlformats.org/drawingml/2006/main" noGrp="1"/>
          </p:cNvSpPr>
          <p:nvPr/>
        </p:nvSpPr>
        <p:spPr>
          <a:xfrm xmlns:a="http://schemas.openxmlformats.org/drawingml/2006/main">
            <a:off x="533400" y="4371975"/>
            <a:ext cx="805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02C61"/>
                </a:solidFill>
                <a:latin typeface="Arial"/>
                <a:ea typeface="Arial"/>
                <a:cs typeface="Arial"/>
              </a:defRPr>
            </a:defPPr>
            <a:lvl1pPr algn="l">
              <a:defRPr sz="1500" b="0">
                <a:solidFill>
                  <a:srgbClr val="202C61"/>
                </a:solidFill>
                <a:latin typeface="Arial"/>
                <a:ea typeface="Arial"/>
                <a:cs typeface="Arial"/>
              </a:defRPr>
            </a:lvl1pPr>
            <a:lvl2pPr algn="l">
              <a:defRPr sz="1500" b="0">
                <a:solidFill>
                  <a:srgbClr val="202C61"/>
                </a:solidFill>
                <a:latin typeface="Arial"/>
                <a:ea typeface="Arial"/>
                <a:cs typeface="Arial"/>
              </a:defRPr>
            </a:lvl2pPr>
            <a:lvl3pPr algn="l">
              <a:defRPr sz="1500" b="0">
                <a:solidFill>
                  <a:srgbClr val="202C61"/>
                </a:solidFill>
                <a:latin typeface="Arial"/>
                <a:ea typeface="Arial"/>
                <a:cs typeface="Arial"/>
              </a:defRPr>
            </a:lvl3pPr>
            <a:lvl4pPr algn="l">
              <a:defRPr sz="1500" b="0">
                <a:solidFill>
                  <a:srgbClr val="202C61"/>
                </a:solidFill>
                <a:latin typeface="Arial"/>
                <a:ea typeface="Arial"/>
                <a:cs typeface="Arial"/>
              </a:defRPr>
            </a:lvl4pPr>
            <a:lvl5pPr algn="l">
              <a:defRPr sz="1500" b="0">
                <a:solidFill>
                  <a:srgbClr val="202C61"/>
                </a:solidFill>
                <a:latin typeface="Arial"/>
                <a:ea typeface="Arial"/>
                <a:cs typeface="Arial"/>
              </a:defRPr>
            </a:lvl5pPr>
            <a:lvl6pPr algn="l">
              <a:defRPr sz="1500" b="0">
                <a:solidFill>
                  <a:srgbClr val="202C61"/>
                </a:solidFill>
                <a:latin typeface="Arial"/>
                <a:ea typeface="Arial"/>
                <a:cs typeface="Arial"/>
              </a:defRPr>
            </a:lvl6pPr>
            <a:lvl7pPr algn="l">
              <a:defRPr sz="1500" b="0">
                <a:solidFill>
                  <a:srgbClr val="202C61"/>
                </a:solidFill>
                <a:latin typeface="Arial"/>
                <a:ea typeface="Arial"/>
                <a:cs typeface="Arial"/>
              </a:defRPr>
            </a:lvl7pPr>
            <a:lvl8pPr algn="l">
              <a:defRPr sz="1500" b="0">
                <a:solidFill>
                  <a:srgbClr val="202C61"/>
                </a:solidFill>
                <a:latin typeface="Arial"/>
                <a:ea typeface="Arial"/>
                <a:cs typeface="Arial"/>
              </a:defRPr>
            </a:lvl8pPr>
            <a:lvl9pPr algn="l">
              <a:defRPr sz="1500" b="0">
                <a:solidFill>
                  <a:srgbClr val="202C61"/>
                </a:solidFill>
                <a:latin typeface="Arial"/>
                <a:ea typeface="Arial"/>
                <a:cs typeface="Arial"/>
              </a:defRPr>
            </a:lvl9pPr>
          </a:lstStyle>
          <a:p xmlns:a="http://schemas.openxmlformats.org/drawingml/2006/main">
            <a:pPr algn="l">
              <a:defRPr sz="1500" b="0">
                <a:solidFill>
                  <a:srgbClr val="202C61"/>
                </a:solidFill>
                <a:latin typeface="Arial"/>
                <a:ea typeface="Arial"/>
                <a:cs typeface="Arial"/>
              </a:defRPr>
            </a:pPr>
            <a:r>
              <a:rPr sz="1500" b="0">
                <a:solidFill>
                  <a:srgbClr val="202C61"/>
                </a:solidFill>
                <a:latin typeface="Arial"/>
                <a:ea typeface="Arial"/>
                <a:cs typeface="Arial"/>
              </a:rPr>
              <a:t>Interview themes: fragmented records, delayed visibility, repeated correction</a:t>
            </a:r>
          </a:p>
        </p:txBody>
      </p:sp>
    </p:spTree>
    <p:extLst>
      <p:ext uri="{BB962C8B-B14F-4D97-AF65-F5344CB8AC3E}">
        <p14:creationId xmlns:p14="http://schemas.microsoft.com/office/powerpoint/2010/main" val="13288372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AA5F7760-F169-4CAE-8C05-A2B2B998A021}"/>
              </a:ext>
            </a:extLst>
          </p:cNvPr>
          <p:cNvPicPr>
            <a:picLocks xmlns:a="http://schemas.openxmlformats.org/drawingml/2006/main" noChangeAspect="1"/>
          </p:cNvPicPr>
          <p:nvPr/>
        </p:nvPicPr>
        <p:blipFill>
          <a:blip xmlns:r="http://schemas.openxmlformats.org/officeDocument/2006/relationships" xmlns:a="http://schemas.openxmlformats.org/drawingml/2006/main" r:embed="Rfcda8778e5844b66"/>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6">
            <a:extLst xmlns:a="http://schemas.openxmlformats.org/drawingml/2006/main">
              <a:ext uri="{FF2B5EF4-FFF2-40B4-BE49-F238E27FC236}">
                <a16:creationId xmlns:a16="http://schemas.microsoft.com/office/drawing/2014/main" id="{1A8E7D98-0E63-47EF-BC69-452DBB0FAAA2}"/>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Developed IT solution</a:t>
            </a:r>
          </a:p>
        </p:txBody>
      </p:sp>
      <p:pic>
        <p:nvPicPr>
          <p:cNvPr id="3" name="">
            <a:extLst xmlns:a="http://schemas.openxmlformats.org/drawingml/2006/main">
              <a:ext uri="{FF2B5EF4-FFF2-40B4-BE49-F238E27FC236}">
                <a16:creationId xmlns:a16="http://schemas.microsoft.com/office/drawing/2014/main" id="{0BD5680D-54B8-46FB-A705-092398BF9662}"/>
              </a:ext>
            </a:extLst>
          </p:cNvPr>
          <p:cNvPicPr>
            <a:picLocks xmlns:a="http://schemas.openxmlformats.org/drawingml/2006/main" noChangeAspect="1"/>
          </p:cNvPicPr>
          <p:nvPr/>
        </p:nvPicPr>
        <p:blipFill>
          <a:blip xmlns:r="http://schemas.openxmlformats.org/officeDocument/2006/relationships" xmlns:a="http://schemas.openxmlformats.org/drawingml/2006/main" r:embed="Rc98dbd36bc0c40fe"/>
          <a:stretch xmlns:a="http://schemas.openxmlformats.org/drawingml/2006/main"/>
        </p:blipFill>
        <p:spPr>
          <a:xfrm xmlns:a="http://schemas.openxmlformats.org/drawingml/2006/main">
            <a:off x="3524250" y="4676998"/>
            <a:ext cx="2095500" cy="332930"/>
          </a:xfrm>
          <a:prstGeom xmlns:a="http://schemas.openxmlformats.org/drawingml/2006/main" prst="rect">
            <a:avLst/>
          </a:prstGeom>
        </p:spPr>
      </p:pic>
      <p:sp>
        <p:nvSpPr>
          <p:cNvPr id="4" name="current-content-17">
            <a:extLst xmlns:a="http://schemas.openxmlformats.org/drawingml/2006/main">
              <a:ext uri="{FF2B5EF4-FFF2-40B4-BE49-F238E27FC236}">
                <a16:creationId xmlns:a16="http://schemas.microsoft.com/office/drawing/2014/main" id="{D0EC56A7-1C1D-457D-8463-25A3FC67E17A}"/>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09 / 17</a:t>
            </a:r>
          </a:p>
        </p:txBody>
      </p:sp>
      <p:pic>
        <p:nvPicPr>
          <p:cNvPr id="5" name="">
            <a:extLst xmlns:a="http://schemas.openxmlformats.org/drawingml/2006/main">
              <a:ext uri="{FF2B5EF4-FFF2-40B4-BE49-F238E27FC236}">
                <a16:creationId xmlns:a16="http://schemas.microsoft.com/office/drawing/2014/main" id="{1CDF31C9-61FB-4F74-91E0-1DCE9A8752AC}"/>
              </a:ext>
            </a:extLst>
          </p:cNvPr>
          <p:cNvPicPr>
            <a:picLocks xmlns:a="http://schemas.openxmlformats.org/drawingml/2006/main" noChangeAspect="1"/>
          </p:cNvPicPr>
          <p:nvPr/>
        </p:nvPicPr>
        <p:blipFill>
          <a:blip xmlns:r="http://schemas.openxmlformats.org/officeDocument/2006/relationships" xmlns:a="http://schemas.openxmlformats.org/drawingml/2006/main" r:embed="Rc68631e5e12e448b"/>
          <a:stretch xmlns:a="http://schemas.openxmlformats.org/drawingml/2006/main"/>
        </p:blipFill>
        <p:spPr>
          <a:xfrm xmlns:a="http://schemas.openxmlformats.org/drawingml/2006/main">
            <a:off x="571500" y="1543050"/>
            <a:ext cx="1809750" cy="1809750"/>
          </a:xfrm>
          <a:prstGeom xmlns:a="http://schemas.openxmlformats.org/drawingml/2006/main" prst="rect">
            <a:avLst/>
          </a:prstGeom>
        </p:spPr>
      </p:pic>
      <p:sp>
        <p:nvSpPr>
          <p:cNvPr id="6" name="current-content-89">
            <a:extLst xmlns:a="http://schemas.openxmlformats.org/drawingml/2006/main">
              <a:ext uri="{FF2B5EF4-FFF2-40B4-BE49-F238E27FC236}">
                <a16:creationId xmlns:a16="http://schemas.microsoft.com/office/drawing/2014/main" id="{E2DC12A6-8929-4374-9BC8-C2B94B465D7A}"/>
              </a:ext>
            </a:extLst>
          </p:cNvPr>
          <p:cNvSpPr>
            <a:spLocks xmlns:a="http://schemas.openxmlformats.org/drawingml/2006/main" noGrp="1"/>
          </p:cNvSpPr>
          <p:nvPr/>
        </p:nvSpPr>
        <p:spPr>
          <a:xfrm xmlns:a="http://schemas.openxmlformats.org/drawingml/2006/main">
            <a:off x="2886075" y="1266825"/>
            <a:ext cx="571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C61"/>
                </a:solidFill>
                <a:latin typeface="Raleway"/>
                <a:ea typeface="Raleway"/>
                <a:cs typeface="Raleway"/>
              </a:defRPr>
            </a:defPPr>
            <a:lvl1pPr algn="l">
              <a:defRPr sz="2025" b="1">
                <a:solidFill>
                  <a:srgbClr val="202C61"/>
                </a:solidFill>
                <a:latin typeface="Raleway"/>
                <a:ea typeface="Raleway"/>
                <a:cs typeface="Raleway"/>
              </a:defRPr>
            </a:lvl1pPr>
            <a:lvl2pPr algn="l">
              <a:defRPr sz="2025" b="1">
                <a:solidFill>
                  <a:srgbClr val="202C61"/>
                </a:solidFill>
                <a:latin typeface="Raleway"/>
                <a:ea typeface="Raleway"/>
                <a:cs typeface="Raleway"/>
              </a:defRPr>
            </a:lvl2pPr>
            <a:lvl3pPr algn="l">
              <a:defRPr sz="2025" b="1">
                <a:solidFill>
                  <a:srgbClr val="202C61"/>
                </a:solidFill>
                <a:latin typeface="Raleway"/>
                <a:ea typeface="Raleway"/>
                <a:cs typeface="Raleway"/>
              </a:defRPr>
            </a:lvl3pPr>
            <a:lvl4pPr algn="l">
              <a:defRPr sz="2025" b="1">
                <a:solidFill>
                  <a:srgbClr val="202C61"/>
                </a:solidFill>
                <a:latin typeface="Raleway"/>
                <a:ea typeface="Raleway"/>
                <a:cs typeface="Raleway"/>
              </a:defRPr>
            </a:lvl4pPr>
            <a:lvl5pPr algn="l">
              <a:defRPr sz="2025" b="1">
                <a:solidFill>
                  <a:srgbClr val="202C61"/>
                </a:solidFill>
                <a:latin typeface="Raleway"/>
                <a:ea typeface="Raleway"/>
                <a:cs typeface="Raleway"/>
              </a:defRPr>
            </a:lvl5pPr>
            <a:lvl6pPr algn="l">
              <a:defRPr sz="2025" b="1">
                <a:solidFill>
                  <a:srgbClr val="202C61"/>
                </a:solidFill>
                <a:latin typeface="Raleway"/>
                <a:ea typeface="Raleway"/>
                <a:cs typeface="Raleway"/>
              </a:defRPr>
            </a:lvl6pPr>
            <a:lvl7pPr algn="l">
              <a:defRPr sz="2025" b="1">
                <a:solidFill>
                  <a:srgbClr val="202C61"/>
                </a:solidFill>
                <a:latin typeface="Raleway"/>
                <a:ea typeface="Raleway"/>
                <a:cs typeface="Raleway"/>
              </a:defRPr>
            </a:lvl7pPr>
            <a:lvl8pPr algn="l">
              <a:defRPr sz="2025" b="1">
                <a:solidFill>
                  <a:srgbClr val="202C61"/>
                </a:solidFill>
                <a:latin typeface="Raleway"/>
                <a:ea typeface="Raleway"/>
                <a:cs typeface="Raleway"/>
              </a:defRPr>
            </a:lvl8pPr>
            <a:lvl9pPr algn="l">
              <a:defRPr sz="2025" b="1">
                <a:solidFill>
                  <a:srgbClr val="202C61"/>
                </a:solidFill>
                <a:latin typeface="Raleway"/>
                <a:ea typeface="Raleway"/>
                <a:cs typeface="Raleway"/>
              </a:defRPr>
            </a:lvl9pPr>
          </a:lstStyle>
          <a:p xmlns:a="http://schemas.openxmlformats.org/drawingml/2006/main">
            <a:pPr algn="l">
              <a:defRPr sz="2025" b="1">
                <a:solidFill>
                  <a:srgbClr val="202C61"/>
                </a:solidFill>
                <a:latin typeface="Raleway"/>
                <a:ea typeface="Raleway"/>
                <a:cs typeface="Raleway"/>
              </a:defRPr>
            </a:pPr>
            <a:r>
              <a:rPr sz="2025" b="1">
                <a:solidFill>
                  <a:srgbClr val="202C61"/>
                </a:solidFill>
                <a:latin typeface="Raleway"/>
                <a:ea typeface="Raleway"/>
                <a:cs typeface="Raleway"/>
              </a:rPr>
              <a:t>Point-of-sale and inventory management</a:t>
            </a:r>
          </a:p>
        </p:txBody>
      </p:sp>
      <p:sp>
        <p:nvSpPr>
          <p:cNvPr id="7" name="current-content-90">
            <a:extLst xmlns:a="http://schemas.openxmlformats.org/drawingml/2006/main">
              <a:ext uri="{FF2B5EF4-FFF2-40B4-BE49-F238E27FC236}">
                <a16:creationId xmlns:a16="http://schemas.microsoft.com/office/drawing/2014/main" id="{4906040B-40A0-470E-8361-9053D71F1150}"/>
              </a:ext>
            </a:extLst>
          </p:cNvPr>
          <p:cNvSpPr>
            <a:spLocks xmlns:a="http://schemas.openxmlformats.org/drawingml/2006/main" noGrp="1"/>
          </p:cNvSpPr>
          <p:nvPr/>
        </p:nvSpPr>
        <p:spPr>
          <a:xfrm xmlns:a="http://schemas.openxmlformats.org/drawingml/2006/main">
            <a:off x="2886075" y="195262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defRPr sz="1650" b="1">
                <a:solidFill>
                  <a:srgbClr val="0070C0"/>
                </a:solidFill>
                <a:latin typeface="Arial"/>
                <a:ea typeface="Arial"/>
                <a:cs typeface="Arial"/>
              </a:defRPr>
            </a:lvl1pPr>
            <a:lvl2pPr algn="l">
              <a:defRPr sz="1650" b="1">
                <a:solidFill>
                  <a:srgbClr val="0070C0"/>
                </a:solidFill>
                <a:latin typeface="Arial"/>
                <a:ea typeface="Arial"/>
                <a:cs typeface="Arial"/>
              </a:defRPr>
            </a:lvl2pPr>
            <a:lvl3pPr algn="l">
              <a:defRPr sz="1650" b="1">
                <a:solidFill>
                  <a:srgbClr val="0070C0"/>
                </a:solidFill>
                <a:latin typeface="Arial"/>
                <a:ea typeface="Arial"/>
                <a:cs typeface="Arial"/>
              </a:defRPr>
            </a:lvl3pPr>
            <a:lvl4pPr algn="l">
              <a:defRPr sz="1650" b="1">
                <a:solidFill>
                  <a:srgbClr val="0070C0"/>
                </a:solidFill>
                <a:latin typeface="Arial"/>
                <a:ea typeface="Arial"/>
                <a:cs typeface="Arial"/>
              </a:defRPr>
            </a:lvl4pPr>
            <a:lvl5pPr algn="l">
              <a:defRPr sz="1650" b="1">
                <a:solidFill>
                  <a:srgbClr val="0070C0"/>
                </a:solidFill>
                <a:latin typeface="Arial"/>
                <a:ea typeface="Arial"/>
                <a:cs typeface="Arial"/>
              </a:defRPr>
            </a:lvl5pPr>
            <a:lvl6pPr algn="l">
              <a:defRPr sz="1650" b="1">
                <a:solidFill>
                  <a:srgbClr val="0070C0"/>
                </a:solidFill>
                <a:latin typeface="Arial"/>
                <a:ea typeface="Arial"/>
                <a:cs typeface="Arial"/>
              </a:defRPr>
            </a:lvl6pPr>
            <a:lvl7pPr algn="l">
              <a:defRPr sz="1650" b="1">
                <a:solidFill>
                  <a:srgbClr val="0070C0"/>
                </a:solidFill>
                <a:latin typeface="Arial"/>
                <a:ea typeface="Arial"/>
                <a:cs typeface="Arial"/>
              </a:defRPr>
            </a:lvl7pPr>
            <a:lvl8pPr algn="l">
              <a:defRPr sz="1650" b="1">
                <a:solidFill>
                  <a:srgbClr val="0070C0"/>
                </a:solidFill>
                <a:latin typeface="Arial"/>
                <a:ea typeface="Arial"/>
                <a:cs typeface="Arial"/>
              </a:defRPr>
            </a:lvl8pPr>
            <a:lvl9pPr algn="l">
              <a:defRPr sz="1650" b="1">
                <a:solidFill>
                  <a:srgbClr val="0070C0"/>
                </a:solidFill>
                <a:latin typeface="Arial"/>
                <a:ea typeface="Arial"/>
                <a:cs typeface="Arial"/>
              </a:defRPr>
            </a:lvl9pPr>
          </a:lstStyle>
          <a:p xmlns:a="http://schemas.openxmlformats.org/drawingml/2006/main">
            <a:pPr algn="l">
              <a:defRPr sz="1650" b="1">
                <a:solidFill>
                  <a:srgbClr val="0070C0"/>
                </a:solidFill>
                <a:latin typeface="Arial"/>
                <a:ea typeface="Arial"/>
                <a:cs typeface="Arial"/>
              </a:defRPr>
            </a:pPr>
            <a:r>
              <a:rPr sz="1650" b="1">
                <a:solidFill>
                  <a:srgbClr val="0070C0"/>
                </a:solidFill>
                <a:latin typeface="Arial"/>
                <a:ea typeface="Arial"/>
                <a:cs typeface="Arial"/>
              </a:rPr>
              <a:t>Sales</a:t>
            </a:r>
          </a:p>
        </p:txBody>
      </p:sp>
      <p:sp>
        <p:nvSpPr>
          <p:cNvPr id="8" name="current-content-91">
            <a:extLst xmlns:a="http://schemas.openxmlformats.org/drawingml/2006/main">
              <a:ext uri="{FF2B5EF4-FFF2-40B4-BE49-F238E27FC236}">
                <a16:creationId xmlns:a16="http://schemas.microsoft.com/office/drawing/2014/main" id="{21F56B09-1917-4F90-A500-8CC2BFBA4F97}"/>
              </a:ext>
            </a:extLst>
          </p:cNvPr>
          <p:cNvSpPr>
            <a:spLocks xmlns:a="http://schemas.openxmlformats.org/drawingml/2006/main" noGrp="1"/>
          </p:cNvSpPr>
          <p:nvPr/>
        </p:nvSpPr>
        <p:spPr>
          <a:xfrm xmlns:a="http://schemas.openxmlformats.org/drawingml/2006/main">
            <a:off x="4286250" y="195262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Checkout, receipts and transaction history</a:t>
            </a:r>
          </a:p>
        </p:txBody>
      </p:sp>
      <p:sp>
        <p:nvSpPr>
          <p:cNvPr id="9" name="current-content-92">
            <a:extLst xmlns:a="http://schemas.openxmlformats.org/drawingml/2006/main">
              <a:ext uri="{FF2B5EF4-FFF2-40B4-BE49-F238E27FC236}">
                <a16:creationId xmlns:a16="http://schemas.microsoft.com/office/drawing/2014/main" id="{49464852-5858-4452-9694-ECE5E9C80001}"/>
              </a:ext>
            </a:extLst>
          </p:cNvPr>
          <p:cNvSpPr>
            <a:spLocks xmlns:a="http://schemas.openxmlformats.org/drawingml/2006/main" noGrp="1"/>
          </p:cNvSpPr>
          <p:nvPr/>
        </p:nvSpPr>
        <p:spPr>
          <a:xfrm xmlns:a="http://schemas.openxmlformats.org/drawingml/2006/main">
            <a:off x="2886075" y="2438400"/>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defRPr sz="1650" b="1">
                <a:solidFill>
                  <a:srgbClr val="0070C0"/>
                </a:solidFill>
                <a:latin typeface="Arial"/>
                <a:ea typeface="Arial"/>
                <a:cs typeface="Arial"/>
              </a:defRPr>
            </a:lvl1pPr>
            <a:lvl2pPr algn="l">
              <a:defRPr sz="1650" b="1">
                <a:solidFill>
                  <a:srgbClr val="0070C0"/>
                </a:solidFill>
                <a:latin typeface="Arial"/>
                <a:ea typeface="Arial"/>
                <a:cs typeface="Arial"/>
              </a:defRPr>
            </a:lvl2pPr>
            <a:lvl3pPr algn="l">
              <a:defRPr sz="1650" b="1">
                <a:solidFill>
                  <a:srgbClr val="0070C0"/>
                </a:solidFill>
                <a:latin typeface="Arial"/>
                <a:ea typeface="Arial"/>
                <a:cs typeface="Arial"/>
              </a:defRPr>
            </a:lvl3pPr>
            <a:lvl4pPr algn="l">
              <a:defRPr sz="1650" b="1">
                <a:solidFill>
                  <a:srgbClr val="0070C0"/>
                </a:solidFill>
                <a:latin typeface="Arial"/>
                <a:ea typeface="Arial"/>
                <a:cs typeface="Arial"/>
              </a:defRPr>
            </a:lvl4pPr>
            <a:lvl5pPr algn="l">
              <a:defRPr sz="1650" b="1">
                <a:solidFill>
                  <a:srgbClr val="0070C0"/>
                </a:solidFill>
                <a:latin typeface="Arial"/>
                <a:ea typeface="Arial"/>
                <a:cs typeface="Arial"/>
              </a:defRPr>
            </a:lvl5pPr>
            <a:lvl6pPr algn="l">
              <a:defRPr sz="1650" b="1">
                <a:solidFill>
                  <a:srgbClr val="0070C0"/>
                </a:solidFill>
                <a:latin typeface="Arial"/>
                <a:ea typeface="Arial"/>
                <a:cs typeface="Arial"/>
              </a:defRPr>
            </a:lvl6pPr>
            <a:lvl7pPr algn="l">
              <a:defRPr sz="1650" b="1">
                <a:solidFill>
                  <a:srgbClr val="0070C0"/>
                </a:solidFill>
                <a:latin typeface="Arial"/>
                <a:ea typeface="Arial"/>
                <a:cs typeface="Arial"/>
              </a:defRPr>
            </a:lvl7pPr>
            <a:lvl8pPr algn="l">
              <a:defRPr sz="1650" b="1">
                <a:solidFill>
                  <a:srgbClr val="0070C0"/>
                </a:solidFill>
                <a:latin typeface="Arial"/>
                <a:ea typeface="Arial"/>
                <a:cs typeface="Arial"/>
              </a:defRPr>
            </a:lvl8pPr>
            <a:lvl9pPr algn="l">
              <a:defRPr sz="1650" b="1">
                <a:solidFill>
                  <a:srgbClr val="0070C0"/>
                </a:solidFill>
                <a:latin typeface="Arial"/>
                <a:ea typeface="Arial"/>
                <a:cs typeface="Arial"/>
              </a:defRPr>
            </a:lvl9pPr>
          </a:lstStyle>
          <a:p xmlns:a="http://schemas.openxmlformats.org/drawingml/2006/main">
            <a:pPr algn="l">
              <a:defRPr sz="1650" b="1">
                <a:solidFill>
                  <a:srgbClr val="0070C0"/>
                </a:solidFill>
                <a:latin typeface="Arial"/>
                <a:ea typeface="Arial"/>
                <a:cs typeface="Arial"/>
              </a:defRPr>
            </a:pPr>
            <a:r>
              <a:rPr sz="1650" b="1">
                <a:solidFill>
                  <a:srgbClr val="0070C0"/>
                </a:solidFill>
                <a:latin typeface="Arial"/>
                <a:ea typeface="Arial"/>
                <a:cs typeface="Arial"/>
              </a:rPr>
              <a:t>Inventory</a:t>
            </a:r>
          </a:p>
        </p:txBody>
      </p:sp>
      <p:sp>
        <p:nvSpPr>
          <p:cNvPr id="10" name="current-content-93">
            <a:extLst xmlns:a="http://schemas.openxmlformats.org/drawingml/2006/main">
              <a:ext uri="{FF2B5EF4-FFF2-40B4-BE49-F238E27FC236}">
                <a16:creationId xmlns:a16="http://schemas.microsoft.com/office/drawing/2014/main" id="{8C22D400-3662-4604-9B0F-BEED900D463D}"/>
              </a:ext>
            </a:extLst>
          </p:cNvPr>
          <p:cNvSpPr>
            <a:spLocks xmlns:a="http://schemas.openxmlformats.org/drawingml/2006/main" noGrp="1"/>
          </p:cNvSpPr>
          <p:nvPr/>
        </p:nvSpPr>
        <p:spPr>
          <a:xfrm xmlns:a="http://schemas.openxmlformats.org/drawingml/2006/main">
            <a:off x="4286250" y="2438400"/>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Base stock, options, adjustments and import</a:t>
            </a:r>
          </a:p>
        </p:txBody>
      </p:sp>
      <p:sp>
        <p:nvSpPr>
          <p:cNvPr id="11" name="current-content-94">
            <a:extLst xmlns:a="http://schemas.openxmlformats.org/drawingml/2006/main">
              <a:ext uri="{FF2B5EF4-FFF2-40B4-BE49-F238E27FC236}">
                <a16:creationId xmlns:a16="http://schemas.microsoft.com/office/drawing/2014/main" id="{674BB20F-E8BB-4970-A259-EECD0A29006C}"/>
              </a:ext>
            </a:extLst>
          </p:cNvPr>
          <p:cNvSpPr>
            <a:spLocks xmlns:a="http://schemas.openxmlformats.org/drawingml/2006/main" noGrp="1"/>
          </p:cNvSpPr>
          <p:nvPr/>
        </p:nvSpPr>
        <p:spPr>
          <a:xfrm xmlns:a="http://schemas.openxmlformats.org/drawingml/2006/main">
            <a:off x="2886075" y="292417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defRPr sz="1650" b="1">
                <a:solidFill>
                  <a:srgbClr val="0070C0"/>
                </a:solidFill>
                <a:latin typeface="Arial"/>
                <a:ea typeface="Arial"/>
                <a:cs typeface="Arial"/>
              </a:defRPr>
            </a:lvl1pPr>
            <a:lvl2pPr algn="l">
              <a:defRPr sz="1650" b="1">
                <a:solidFill>
                  <a:srgbClr val="0070C0"/>
                </a:solidFill>
                <a:latin typeface="Arial"/>
                <a:ea typeface="Arial"/>
                <a:cs typeface="Arial"/>
              </a:defRPr>
            </a:lvl2pPr>
            <a:lvl3pPr algn="l">
              <a:defRPr sz="1650" b="1">
                <a:solidFill>
                  <a:srgbClr val="0070C0"/>
                </a:solidFill>
                <a:latin typeface="Arial"/>
                <a:ea typeface="Arial"/>
                <a:cs typeface="Arial"/>
              </a:defRPr>
            </a:lvl3pPr>
            <a:lvl4pPr algn="l">
              <a:defRPr sz="1650" b="1">
                <a:solidFill>
                  <a:srgbClr val="0070C0"/>
                </a:solidFill>
                <a:latin typeface="Arial"/>
                <a:ea typeface="Arial"/>
                <a:cs typeface="Arial"/>
              </a:defRPr>
            </a:lvl4pPr>
            <a:lvl5pPr algn="l">
              <a:defRPr sz="1650" b="1">
                <a:solidFill>
                  <a:srgbClr val="0070C0"/>
                </a:solidFill>
                <a:latin typeface="Arial"/>
                <a:ea typeface="Arial"/>
                <a:cs typeface="Arial"/>
              </a:defRPr>
            </a:lvl5pPr>
            <a:lvl6pPr algn="l">
              <a:defRPr sz="1650" b="1">
                <a:solidFill>
                  <a:srgbClr val="0070C0"/>
                </a:solidFill>
                <a:latin typeface="Arial"/>
                <a:ea typeface="Arial"/>
                <a:cs typeface="Arial"/>
              </a:defRPr>
            </a:lvl6pPr>
            <a:lvl7pPr algn="l">
              <a:defRPr sz="1650" b="1">
                <a:solidFill>
                  <a:srgbClr val="0070C0"/>
                </a:solidFill>
                <a:latin typeface="Arial"/>
                <a:ea typeface="Arial"/>
                <a:cs typeface="Arial"/>
              </a:defRPr>
            </a:lvl7pPr>
            <a:lvl8pPr algn="l">
              <a:defRPr sz="1650" b="1">
                <a:solidFill>
                  <a:srgbClr val="0070C0"/>
                </a:solidFill>
                <a:latin typeface="Arial"/>
                <a:ea typeface="Arial"/>
                <a:cs typeface="Arial"/>
              </a:defRPr>
            </a:lvl8pPr>
            <a:lvl9pPr algn="l">
              <a:defRPr sz="1650" b="1">
                <a:solidFill>
                  <a:srgbClr val="0070C0"/>
                </a:solidFill>
                <a:latin typeface="Arial"/>
                <a:ea typeface="Arial"/>
                <a:cs typeface="Arial"/>
              </a:defRPr>
            </a:lvl9pPr>
          </a:lstStyle>
          <a:p xmlns:a="http://schemas.openxmlformats.org/drawingml/2006/main">
            <a:pPr algn="l">
              <a:defRPr sz="1650" b="1">
                <a:solidFill>
                  <a:srgbClr val="0070C0"/>
                </a:solidFill>
                <a:latin typeface="Arial"/>
                <a:ea typeface="Arial"/>
                <a:cs typeface="Arial"/>
              </a:defRPr>
            </a:pPr>
            <a:r>
              <a:rPr sz="1650" b="1">
                <a:solidFill>
                  <a:srgbClr val="0070C0"/>
                </a:solidFill>
                <a:latin typeface="Arial"/>
                <a:ea typeface="Arial"/>
                <a:cs typeface="Arial"/>
              </a:rPr>
              <a:t>Purchasing</a:t>
            </a:r>
          </a:p>
        </p:txBody>
      </p:sp>
      <p:sp>
        <p:nvSpPr>
          <p:cNvPr id="12" name="current-content-95">
            <a:extLst xmlns:a="http://schemas.openxmlformats.org/drawingml/2006/main">
              <a:ext uri="{FF2B5EF4-FFF2-40B4-BE49-F238E27FC236}">
                <a16:creationId xmlns:a16="http://schemas.microsoft.com/office/drawing/2014/main" id="{378EB435-A0F6-4B31-9A71-03D0ED512738}"/>
              </a:ext>
            </a:extLst>
          </p:cNvPr>
          <p:cNvSpPr>
            <a:spLocks xmlns:a="http://schemas.openxmlformats.org/drawingml/2006/main" noGrp="1"/>
          </p:cNvSpPr>
          <p:nvPr/>
        </p:nvSpPr>
        <p:spPr>
          <a:xfrm xmlns:a="http://schemas.openxmlformats.org/drawingml/2006/main">
            <a:off x="4286250" y="292417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Suppliers, receiving and consignment balances</a:t>
            </a:r>
          </a:p>
        </p:txBody>
      </p:sp>
      <p:sp>
        <p:nvSpPr>
          <p:cNvPr id="13" name="current-content-96">
            <a:extLst xmlns:a="http://schemas.openxmlformats.org/drawingml/2006/main">
              <a:ext uri="{FF2B5EF4-FFF2-40B4-BE49-F238E27FC236}">
                <a16:creationId xmlns:a16="http://schemas.microsoft.com/office/drawing/2014/main" id="{A20ABF36-0CA3-4974-93EA-0F68736DE58E}"/>
              </a:ext>
            </a:extLst>
          </p:cNvPr>
          <p:cNvSpPr>
            <a:spLocks xmlns:a="http://schemas.openxmlformats.org/drawingml/2006/main" noGrp="1"/>
          </p:cNvSpPr>
          <p:nvPr/>
        </p:nvSpPr>
        <p:spPr>
          <a:xfrm xmlns:a="http://schemas.openxmlformats.org/drawingml/2006/main">
            <a:off x="2886075" y="3409950"/>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defRPr sz="1650" b="1">
                <a:solidFill>
                  <a:srgbClr val="0070C0"/>
                </a:solidFill>
                <a:latin typeface="Arial"/>
                <a:ea typeface="Arial"/>
                <a:cs typeface="Arial"/>
              </a:defRPr>
            </a:lvl1pPr>
            <a:lvl2pPr algn="l">
              <a:defRPr sz="1650" b="1">
                <a:solidFill>
                  <a:srgbClr val="0070C0"/>
                </a:solidFill>
                <a:latin typeface="Arial"/>
                <a:ea typeface="Arial"/>
                <a:cs typeface="Arial"/>
              </a:defRPr>
            </a:lvl2pPr>
            <a:lvl3pPr algn="l">
              <a:defRPr sz="1650" b="1">
                <a:solidFill>
                  <a:srgbClr val="0070C0"/>
                </a:solidFill>
                <a:latin typeface="Arial"/>
                <a:ea typeface="Arial"/>
                <a:cs typeface="Arial"/>
              </a:defRPr>
            </a:lvl3pPr>
            <a:lvl4pPr algn="l">
              <a:defRPr sz="1650" b="1">
                <a:solidFill>
                  <a:srgbClr val="0070C0"/>
                </a:solidFill>
                <a:latin typeface="Arial"/>
                <a:ea typeface="Arial"/>
                <a:cs typeface="Arial"/>
              </a:defRPr>
            </a:lvl4pPr>
            <a:lvl5pPr algn="l">
              <a:defRPr sz="1650" b="1">
                <a:solidFill>
                  <a:srgbClr val="0070C0"/>
                </a:solidFill>
                <a:latin typeface="Arial"/>
                <a:ea typeface="Arial"/>
                <a:cs typeface="Arial"/>
              </a:defRPr>
            </a:lvl5pPr>
            <a:lvl6pPr algn="l">
              <a:defRPr sz="1650" b="1">
                <a:solidFill>
                  <a:srgbClr val="0070C0"/>
                </a:solidFill>
                <a:latin typeface="Arial"/>
                <a:ea typeface="Arial"/>
                <a:cs typeface="Arial"/>
              </a:defRPr>
            </a:lvl6pPr>
            <a:lvl7pPr algn="l">
              <a:defRPr sz="1650" b="1">
                <a:solidFill>
                  <a:srgbClr val="0070C0"/>
                </a:solidFill>
                <a:latin typeface="Arial"/>
                <a:ea typeface="Arial"/>
                <a:cs typeface="Arial"/>
              </a:defRPr>
            </a:lvl7pPr>
            <a:lvl8pPr algn="l">
              <a:defRPr sz="1650" b="1">
                <a:solidFill>
                  <a:srgbClr val="0070C0"/>
                </a:solidFill>
                <a:latin typeface="Arial"/>
                <a:ea typeface="Arial"/>
                <a:cs typeface="Arial"/>
              </a:defRPr>
            </a:lvl8pPr>
            <a:lvl9pPr algn="l">
              <a:defRPr sz="1650" b="1">
                <a:solidFill>
                  <a:srgbClr val="0070C0"/>
                </a:solidFill>
                <a:latin typeface="Arial"/>
                <a:ea typeface="Arial"/>
                <a:cs typeface="Arial"/>
              </a:defRPr>
            </a:lvl9pPr>
          </a:lstStyle>
          <a:p xmlns:a="http://schemas.openxmlformats.org/drawingml/2006/main">
            <a:pPr algn="l">
              <a:defRPr sz="1650" b="1">
                <a:solidFill>
                  <a:srgbClr val="0070C0"/>
                </a:solidFill>
                <a:latin typeface="Arial"/>
                <a:ea typeface="Arial"/>
                <a:cs typeface="Arial"/>
              </a:defRPr>
            </a:pPr>
            <a:r>
              <a:rPr sz="1650" b="1">
                <a:solidFill>
                  <a:srgbClr val="0070C0"/>
                </a:solidFill>
                <a:latin typeface="Arial"/>
                <a:ea typeface="Arial"/>
                <a:cs typeface="Arial"/>
              </a:rPr>
              <a:t>Monitoring</a:t>
            </a:r>
          </a:p>
        </p:txBody>
      </p:sp>
      <p:sp>
        <p:nvSpPr>
          <p:cNvPr id="14" name="current-content-97">
            <a:extLst xmlns:a="http://schemas.openxmlformats.org/drawingml/2006/main">
              <a:ext uri="{FF2B5EF4-FFF2-40B4-BE49-F238E27FC236}">
                <a16:creationId xmlns:a16="http://schemas.microsoft.com/office/drawing/2014/main" id="{7378F5CC-5900-421A-9662-B21F1328FB57}"/>
              </a:ext>
            </a:extLst>
          </p:cNvPr>
          <p:cNvSpPr>
            <a:spLocks xmlns:a="http://schemas.openxmlformats.org/drawingml/2006/main" noGrp="1"/>
          </p:cNvSpPr>
          <p:nvPr/>
        </p:nvSpPr>
        <p:spPr>
          <a:xfrm xmlns:a="http://schemas.openxmlformats.org/drawingml/2006/main">
            <a:off x="4286250" y="3409950"/>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Alerts, descriptive analytics and reports</a:t>
            </a:r>
          </a:p>
        </p:txBody>
      </p:sp>
      <p:sp>
        <p:nvSpPr>
          <p:cNvPr id="15" name="current-content-98">
            <a:extLst xmlns:a="http://schemas.openxmlformats.org/drawingml/2006/main">
              <a:ext uri="{FF2B5EF4-FFF2-40B4-BE49-F238E27FC236}">
                <a16:creationId xmlns:a16="http://schemas.microsoft.com/office/drawing/2014/main" id="{37E00F21-811A-47E1-860B-5690F5A967D4}"/>
              </a:ext>
            </a:extLst>
          </p:cNvPr>
          <p:cNvSpPr>
            <a:spLocks xmlns:a="http://schemas.openxmlformats.org/drawingml/2006/main" noGrp="1"/>
          </p:cNvSpPr>
          <p:nvPr/>
        </p:nvSpPr>
        <p:spPr>
          <a:xfrm xmlns:a="http://schemas.openxmlformats.org/drawingml/2006/main">
            <a:off x="2886075" y="389572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defRPr sz="1650" b="1">
                <a:solidFill>
                  <a:srgbClr val="0070C0"/>
                </a:solidFill>
                <a:latin typeface="Arial"/>
                <a:ea typeface="Arial"/>
                <a:cs typeface="Arial"/>
              </a:defRPr>
            </a:lvl1pPr>
            <a:lvl2pPr algn="l">
              <a:defRPr sz="1650" b="1">
                <a:solidFill>
                  <a:srgbClr val="0070C0"/>
                </a:solidFill>
                <a:latin typeface="Arial"/>
                <a:ea typeface="Arial"/>
                <a:cs typeface="Arial"/>
              </a:defRPr>
            </a:lvl2pPr>
            <a:lvl3pPr algn="l">
              <a:defRPr sz="1650" b="1">
                <a:solidFill>
                  <a:srgbClr val="0070C0"/>
                </a:solidFill>
                <a:latin typeface="Arial"/>
                <a:ea typeface="Arial"/>
                <a:cs typeface="Arial"/>
              </a:defRPr>
            </a:lvl3pPr>
            <a:lvl4pPr algn="l">
              <a:defRPr sz="1650" b="1">
                <a:solidFill>
                  <a:srgbClr val="0070C0"/>
                </a:solidFill>
                <a:latin typeface="Arial"/>
                <a:ea typeface="Arial"/>
                <a:cs typeface="Arial"/>
              </a:defRPr>
            </a:lvl4pPr>
            <a:lvl5pPr algn="l">
              <a:defRPr sz="1650" b="1">
                <a:solidFill>
                  <a:srgbClr val="0070C0"/>
                </a:solidFill>
                <a:latin typeface="Arial"/>
                <a:ea typeface="Arial"/>
                <a:cs typeface="Arial"/>
              </a:defRPr>
            </a:lvl5pPr>
            <a:lvl6pPr algn="l">
              <a:defRPr sz="1650" b="1">
                <a:solidFill>
                  <a:srgbClr val="0070C0"/>
                </a:solidFill>
                <a:latin typeface="Arial"/>
                <a:ea typeface="Arial"/>
                <a:cs typeface="Arial"/>
              </a:defRPr>
            </a:lvl6pPr>
            <a:lvl7pPr algn="l">
              <a:defRPr sz="1650" b="1">
                <a:solidFill>
                  <a:srgbClr val="0070C0"/>
                </a:solidFill>
                <a:latin typeface="Arial"/>
                <a:ea typeface="Arial"/>
                <a:cs typeface="Arial"/>
              </a:defRPr>
            </a:lvl7pPr>
            <a:lvl8pPr algn="l">
              <a:defRPr sz="1650" b="1">
                <a:solidFill>
                  <a:srgbClr val="0070C0"/>
                </a:solidFill>
                <a:latin typeface="Arial"/>
                <a:ea typeface="Arial"/>
                <a:cs typeface="Arial"/>
              </a:defRPr>
            </a:lvl8pPr>
            <a:lvl9pPr algn="l">
              <a:defRPr sz="1650" b="1">
                <a:solidFill>
                  <a:srgbClr val="0070C0"/>
                </a:solidFill>
                <a:latin typeface="Arial"/>
                <a:ea typeface="Arial"/>
                <a:cs typeface="Arial"/>
              </a:defRPr>
            </a:lvl9pPr>
          </a:lstStyle>
          <a:p xmlns:a="http://schemas.openxmlformats.org/drawingml/2006/main">
            <a:pPr algn="l">
              <a:defRPr sz="1650" b="1">
                <a:solidFill>
                  <a:srgbClr val="0070C0"/>
                </a:solidFill>
                <a:latin typeface="Arial"/>
                <a:ea typeface="Arial"/>
                <a:cs typeface="Arial"/>
              </a:defRPr>
            </a:pPr>
            <a:r>
              <a:rPr sz="1650" b="1">
                <a:solidFill>
                  <a:srgbClr val="0070C0"/>
                </a:solidFill>
                <a:latin typeface="Arial"/>
                <a:ea typeface="Arial"/>
                <a:cs typeface="Arial"/>
              </a:rPr>
              <a:t>Access</a:t>
            </a:r>
          </a:p>
        </p:txBody>
      </p:sp>
      <p:sp>
        <p:nvSpPr>
          <p:cNvPr id="16" name="current-content-99">
            <a:extLst xmlns:a="http://schemas.openxmlformats.org/drawingml/2006/main">
              <a:ext uri="{FF2B5EF4-FFF2-40B4-BE49-F238E27FC236}">
                <a16:creationId xmlns:a16="http://schemas.microsoft.com/office/drawing/2014/main" id="{2AFDBA87-49D1-4F0D-A7D3-28B6B86AE6AA}"/>
              </a:ext>
            </a:extLst>
          </p:cNvPr>
          <p:cNvSpPr>
            <a:spLocks xmlns:a="http://schemas.openxmlformats.org/drawingml/2006/main" noGrp="1"/>
          </p:cNvSpPr>
          <p:nvPr/>
        </p:nvSpPr>
        <p:spPr>
          <a:xfrm xmlns:a="http://schemas.openxmlformats.org/drawingml/2006/main">
            <a:off x="4286250" y="389572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Assigned-store accounts and TOTP MFA</a:t>
            </a:r>
          </a:p>
        </p:txBody>
      </p:sp>
    </p:spTree>
    <p:extLst>
      <p:ext uri="{BB962C8B-B14F-4D97-AF65-F5344CB8AC3E}">
        <p14:creationId xmlns:p14="http://schemas.microsoft.com/office/powerpoint/2010/main" val="25796280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78B20C8F-49BF-48E1-87BB-3F2680A6EC5E}"/>
              </a:ext>
            </a:extLst>
          </p:cNvPr>
          <p:cNvPicPr>
            <a:picLocks xmlns:a="http://schemas.openxmlformats.org/drawingml/2006/main" noChangeAspect="1"/>
          </p:cNvPicPr>
          <p:nvPr/>
        </p:nvPicPr>
        <p:blipFill>
          <a:blip xmlns:r="http://schemas.openxmlformats.org/officeDocument/2006/relationships" xmlns:a="http://schemas.openxmlformats.org/drawingml/2006/main" r:embed="R1200d7636a2848c7"/>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8">
            <a:extLst xmlns:a="http://schemas.openxmlformats.org/drawingml/2006/main">
              <a:ext uri="{FF2B5EF4-FFF2-40B4-BE49-F238E27FC236}">
                <a16:creationId xmlns:a16="http://schemas.microsoft.com/office/drawing/2014/main" id="{9A34F555-7192-4585-9F2B-45727D887437}"/>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Conceptual framework</a:t>
            </a:r>
          </a:p>
        </p:txBody>
      </p:sp>
      <p:pic>
        <p:nvPicPr>
          <p:cNvPr id="3" name="">
            <a:extLst xmlns:a="http://schemas.openxmlformats.org/drawingml/2006/main">
              <a:ext uri="{FF2B5EF4-FFF2-40B4-BE49-F238E27FC236}">
                <a16:creationId xmlns:a16="http://schemas.microsoft.com/office/drawing/2014/main" id="{31DC772B-FC5D-43A9-A161-BB5DC8A45475}"/>
              </a:ext>
            </a:extLst>
          </p:cNvPr>
          <p:cNvPicPr>
            <a:picLocks xmlns:a="http://schemas.openxmlformats.org/drawingml/2006/main" noChangeAspect="1"/>
          </p:cNvPicPr>
          <p:nvPr/>
        </p:nvPicPr>
        <p:blipFill>
          <a:blip xmlns:r="http://schemas.openxmlformats.org/officeDocument/2006/relationships" xmlns:a="http://schemas.openxmlformats.org/drawingml/2006/main" r:embed="Rba5e82fd4dd94eb8"/>
          <a:stretch xmlns:a="http://schemas.openxmlformats.org/drawingml/2006/main"/>
        </p:blipFill>
        <p:spPr>
          <a:xfrm xmlns:a="http://schemas.openxmlformats.org/drawingml/2006/main">
            <a:off x="3524250" y="4676998"/>
            <a:ext cx="2095500" cy="332930"/>
          </a:xfrm>
          <a:prstGeom xmlns:a="http://schemas.openxmlformats.org/drawingml/2006/main" prst="rect">
            <a:avLst/>
          </a:prstGeom>
        </p:spPr>
      </p:pic>
      <p:sp>
        <p:nvSpPr>
          <p:cNvPr id="4" name="current-content-19">
            <a:extLst xmlns:a="http://schemas.openxmlformats.org/drawingml/2006/main">
              <a:ext uri="{FF2B5EF4-FFF2-40B4-BE49-F238E27FC236}">
                <a16:creationId xmlns:a16="http://schemas.microsoft.com/office/drawing/2014/main" id="{846CC121-B80C-4ADE-B352-BC4B414331F3}"/>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10 / 17</a:t>
            </a:r>
          </a:p>
        </p:txBody>
      </p:sp>
      <p:sp>
        <p:nvSpPr>
          <p:cNvPr id="5" name="">
            <a:extLst xmlns:a="http://schemas.openxmlformats.org/drawingml/2006/main">
              <a:ext uri="{FF2B5EF4-FFF2-40B4-BE49-F238E27FC236}">
                <a16:creationId xmlns:a16="http://schemas.microsoft.com/office/drawing/2014/main" id="{6D8355E6-E497-479F-8ABD-CF220CB97005}"/>
              </a:ext>
            </a:extLst>
          </p:cNvPr>
          <p:cNvSpPr>
            <a:spLocks xmlns:a="http://schemas.openxmlformats.org/drawingml/2006/main" noGrp="1"/>
          </p:cNvSpPr>
          <p:nvPr/>
        </p:nvSpPr>
        <p:spPr>
          <a:xfrm xmlns:a="http://schemas.openxmlformats.org/drawingml/2006/main">
            <a:off x="533400" y="1476375"/>
            <a:ext cx="2714625"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650">
                <a:solidFill>
                  <a:srgbClr val="171717"/>
                </a:solidFill>
                <a:latin typeface="Arial"/>
                <a:ea typeface="Arial"/>
                <a:cs typeface="Arial"/>
              </a:defRPr>
            </a:defPPr>
            <a:lvl1pPr algn="ctr">
              <a:defRPr sz="1650">
                <a:solidFill>
                  <a:srgbClr val="171717"/>
                </a:solidFill>
                <a:latin typeface="Arial"/>
                <a:ea typeface="Arial"/>
                <a:cs typeface="Arial"/>
              </a:defRPr>
            </a:lvl1pPr>
            <a:lvl2pPr algn="ctr">
              <a:defRPr sz="1650">
                <a:solidFill>
                  <a:srgbClr val="171717"/>
                </a:solidFill>
                <a:latin typeface="Arial"/>
                <a:ea typeface="Arial"/>
                <a:cs typeface="Arial"/>
              </a:defRPr>
            </a:lvl2pPr>
            <a:lvl3pPr algn="ctr">
              <a:defRPr sz="1650">
                <a:solidFill>
                  <a:srgbClr val="171717"/>
                </a:solidFill>
                <a:latin typeface="Arial"/>
                <a:ea typeface="Arial"/>
                <a:cs typeface="Arial"/>
              </a:defRPr>
            </a:lvl3pPr>
            <a:lvl4pPr algn="ctr">
              <a:defRPr sz="1650">
                <a:solidFill>
                  <a:srgbClr val="171717"/>
                </a:solidFill>
                <a:latin typeface="Arial"/>
                <a:ea typeface="Arial"/>
                <a:cs typeface="Arial"/>
              </a:defRPr>
            </a:lvl4pPr>
            <a:lvl5pPr algn="ctr">
              <a:defRPr sz="1650">
                <a:solidFill>
                  <a:srgbClr val="171717"/>
                </a:solidFill>
                <a:latin typeface="Arial"/>
                <a:ea typeface="Arial"/>
                <a:cs typeface="Arial"/>
              </a:defRPr>
            </a:lvl5pPr>
            <a:lvl6pPr algn="ctr">
              <a:defRPr sz="1650">
                <a:solidFill>
                  <a:srgbClr val="171717"/>
                </a:solidFill>
                <a:latin typeface="Arial"/>
                <a:ea typeface="Arial"/>
                <a:cs typeface="Arial"/>
              </a:defRPr>
            </a:lvl6pPr>
            <a:lvl7pPr algn="ctr">
              <a:defRPr sz="1650">
                <a:solidFill>
                  <a:srgbClr val="171717"/>
                </a:solidFill>
                <a:latin typeface="Arial"/>
                <a:ea typeface="Arial"/>
                <a:cs typeface="Arial"/>
              </a:defRPr>
            </a:lvl7pPr>
            <a:lvl8pPr algn="ctr">
              <a:defRPr sz="1650">
                <a:solidFill>
                  <a:srgbClr val="171717"/>
                </a:solidFill>
                <a:latin typeface="Arial"/>
                <a:ea typeface="Arial"/>
                <a:cs typeface="Arial"/>
              </a:defRPr>
            </a:lvl8pPr>
            <a:lvl9pPr algn="ctr">
              <a:defRPr sz="1650">
                <a:solidFill>
                  <a:srgbClr val="171717"/>
                </a:solidFill>
                <a:latin typeface="Arial"/>
                <a:ea typeface="Arial"/>
                <a:cs typeface="Arial"/>
              </a:defRPr>
            </a:lvl9pPr>
          </a:lstStyle>
          <a:p xmlns:a="http://schemas.openxmlformats.org/drawingml/2006/main">
            <a:pPr algn="ctr">
              <a:defRPr sz="1650">
                <a:solidFill>
                  <a:srgbClr val="171717"/>
                </a:solidFill>
                <a:latin typeface="Arial"/>
                <a:ea typeface="Arial"/>
                <a:cs typeface="Arial"/>
              </a:defRPr>
            </a:pPr>
            <a:r>
              <a:rPr sz="1650">
                <a:solidFill>
                  <a:srgbClr val="171717"/>
                </a:solidFill>
                <a:latin typeface="Arial"/>
                <a:ea typeface="Arial"/>
                <a:cs typeface="Arial"/>
              </a:rPr>
              <a:t>Authorized users</a:t>
            </a:r>
          </a:p>
          <a:p xmlns:a="http://schemas.openxmlformats.org/drawingml/2006/main">
            <a:pPr algn="ctr">
              <a:defRPr sz="1650">
                <a:solidFill>
                  <a:srgbClr val="171717"/>
                </a:solidFill>
                <a:latin typeface="Arial"/>
                <a:ea typeface="Arial"/>
                <a:cs typeface="Arial"/>
              </a:defRPr>
            </a:pPr>
            <a:r>
              <a:rPr sz="1650">
                <a:solidFill>
                  <a:srgbClr val="171717"/>
                </a:solidFill>
                <a:latin typeface="Arial"/>
                <a:ea typeface="Arial"/>
                <a:cs typeface="Arial"/>
              </a:rPr>
              <a:t>Admin / Cashier / Inventory</a:t>
            </a:r>
          </a:p>
        </p:txBody>
      </p:sp>
      <p:sp>
        <p:nvSpPr>
          <p:cNvPr id="6" name="">
            <a:extLst xmlns:a="http://schemas.openxmlformats.org/drawingml/2006/main">
              <a:ext uri="{FF2B5EF4-FFF2-40B4-BE49-F238E27FC236}">
                <a16:creationId xmlns:a16="http://schemas.microsoft.com/office/drawing/2014/main" id="{F1A7E68E-F85D-4948-8463-B63E67193A7E}"/>
              </a:ext>
            </a:extLst>
          </p:cNvPr>
          <p:cNvSpPr>
            <a:spLocks xmlns:a="http://schemas.openxmlformats.org/drawingml/2006/main" noGrp="1"/>
          </p:cNvSpPr>
          <p:nvPr/>
        </p:nvSpPr>
        <p:spPr>
          <a:xfrm xmlns:a="http://schemas.openxmlformats.org/drawingml/2006/main">
            <a:off x="3810000" y="1476375"/>
            <a:ext cx="2333625"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725">
                <a:solidFill>
                  <a:srgbClr val="171717"/>
                </a:solidFill>
                <a:latin typeface="Arial"/>
                <a:ea typeface="Arial"/>
                <a:cs typeface="Arial"/>
              </a:defRPr>
            </a:defPPr>
            <a:lvl1pPr algn="ctr">
              <a:defRPr sz="1725">
                <a:solidFill>
                  <a:srgbClr val="171717"/>
                </a:solidFill>
                <a:latin typeface="Arial"/>
                <a:ea typeface="Arial"/>
                <a:cs typeface="Arial"/>
              </a:defRPr>
            </a:lvl1pPr>
            <a:lvl2pPr algn="ctr">
              <a:defRPr sz="1725">
                <a:solidFill>
                  <a:srgbClr val="171717"/>
                </a:solidFill>
                <a:latin typeface="Arial"/>
                <a:ea typeface="Arial"/>
                <a:cs typeface="Arial"/>
              </a:defRPr>
            </a:lvl2pPr>
            <a:lvl3pPr algn="ctr">
              <a:defRPr sz="1725">
                <a:solidFill>
                  <a:srgbClr val="171717"/>
                </a:solidFill>
                <a:latin typeface="Arial"/>
                <a:ea typeface="Arial"/>
                <a:cs typeface="Arial"/>
              </a:defRPr>
            </a:lvl3pPr>
            <a:lvl4pPr algn="ctr">
              <a:defRPr sz="1725">
                <a:solidFill>
                  <a:srgbClr val="171717"/>
                </a:solidFill>
                <a:latin typeface="Arial"/>
                <a:ea typeface="Arial"/>
                <a:cs typeface="Arial"/>
              </a:defRPr>
            </a:lvl4pPr>
            <a:lvl5pPr algn="ctr">
              <a:defRPr sz="1725">
                <a:solidFill>
                  <a:srgbClr val="171717"/>
                </a:solidFill>
                <a:latin typeface="Arial"/>
                <a:ea typeface="Arial"/>
                <a:cs typeface="Arial"/>
              </a:defRPr>
            </a:lvl5pPr>
            <a:lvl6pPr algn="ctr">
              <a:defRPr sz="1725">
                <a:solidFill>
                  <a:srgbClr val="171717"/>
                </a:solidFill>
                <a:latin typeface="Arial"/>
                <a:ea typeface="Arial"/>
                <a:cs typeface="Arial"/>
              </a:defRPr>
            </a:lvl6pPr>
            <a:lvl7pPr algn="ctr">
              <a:defRPr sz="1725">
                <a:solidFill>
                  <a:srgbClr val="171717"/>
                </a:solidFill>
                <a:latin typeface="Arial"/>
                <a:ea typeface="Arial"/>
                <a:cs typeface="Arial"/>
              </a:defRPr>
            </a:lvl7pPr>
            <a:lvl8pPr algn="ctr">
              <a:defRPr sz="1725">
                <a:solidFill>
                  <a:srgbClr val="171717"/>
                </a:solidFill>
                <a:latin typeface="Arial"/>
                <a:ea typeface="Arial"/>
                <a:cs typeface="Arial"/>
              </a:defRPr>
            </a:lvl8pPr>
            <a:lvl9pPr algn="ctr">
              <a:defRPr sz="1725">
                <a:solidFill>
                  <a:srgbClr val="171717"/>
                </a:solidFill>
                <a:latin typeface="Arial"/>
                <a:ea typeface="Arial"/>
                <a:cs typeface="Arial"/>
              </a:defRPr>
            </a:lvl9pPr>
          </a:lstStyle>
          <a:p xmlns:a="http://schemas.openxmlformats.org/drawingml/2006/main">
            <a:pPr algn="ctr">
              <a:defRPr sz="1725">
                <a:solidFill>
                  <a:srgbClr val="171717"/>
                </a:solidFill>
                <a:latin typeface="Arial"/>
                <a:ea typeface="Arial"/>
                <a:cs typeface="Arial"/>
              </a:defRPr>
            </a:pPr>
            <a:r>
              <a:rPr sz="1725">
                <a:solidFill>
                  <a:srgbClr val="171717"/>
                </a:solidFill>
                <a:latin typeface="Arial"/>
                <a:ea typeface="Arial"/>
                <a:cs typeface="Arial"/>
              </a:rPr>
              <a:t>Kodigo</a:t>
            </a:r>
          </a:p>
          <a:p xmlns:a="http://schemas.openxmlformats.org/drawingml/2006/main">
            <a:pPr algn="ctr">
              <a:defRPr sz="1725">
                <a:solidFill>
                  <a:srgbClr val="171717"/>
                </a:solidFill>
                <a:latin typeface="Arial"/>
                <a:ea typeface="Arial"/>
                <a:cs typeface="Arial"/>
              </a:defRPr>
            </a:pPr>
            <a:r>
              <a:rPr sz="1725">
                <a:solidFill>
                  <a:srgbClr val="171717"/>
                </a:solidFill>
                <a:latin typeface="Arial"/>
                <a:ea typeface="Arial"/>
                <a:cs typeface="Arial"/>
              </a:rPr>
              <a:t>Role and store scope</a:t>
            </a:r>
          </a:p>
        </p:txBody>
      </p:sp>
      <p:sp>
        <p:nvSpPr>
          <p:cNvPr id="7" name="">
            <a:extLst xmlns:a="http://schemas.openxmlformats.org/drawingml/2006/main">
              <a:ext uri="{FF2B5EF4-FFF2-40B4-BE49-F238E27FC236}">
                <a16:creationId xmlns:a16="http://schemas.microsoft.com/office/drawing/2014/main" id="{B65870A8-C577-4384-A210-F3E47CC6951F}"/>
              </a:ext>
            </a:extLst>
          </p:cNvPr>
          <p:cNvSpPr>
            <a:spLocks xmlns:a="http://schemas.openxmlformats.org/drawingml/2006/main" noGrp="1"/>
          </p:cNvSpPr>
          <p:nvPr/>
        </p:nvSpPr>
        <p:spPr>
          <a:xfrm xmlns:a="http://schemas.openxmlformats.org/drawingml/2006/main">
            <a:off x="6705600" y="1476375"/>
            <a:ext cx="190500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Stored records</a:t>
            </a:r>
          </a:p>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Sales and stock history</a:t>
            </a:r>
          </a:p>
        </p:txBody>
      </p:sp>
      <p:sp>
        <p:nvSpPr>
          <p:cNvPr id="10" name="">
            <a:extLst xmlns:a="http://schemas.openxmlformats.org/drawingml/2006/main">
              <a:ext uri="{FF2B5EF4-FFF2-40B4-BE49-F238E27FC236}">
                <a16:creationId xmlns:a16="http://schemas.microsoft.com/office/drawing/2014/main" id="{603C653A-FCEC-4E94-B131-1F84E0C3286E}"/>
              </a:ext>
            </a:extLst>
          </p:cNvPr>
          <p:cNvSpPr>
            <a:spLocks xmlns:a="http://schemas.openxmlformats.org/drawingml/2006/main" noGrp="1"/>
          </p:cNvSpPr>
          <p:nvPr/>
        </p:nvSpPr>
        <p:spPr>
          <a:xfrm xmlns:a="http://schemas.openxmlformats.org/drawingml/2006/main">
            <a:off x="533400" y="3114675"/>
            <a:ext cx="2714625" cy="8096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650">
                <a:solidFill>
                  <a:srgbClr val="171717"/>
                </a:solidFill>
                <a:latin typeface="Arial"/>
                <a:ea typeface="Arial"/>
                <a:cs typeface="Arial"/>
              </a:defRPr>
            </a:defPPr>
            <a:lvl1pPr algn="ctr">
              <a:defRPr sz="1650">
                <a:solidFill>
                  <a:srgbClr val="171717"/>
                </a:solidFill>
                <a:latin typeface="Arial"/>
                <a:ea typeface="Arial"/>
                <a:cs typeface="Arial"/>
              </a:defRPr>
            </a:lvl1pPr>
            <a:lvl2pPr algn="ctr">
              <a:defRPr sz="1650">
                <a:solidFill>
                  <a:srgbClr val="171717"/>
                </a:solidFill>
                <a:latin typeface="Arial"/>
                <a:ea typeface="Arial"/>
                <a:cs typeface="Arial"/>
              </a:defRPr>
            </a:lvl2pPr>
            <a:lvl3pPr algn="ctr">
              <a:defRPr sz="1650">
                <a:solidFill>
                  <a:srgbClr val="171717"/>
                </a:solidFill>
                <a:latin typeface="Arial"/>
                <a:ea typeface="Arial"/>
                <a:cs typeface="Arial"/>
              </a:defRPr>
            </a:lvl3pPr>
            <a:lvl4pPr algn="ctr">
              <a:defRPr sz="1650">
                <a:solidFill>
                  <a:srgbClr val="171717"/>
                </a:solidFill>
                <a:latin typeface="Arial"/>
                <a:ea typeface="Arial"/>
                <a:cs typeface="Arial"/>
              </a:defRPr>
            </a:lvl4pPr>
            <a:lvl5pPr algn="ctr">
              <a:defRPr sz="1650">
                <a:solidFill>
                  <a:srgbClr val="171717"/>
                </a:solidFill>
                <a:latin typeface="Arial"/>
                <a:ea typeface="Arial"/>
                <a:cs typeface="Arial"/>
              </a:defRPr>
            </a:lvl5pPr>
            <a:lvl6pPr algn="ctr">
              <a:defRPr sz="1650">
                <a:solidFill>
                  <a:srgbClr val="171717"/>
                </a:solidFill>
                <a:latin typeface="Arial"/>
                <a:ea typeface="Arial"/>
                <a:cs typeface="Arial"/>
              </a:defRPr>
            </a:lvl6pPr>
            <a:lvl7pPr algn="ctr">
              <a:defRPr sz="1650">
                <a:solidFill>
                  <a:srgbClr val="171717"/>
                </a:solidFill>
                <a:latin typeface="Arial"/>
                <a:ea typeface="Arial"/>
                <a:cs typeface="Arial"/>
              </a:defRPr>
            </a:lvl7pPr>
            <a:lvl8pPr algn="ctr">
              <a:defRPr sz="1650">
                <a:solidFill>
                  <a:srgbClr val="171717"/>
                </a:solidFill>
                <a:latin typeface="Arial"/>
                <a:ea typeface="Arial"/>
                <a:cs typeface="Arial"/>
              </a:defRPr>
            </a:lvl8pPr>
            <a:lvl9pPr algn="ctr">
              <a:defRPr sz="1650">
                <a:solidFill>
                  <a:srgbClr val="171717"/>
                </a:solidFill>
                <a:latin typeface="Arial"/>
                <a:ea typeface="Arial"/>
                <a:cs typeface="Arial"/>
              </a:defRPr>
            </a:lvl9pPr>
          </a:lstStyle>
          <a:p xmlns:a="http://schemas.openxmlformats.org/drawingml/2006/main">
            <a:pPr algn="ctr">
              <a:defRPr sz="1650">
                <a:solidFill>
                  <a:srgbClr val="171717"/>
                </a:solidFill>
                <a:latin typeface="Arial"/>
                <a:ea typeface="Arial"/>
                <a:cs typeface="Arial"/>
              </a:defRPr>
            </a:pPr>
            <a:r>
              <a:rPr sz="1650">
                <a:solidFill>
                  <a:srgbClr val="171717"/>
                </a:solidFill>
                <a:latin typeface="Arial"/>
                <a:ea typeface="Arial"/>
                <a:cs typeface="Arial"/>
              </a:rPr>
              <a:t>Products, units,</a:t>
            </a:r>
          </a:p>
          <a:p xmlns:a="http://schemas.openxmlformats.org/drawingml/2006/main">
            <a:pPr algn="ctr">
              <a:defRPr sz="1650">
                <a:solidFill>
                  <a:srgbClr val="171717"/>
                </a:solidFill>
                <a:latin typeface="Arial"/>
                <a:ea typeface="Arial"/>
                <a:cs typeface="Arial"/>
              </a:defRPr>
            </a:pPr>
            <a:r>
              <a:rPr sz="1650">
                <a:solidFill>
                  <a:srgbClr val="171717"/>
                </a:solidFill>
                <a:latin typeface="Arial"/>
                <a:ea typeface="Arial"/>
                <a:cs typeface="Arial"/>
              </a:rPr>
              <a:t>stock and supplier data</a:t>
            </a:r>
          </a:p>
        </p:txBody>
      </p:sp>
      <p:sp>
        <p:nvSpPr>
          <p:cNvPr id="11" name="">
            <a:extLst xmlns:a="http://schemas.openxmlformats.org/drawingml/2006/main">
              <a:ext uri="{FF2B5EF4-FFF2-40B4-BE49-F238E27FC236}">
                <a16:creationId xmlns:a16="http://schemas.microsoft.com/office/drawing/2014/main" id="{153B9293-CE97-4AA2-A0E3-DCA48AA461A3}"/>
              </a:ext>
            </a:extLst>
          </p:cNvPr>
          <p:cNvSpPr>
            <a:spLocks xmlns:a="http://schemas.openxmlformats.org/drawingml/2006/main" noGrp="1"/>
          </p:cNvSpPr>
          <p:nvPr/>
        </p:nvSpPr>
        <p:spPr>
          <a:xfrm xmlns:a="http://schemas.openxmlformats.org/drawingml/2006/main">
            <a:off x="3810000" y="3114675"/>
            <a:ext cx="2333625" cy="8096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Validated transactions</a:t>
            </a:r>
          </a:p>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and stock operations</a:t>
            </a:r>
          </a:p>
        </p:txBody>
      </p:sp>
      <p:sp>
        <p:nvSpPr>
          <p:cNvPr id="12" name="">
            <a:extLst xmlns:a="http://schemas.openxmlformats.org/drawingml/2006/main">
              <a:ext uri="{FF2B5EF4-FFF2-40B4-BE49-F238E27FC236}">
                <a16:creationId xmlns:a16="http://schemas.microsoft.com/office/drawing/2014/main" id="{DC46E7D8-539D-4E1E-90FC-F8F2AEF58C9C}"/>
              </a:ext>
            </a:extLst>
          </p:cNvPr>
          <p:cNvSpPr>
            <a:spLocks xmlns:a="http://schemas.openxmlformats.org/drawingml/2006/main" noGrp="1"/>
          </p:cNvSpPr>
          <p:nvPr/>
        </p:nvSpPr>
        <p:spPr>
          <a:xfrm xmlns:a="http://schemas.openxmlformats.org/drawingml/2006/main">
            <a:off x="6705600" y="3114675"/>
            <a:ext cx="1905000" cy="8096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Reports and</a:t>
            </a:r>
          </a:p>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operational views</a:t>
            </a:r>
          </a:p>
        </p:txBody>
      </p:sp>
      <p:sp>
        <p:nvSpPr>
          <p:cNvPr id="16" name="current-content-100">
            <a:extLst xmlns:a="http://schemas.openxmlformats.org/drawingml/2006/main">
              <a:ext uri="{FF2B5EF4-FFF2-40B4-BE49-F238E27FC236}">
                <a16:creationId xmlns:a16="http://schemas.microsoft.com/office/drawing/2014/main" id="{75D4442E-7186-41B6-A2CA-1B345A3E9321}"/>
              </a:ext>
            </a:extLst>
          </p:cNvPr>
          <p:cNvSpPr>
            <a:spLocks xmlns:a="http://schemas.openxmlformats.org/drawingml/2006/main" noGrp="1"/>
          </p:cNvSpPr>
          <p:nvPr/>
        </p:nvSpPr>
        <p:spPr>
          <a:xfrm xmlns:a="http://schemas.openxmlformats.org/drawingml/2006/main">
            <a:off x="533400" y="4352925"/>
            <a:ext cx="805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Super Admin governs owner invite codes separately. Supplier records are internal.</a:t>
            </a:r>
          </a:p>
        </p:txBody>
      </p:sp>
      <p:cxnSp>
        <p:nvCxnSpPr>
          <p:cNvPr id="8" name="">
            <a:extLst xmlns:a="http://schemas.openxmlformats.org/drawingml/2006/main">
              <a:ext uri="{FF2B5EF4-FFF2-40B4-BE49-F238E27FC236}">
                <a16:creationId xmlns:a16="http://schemas.microsoft.com/office/drawing/2014/main" id="{2F677FF0-6616-4673-9492-74FBEF62C4E7}"/>
              </a:ext>
            </a:extLst>
          </p:cNvPr>
          <p:cNvCxnSpPr>
            <a:stCxn xmlns:a="http://schemas.openxmlformats.org/drawingml/2006/main" id="5" idx="3"/>
            <a:endCxn xmlns:a="http://schemas.openxmlformats.org/drawingml/2006/main" id="6" idx="1"/>
          </p:cNvCxnSpPr>
          <p:nvPr/>
        </p:nvCxnSpPr>
        <p:spPr>
          <a:xfrm xmlns:a="http://schemas.openxmlformats.org/drawingml/2006/main">
            <a:off x="3248025" y="1905000"/>
            <a:ext cx="56197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9" name="">
            <a:extLst xmlns:a="http://schemas.openxmlformats.org/drawingml/2006/main">
              <a:ext uri="{FF2B5EF4-FFF2-40B4-BE49-F238E27FC236}">
                <a16:creationId xmlns:a16="http://schemas.microsoft.com/office/drawing/2014/main" id="{09961034-2BE6-42B9-9874-E57E523BA6A8}"/>
              </a:ext>
            </a:extLst>
          </p:cNvPr>
          <p:cNvCxnSpPr>
            <a:stCxn xmlns:a="http://schemas.openxmlformats.org/drawingml/2006/main" id="6" idx="3"/>
            <a:endCxn xmlns:a="http://schemas.openxmlformats.org/drawingml/2006/main" id="7" idx="1"/>
          </p:cNvCxnSpPr>
          <p:nvPr/>
        </p:nvCxnSpPr>
        <p:spPr>
          <a:xfrm xmlns:a="http://schemas.openxmlformats.org/drawingml/2006/main">
            <a:off x="6143625" y="1905000"/>
            <a:ext cx="56197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3" name="">
            <a:extLst xmlns:a="http://schemas.openxmlformats.org/drawingml/2006/main">
              <a:ext uri="{FF2B5EF4-FFF2-40B4-BE49-F238E27FC236}">
                <a16:creationId xmlns:a16="http://schemas.microsoft.com/office/drawing/2014/main" id="{87159D3D-5AD4-437B-961F-21C271FC4D9D}"/>
              </a:ext>
            </a:extLst>
          </p:cNvPr>
          <p:cNvCxnSpPr>
            <a:stCxn xmlns:a="http://schemas.openxmlformats.org/drawingml/2006/main" id="10" idx="3"/>
            <a:endCxn xmlns:a="http://schemas.openxmlformats.org/drawingml/2006/main" id="11" idx="1"/>
          </p:cNvCxnSpPr>
          <p:nvPr/>
        </p:nvCxnSpPr>
        <p:spPr>
          <a:xfrm xmlns:a="http://schemas.openxmlformats.org/drawingml/2006/main">
            <a:off x="3248025" y="3519488"/>
            <a:ext cx="56197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4" name="">
            <a:extLst xmlns:a="http://schemas.openxmlformats.org/drawingml/2006/main">
              <a:ext uri="{FF2B5EF4-FFF2-40B4-BE49-F238E27FC236}">
                <a16:creationId xmlns:a16="http://schemas.microsoft.com/office/drawing/2014/main" id="{F08C3F09-E0E1-46B0-BC12-AF2A8B9378D8}"/>
              </a:ext>
            </a:extLst>
          </p:cNvPr>
          <p:cNvCxnSpPr>
            <a:stCxn xmlns:a="http://schemas.openxmlformats.org/drawingml/2006/main" id="11" idx="3"/>
            <a:endCxn xmlns:a="http://schemas.openxmlformats.org/drawingml/2006/main" id="12" idx="1"/>
          </p:cNvCxnSpPr>
          <p:nvPr/>
        </p:nvCxnSpPr>
        <p:spPr>
          <a:xfrm xmlns:a="http://schemas.openxmlformats.org/drawingml/2006/main">
            <a:off x="6143625" y="3519488"/>
            <a:ext cx="56197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5" name="">
            <a:extLst xmlns:a="http://schemas.openxmlformats.org/drawingml/2006/main">
              <a:ext uri="{FF2B5EF4-FFF2-40B4-BE49-F238E27FC236}">
                <a16:creationId xmlns:a16="http://schemas.microsoft.com/office/drawing/2014/main" id="{706D58CA-76B1-434A-80A4-686B46918026}"/>
              </a:ext>
            </a:extLst>
          </p:cNvPr>
          <p:cNvCxnSpPr>
            <a:stCxn xmlns:a="http://schemas.openxmlformats.org/drawingml/2006/main" id="6" idx="2"/>
            <a:endCxn xmlns:a="http://schemas.openxmlformats.org/drawingml/2006/main" id="11" idx="0"/>
          </p:cNvCxnSpPr>
          <p:nvPr/>
        </p:nvCxnSpPr>
        <p:spPr>
          <a:xfrm xmlns:a="http://schemas.openxmlformats.org/drawingml/2006/main">
            <a:off x="4976813" y="2333625"/>
            <a:ext cx="0" cy="781050"/>
          </a:xfrm>
          <a:prstGeom xmlns:a="http://schemas.openxmlformats.org/drawingml/2006/main" prst="straightConnector1">
            <a:avLst/>
          </a:prstGeom>
          <a:ln xmlns:a="http://schemas.openxmlformats.org/drawingml/2006/main" w="19050">
            <a:solidFill>
              <a:srgbClr val="0070C0"/>
            </a:solidFill>
            <a:tailEnd type="triangle" w="med" len="med"/>
          </a:ln>
        </p:spPr>
      </p:cxnSp>
    </p:spTree>
    <p:extLst>
      <p:ext uri="{BB962C8B-B14F-4D97-AF65-F5344CB8AC3E}">
        <p14:creationId xmlns:p14="http://schemas.microsoft.com/office/powerpoint/2010/main" val="123899769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18CFB35E-C2E1-4A3D-862B-2075AE82E269}"/>
              </a:ext>
            </a:extLst>
          </p:cNvPr>
          <p:cNvPicPr>
            <a:picLocks xmlns:a="http://schemas.openxmlformats.org/drawingml/2006/main" noChangeAspect="1"/>
          </p:cNvPicPr>
          <p:nvPr/>
        </p:nvPicPr>
        <p:blipFill>
          <a:blip xmlns:r="http://schemas.openxmlformats.org/officeDocument/2006/relationships" xmlns:a="http://schemas.openxmlformats.org/drawingml/2006/main" r:embed="R9ca9b045e0764534"/>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0">
            <a:extLst xmlns:a="http://schemas.openxmlformats.org/drawingml/2006/main">
              <a:ext uri="{FF2B5EF4-FFF2-40B4-BE49-F238E27FC236}">
                <a16:creationId xmlns:a16="http://schemas.microsoft.com/office/drawing/2014/main" id="{2A0ECB00-C91F-4C5E-AEC7-9F280051DA05}"/>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Use cases and user access</a:t>
            </a:r>
          </a:p>
        </p:txBody>
      </p:sp>
      <p:pic>
        <p:nvPicPr>
          <p:cNvPr id="3" name="">
            <a:extLst xmlns:a="http://schemas.openxmlformats.org/drawingml/2006/main">
              <a:ext uri="{FF2B5EF4-FFF2-40B4-BE49-F238E27FC236}">
                <a16:creationId xmlns:a16="http://schemas.microsoft.com/office/drawing/2014/main" id="{5ED33004-2732-4DD7-BE6D-D7D69E36AF4F}"/>
              </a:ext>
            </a:extLst>
          </p:cNvPr>
          <p:cNvPicPr>
            <a:picLocks xmlns:a="http://schemas.openxmlformats.org/drawingml/2006/main" noChangeAspect="1"/>
          </p:cNvPicPr>
          <p:nvPr/>
        </p:nvPicPr>
        <p:blipFill>
          <a:blip xmlns:r="http://schemas.openxmlformats.org/officeDocument/2006/relationships" xmlns:a="http://schemas.openxmlformats.org/drawingml/2006/main" r:embed="R67fede2645754f91"/>
          <a:stretch xmlns:a="http://schemas.openxmlformats.org/drawingml/2006/main"/>
        </p:blipFill>
        <p:spPr>
          <a:xfrm xmlns:a="http://schemas.openxmlformats.org/drawingml/2006/main">
            <a:off x="3524250" y="4676998"/>
            <a:ext cx="2095500" cy="332930"/>
          </a:xfrm>
          <a:prstGeom xmlns:a="http://schemas.openxmlformats.org/drawingml/2006/main" prst="rect">
            <a:avLst/>
          </a:prstGeom>
        </p:spPr>
      </p:pic>
      <p:sp>
        <p:nvSpPr>
          <p:cNvPr id="4" name="current-content-21">
            <a:extLst xmlns:a="http://schemas.openxmlformats.org/drawingml/2006/main">
              <a:ext uri="{FF2B5EF4-FFF2-40B4-BE49-F238E27FC236}">
                <a16:creationId xmlns:a16="http://schemas.microsoft.com/office/drawing/2014/main" id="{BD73113C-152B-476F-84E3-F8EEEF341260}"/>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11 / 17</a:t>
            </a:r>
          </a:p>
        </p:txBody>
      </p:sp>
      <p:graphicFrame>
        <p:nvGraphicFramePr>
          <p:cNvPr id="5" name="">
            <a:extLst xmlns:a="http://schemas.openxmlformats.org/drawingml/2006/main">
              <a:ext uri="{FF2B5EF4-FFF2-40B4-BE49-F238E27FC236}">
                <a16:creationId xmlns:a16="http://schemas.microsoft.com/office/drawing/2014/main" id="{6ED0C642-E97F-45ED-B127-C3D2CF72707B}"/>
              </a:ext>
            </a:extLst>
          </p:cNvPr>
          <p:cNvGraphicFramePr/>
          <p:nvPr/>
        </p:nvGraphicFramePr>
        <p:xfrm>
          <a:off xmlns:a="http://schemas.openxmlformats.org/drawingml/2006/main" x="533400" y="1381125"/>
          <a:ext xmlns:a="http://schemas.openxmlformats.org/drawingml/2006/main" cx="8058150" cy="2381250"/>
        </p:xfrm>
        <a:graphic xmlns:a="http://schemas.openxmlformats.org/drawingml/2006/main">
          <a:graphicData uri="http://schemas.openxmlformats.org/drawingml/2006/table">
            <a:tbl>
              <a:tblPr/>
              <a:tblGrid>
                <a:gridCol w="1524000"/>
                <a:gridCol w="4438650"/>
                <a:gridCol w="2095500"/>
              </a:tblGrid>
              <a:tr h="476250">
                <a:tc>
                  <a:txBody>
                    <a:bodyPr lIns="95250" tIns="95250" rIns="95250" bIns="95250"/>
                    <a:lstStyle/>
                    <a:p>
                      <a:r>
                        <a:rPr sz="1500" b="1">
                          <a:solidFill>
                            <a:srgbClr val="171717"/>
                          </a:solidFill>
                          <a:latin typeface="Arial"/>
                          <a:ea typeface="Arial"/>
                          <a:cs typeface="Arial"/>
                        </a:rPr>
                        <a:t>Role</a:t>
                      </a:r>
                    </a:p>
                  </a:txBody>
                  <a:tcPr marL="91440" marR="91440" marT="45720" marB="45720" anchor="ctr">
                    <a:solidFill>
                      <a:srgbClr val="D9E2F3"/>
                    </a:solidFill>
                  </a:tcPr>
                </a:tc>
                <a:tc>
                  <a:txBody>
                    <a:bodyPr lIns="95250" tIns="95250" rIns="95250" bIns="95250"/>
                    <a:lstStyle/>
                    <a:p>
                      <a:r>
                        <a:rPr sz="1500" b="1">
                          <a:solidFill>
                            <a:srgbClr val="171717"/>
                          </a:solidFill>
                          <a:latin typeface="Arial"/>
                          <a:ea typeface="Arial"/>
                          <a:cs typeface="Arial"/>
                        </a:rPr>
                        <a:t>Main use cases</a:t>
                      </a:r>
                    </a:p>
                  </a:txBody>
                  <a:tcPr marL="91440" marR="91440" marT="45720" marB="45720" anchor="ctr">
                    <a:solidFill>
                      <a:srgbClr val="D9E2F3"/>
                    </a:solidFill>
                  </a:tcPr>
                </a:tc>
                <a:tc>
                  <a:txBody>
                    <a:bodyPr lIns="95250" tIns="95250" rIns="95250" bIns="95250"/>
                    <a:lstStyle/>
                    <a:p>
                      <a:r>
                        <a:rPr sz="1500" b="1">
                          <a:solidFill>
                            <a:srgbClr val="171717"/>
                          </a:solidFill>
                          <a:latin typeface="Arial"/>
                          <a:ea typeface="Arial"/>
                          <a:cs typeface="Arial"/>
                        </a:rPr>
                        <a:t>Store scope</a:t>
                      </a:r>
                    </a:p>
                  </a:txBody>
                  <a:tcPr marL="91440" marR="91440" marT="45720" marB="45720" anchor="ctr">
                    <a:solidFill>
                      <a:srgbClr val="D9E2F3"/>
                    </a:solidFill>
                  </a:tcPr>
                </a:tc>
              </a:tr>
              <a:tr h="476250">
                <a:tc>
                  <a:txBody>
                    <a:bodyPr lIns="95250" tIns="95250" rIns="95250" bIns="95250"/>
                    <a:lstStyle/>
                    <a:p>
                      <a:r>
                        <a:rPr sz="1500" b="1">
                          <a:solidFill>
                            <a:srgbClr val="171717"/>
                          </a:solidFill>
                          <a:latin typeface="Arial"/>
                          <a:ea typeface="Arial"/>
                          <a:cs typeface="Arial"/>
                        </a:rPr>
                        <a:t>Admin</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Manage operations and users</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Assigned stores</a:t>
                      </a:r>
                    </a:p>
                  </a:txBody>
                  <a:tcPr marL="91440" marR="91440" marT="45720" marB="45720" anchor="ctr">
                    <a:solidFill>
                      <a:srgbClr val="FFFFFF"/>
                    </a:solidFill>
                  </a:tcPr>
                </a:tc>
              </a:tr>
              <a:tr h="476250">
                <a:tc>
                  <a:txBody>
                    <a:bodyPr lIns="95250" tIns="95250" rIns="95250" bIns="95250"/>
                    <a:lstStyle/>
                    <a:p>
                      <a:r>
                        <a:rPr sz="1500" b="1">
                          <a:solidFill>
                            <a:srgbClr val="171717"/>
                          </a:solidFill>
                          <a:latin typeface="Arial"/>
                          <a:ea typeface="Arial"/>
                          <a:cs typeface="Arial"/>
                        </a:rPr>
                        <a:t>Cashier</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Process sales and review POS history</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Assigned store</a:t>
                      </a:r>
                    </a:p>
                  </a:txBody>
                  <a:tcPr marL="91440" marR="91440" marT="45720" marB="45720" anchor="ctr">
                    <a:solidFill>
                      <a:srgbClr val="FFFFFF"/>
                    </a:solidFill>
                  </a:tcPr>
                </a:tc>
              </a:tr>
              <a:tr h="476250">
                <a:tc>
                  <a:txBody>
                    <a:bodyPr lIns="95250" tIns="95250" rIns="95250" bIns="95250"/>
                    <a:lstStyle/>
                    <a:p>
                      <a:r>
                        <a:rPr sz="1500" b="1">
                          <a:solidFill>
                            <a:srgbClr val="171717"/>
                          </a:solidFill>
                          <a:latin typeface="Arial"/>
                          <a:ea typeface="Arial"/>
                          <a:cs typeface="Arial"/>
                        </a:rPr>
                        <a:t>Inventory</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Maintain products, stock and inventory reports</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Permitted stores</a:t>
                      </a:r>
                    </a:p>
                  </a:txBody>
                  <a:tcPr marL="91440" marR="91440" marT="45720" marB="45720" anchor="ctr">
                    <a:solidFill>
                      <a:srgbClr val="FFFFFF"/>
                    </a:solidFill>
                  </a:tcPr>
                </a:tc>
              </a:tr>
              <a:tr h="476250">
                <a:tc>
                  <a:txBody>
                    <a:bodyPr lIns="95250" tIns="95250" rIns="95250" bIns="95250"/>
                    <a:lstStyle/>
                    <a:p>
                      <a:r>
                        <a:rPr sz="1500" b="1">
                          <a:solidFill>
                            <a:srgbClr val="171717"/>
                          </a:solidFill>
                          <a:latin typeface="Arial"/>
                          <a:ea typeface="Arial"/>
                          <a:cs typeface="Arial"/>
                        </a:rPr>
                        <a:t>Super Admin</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Generate owner invite codes</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Separate invite portal</a:t>
                      </a:r>
                    </a:p>
                  </a:txBody>
                  <a:tcPr marL="91440" marR="91440" marT="45720" marB="45720" anchor="ctr">
                    <a:solidFill>
                      <a:srgbClr val="FFFFFF"/>
                    </a:solidFill>
                  </a:tcPr>
                </a:tc>
              </a:tr>
            </a:tbl>
          </a:graphicData>
        </a:graphic>
      </p:graphicFrame>
      <p:sp>
        <p:nvSpPr>
          <p:cNvPr id="6" name="current-content-101">
            <a:extLst xmlns:a="http://schemas.openxmlformats.org/drawingml/2006/main">
              <a:ext uri="{FF2B5EF4-FFF2-40B4-BE49-F238E27FC236}">
                <a16:creationId xmlns:a16="http://schemas.microsoft.com/office/drawing/2014/main" id="{848EE06B-DA90-465E-9462-75BA7552124C}"/>
              </a:ext>
            </a:extLst>
          </p:cNvPr>
          <p:cNvSpPr>
            <a:spLocks xmlns:a="http://schemas.openxmlformats.org/drawingml/2006/main" noGrp="1"/>
          </p:cNvSpPr>
          <p:nvPr/>
        </p:nvSpPr>
        <p:spPr>
          <a:xfrm xmlns:a="http://schemas.openxmlformats.org/drawingml/2006/main">
            <a:off x="533400" y="4057650"/>
            <a:ext cx="80581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202C61"/>
                </a:solidFill>
                <a:latin typeface="Arial"/>
                <a:ea typeface="Arial"/>
                <a:cs typeface="Arial"/>
              </a:defRPr>
            </a:defPPr>
            <a:lvl1pPr algn="l">
              <a:defRPr sz="1575" b="0">
                <a:solidFill>
                  <a:srgbClr val="202C61"/>
                </a:solidFill>
                <a:latin typeface="Arial"/>
                <a:ea typeface="Arial"/>
                <a:cs typeface="Arial"/>
              </a:defRPr>
            </a:lvl1pPr>
            <a:lvl2pPr algn="l">
              <a:defRPr sz="1575" b="0">
                <a:solidFill>
                  <a:srgbClr val="202C61"/>
                </a:solidFill>
                <a:latin typeface="Arial"/>
                <a:ea typeface="Arial"/>
                <a:cs typeface="Arial"/>
              </a:defRPr>
            </a:lvl2pPr>
            <a:lvl3pPr algn="l">
              <a:defRPr sz="1575" b="0">
                <a:solidFill>
                  <a:srgbClr val="202C61"/>
                </a:solidFill>
                <a:latin typeface="Arial"/>
                <a:ea typeface="Arial"/>
                <a:cs typeface="Arial"/>
              </a:defRPr>
            </a:lvl3pPr>
            <a:lvl4pPr algn="l">
              <a:defRPr sz="1575" b="0">
                <a:solidFill>
                  <a:srgbClr val="202C61"/>
                </a:solidFill>
                <a:latin typeface="Arial"/>
                <a:ea typeface="Arial"/>
                <a:cs typeface="Arial"/>
              </a:defRPr>
            </a:lvl4pPr>
            <a:lvl5pPr algn="l">
              <a:defRPr sz="1575" b="0">
                <a:solidFill>
                  <a:srgbClr val="202C61"/>
                </a:solidFill>
                <a:latin typeface="Arial"/>
                <a:ea typeface="Arial"/>
                <a:cs typeface="Arial"/>
              </a:defRPr>
            </a:lvl5pPr>
            <a:lvl6pPr algn="l">
              <a:defRPr sz="1575" b="0">
                <a:solidFill>
                  <a:srgbClr val="202C61"/>
                </a:solidFill>
                <a:latin typeface="Arial"/>
                <a:ea typeface="Arial"/>
                <a:cs typeface="Arial"/>
              </a:defRPr>
            </a:lvl6pPr>
            <a:lvl7pPr algn="l">
              <a:defRPr sz="1575" b="0">
                <a:solidFill>
                  <a:srgbClr val="202C61"/>
                </a:solidFill>
                <a:latin typeface="Arial"/>
                <a:ea typeface="Arial"/>
                <a:cs typeface="Arial"/>
              </a:defRPr>
            </a:lvl7pPr>
            <a:lvl8pPr algn="l">
              <a:defRPr sz="1575" b="0">
                <a:solidFill>
                  <a:srgbClr val="202C61"/>
                </a:solidFill>
                <a:latin typeface="Arial"/>
                <a:ea typeface="Arial"/>
                <a:cs typeface="Arial"/>
              </a:defRPr>
            </a:lvl8pPr>
            <a:lvl9pPr algn="l">
              <a:defRPr sz="1575" b="0">
                <a:solidFill>
                  <a:srgbClr val="202C61"/>
                </a:solidFill>
                <a:latin typeface="Arial"/>
                <a:ea typeface="Arial"/>
                <a:cs typeface="Arial"/>
              </a:defRPr>
            </a:lvl9pPr>
          </a:lstStyle>
          <a:p xmlns:a="http://schemas.openxmlformats.org/drawingml/2006/main">
            <a:pPr algn="l">
              <a:defRPr sz="1575" b="0">
                <a:solidFill>
                  <a:srgbClr val="202C61"/>
                </a:solidFill>
                <a:latin typeface="Arial"/>
                <a:ea typeface="Arial"/>
                <a:cs typeface="Arial"/>
              </a:defRPr>
            </a:pPr>
            <a:r>
              <a:rPr sz="1575" b="0">
                <a:solidFill>
                  <a:srgbClr val="202C61"/>
                </a:solidFill>
                <a:latin typeface="Arial"/>
                <a:ea typeface="Arial"/>
                <a:cs typeface="Arial"/>
              </a:rPr>
              <a:t>Frontend route gates + database RLS and role/store checks</a:t>
            </a:r>
          </a:p>
          <a:p xmlns:a="http://schemas.openxmlformats.org/drawingml/2006/main">
            <a:pPr algn="l">
              <a:defRPr sz="1575" b="0">
                <a:solidFill>
                  <a:srgbClr val="202C61"/>
                </a:solidFill>
                <a:latin typeface="Arial"/>
                <a:ea typeface="Arial"/>
                <a:cs typeface="Arial"/>
              </a:defRPr>
            </a:pPr>
            <a:r>
              <a:rPr sz="1575" b="0">
                <a:solidFill>
                  <a:srgbClr val="202C61"/>
                </a:solidFill>
                <a:latin typeface="Arial"/>
                <a:ea typeface="Arial"/>
                <a:cs typeface="Arial"/>
              </a:rPr>
              <a:t>TOTP supported. AAL2 applies when a verified factor requires it.</a:t>
            </a:r>
          </a:p>
        </p:txBody>
      </p:sp>
    </p:spTree>
    <p:extLst>
      <p:ext uri="{BB962C8B-B14F-4D97-AF65-F5344CB8AC3E}">
        <p14:creationId xmlns:p14="http://schemas.microsoft.com/office/powerpoint/2010/main" val="115249101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22" name="">
            <a:extLst xmlns:a="http://schemas.openxmlformats.org/drawingml/2006/main">
              <a:ext uri="{FF2B5EF4-FFF2-40B4-BE49-F238E27FC236}">
                <a16:creationId xmlns:a16="http://schemas.microsoft.com/office/drawing/2014/main" id="{7F1383C9-3FE1-4B26-9119-0578A1EBD229}"/>
              </a:ext>
            </a:extLst>
          </p:cNvPr>
          <p:cNvPicPr>
            <a:picLocks xmlns:a="http://schemas.openxmlformats.org/drawingml/2006/main" noChangeAspect="1"/>
          </p:cNvPicPr>
          <p:nvPr/>
        </p:nvPicPr>
        <p:blipFill>
          <a:blip xmlns:r="http://schemas.openxmlformats.org/officeDocument/2006/relationships" xmlns:a="http://schemas.openxmlformats.org/drawingml/2006/main" r:embed="Rd03dc1e80d7644e9"/>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2">
            <a:extLst xmlns:a="http://schemas.openxmlformats.org/drawingml/2006/main">
              <a:ext uri="{FF2B5EF4-FFF2-40B4-BE49-F238E27FC236}">
                <a16:creationId xmlns:a16="http://schemas.microsoft.com/office/drawing/2014/main" id="{8269585B-AA55-44C8-A01C-9A8DF48C3AD4}"/>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System architecture</a:t>
            </a:r>
          </a:p>
        </p:txBody>
      </p:sp>
      <p:pic>
        <p:nvPicPr>
          <p:cNvPr id="3" name="">
            <a:extLst xmlns:a="http://schemas.openxmlformats.org/drawingml/2006/main">
              <a:ext uri="{FF2B5EF4-FFF2-40B4-BE49-F238E27FC236}">
                <a16:creationId xmlns:a16="http://schemas.microsoft.com/office/drawing/2014/main" id="{E2BE7153-76EC-4B8B-B443-7014ADE654A4}"/>
              </a:ext>
            </a:extLst>
          </p:cNvPr>
          <p:cNvPicPr>
            <a:picLocks xmlns:a="http://schemas.openxmlformats.org/drawingml/2006/main" noChangeAspect="1"/>
          </p:cNvPicPr>
          <p:nvPr/>
        </p:nvPicPr>
        <p:blipFill>
          <a:blip xmlns:r="http://schemas.openxmlformats.org/officeDocument/2006/relationships" xmlns:a="http://schemas.openxmlformats.org/drawingml/2006/main" r:embed="R5759a7a8066b41f4"/>
          <a:stretch xmlns:a="http://schemas.openxmlformats.org/drawingml/2006/main"/>
        </p:blipFill>
        <p:spPr>
          <a:xfrm xmlns:a="http://schemas.openxmlformats.org/drawingml/2006/main">
            <a:off x="3524250" y="4676998"/>
            <a:ext cx="2095500" cy="332930"/>
          </a:xfrm>
          <a:prstGeom xmlns:a="http://schemas.openxmlformats.org/drawingml/2006/main" prst="rect">
            <a:avLst/>
          </a:prstGeom>
        </p:spPr>
      </p:pic>
      <p:sp>
        <p:nvSpPr>
          <p:cNvPr id="4" name="current-content-23">
            <a:extLst xmlns:a="http://schemas.openxmlformats.org/drawingml/2006/main">
              <a:ext uri="{FF2B5EF4-FFF2-40B4-BE49-F238E27FC236}">
                <a16:creationId xmlns:a16="http://schemas.microsoft.com/office/drawing/2014/main" id="{4B9ECDA8-117C-4965-9F26-42C84394B6B1}"/>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12 / 17</a:t>
            </a:r>
          </a:p>
        </p:txBody>
      </p:sp>
      <p:sp>
        <p:nvSpPr>
          <p:cNvPr id="5" name="">
            <a:extLst xmlns:a="http://schemas.openxmlformats.org/drawingml/2006/main">
              <a:ext uri="{FF2B5EF4-FFF2-40B4-BE49-F238E27FC236}">
                <a16:creationId xmlns:a16="http://schemas.microsoft.com/office/drawing/2014/main" id="{45416311-BADC-498B-AA2F-CEA57B38B91B}"/>
              </a:ext>
            </a:extLst>
          </p:cNvPr>
          <p:cNvSpPr>
            <a:spLocks xmlns:a="http://schemas.openxmlformats.org/drawingml/2006/main" noGrp="1"/>
          </p:cNvSpPr>
          <p:nvPr/>
        </p:nvSpPr>
        <p:spPr>
          <a:xfrm xmlns:a="http://schemas.openxmlformats.org/drawingml/2006/main">
            <a:off x="533400" y="1381125"/>
            <a:ext cx="295275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Browser application</a:t>
            </a:r>
          </a:p>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React + TypeScript</a:t>
            </a:r>
          </a:p>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Zustand + TanStack Query</a:t>
            </a:r>
          </a:p>
        </p:txBody>
      </p:sp>
      <p:sp>
        <p:nvSpPr>
          <p:cNvPr id="6" name="">
            <a:extLst xmlns:a="http://schemas.openxmlformats.org/drawingml/2006/main">
              <a:ext uri="{FF2B5EF4-FFF2-40B4-BE49-F238E27FC236}">
                <a16:creationId xmlns:a16="http://schemas.microsoft.com/office/drawing/2014/main" id="{47FC7C7A-4A66-48FD-89D7-BC346A5CB915}"/>
              </a:ext>
            </a:extLst>
          </p:cNvPr>
          <p:cNvSpPr>
            <a:spLocks xmlns:a="http://schemas.openxmlformats.org/drawingml/2006/main" noGrp="1"/>
          </p:cNvSpPr>
          <p:nvPr/>
        </p:nvSpPr>
        <p:spPr>
          <a:xfrm xmlns:a="http://schemas.openxmlformats.org/drawingml/2006/main">
            <a:off x="533400" y="3381375"/>
            <a:ext cx="29527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IndexedDB</a:t>
            </a:r>
          </a:p>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Cache + selected queues</a:t>
            </a:r>
          </a:p>
        </p:txBody>
      </p:sp>
      <p:sp>
        <p:nvSpPr>
          <p:cNvPr id="8" name="">
            <a:extLst xmlns:a="http://schemas.openxmlformats.org/drawingml/2006/main">
              <a:ext uri="{FF2B5EF4-FFF2-40B4-BE49-F238E27FC236}">
                <a16:creationId xmlns:a16="http://schemas.microsoft.com/office/drawing/2014/main" id="{68A02AC9-EE78-4D44-AEF4-05838A8D3E58}"/>
              </a:ext>
            </a:extLst>
          </p:cNvPr>
          <p:cNvSpPr>
            <a:spLocks xmlns:a="http://schemas.openxmlformats.org/drawingml/2006/main" noGrp="1"/>
          </p:cNvSpPr>
          <p:nvPr/>
        </p:nvSpPr>
        <p:spPr>
          <a:xfrm xmlns:a="http://schemas.openxmlformats.org/drawingml/2006/main">
            <a:off x="4457700" y="131445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Supabase Auth</a:t>
            </a:r>
          </a:p>
        </p:txBody>
      </p:sp>
      <p:sp>
        <p:nvSpPr>
          <p:cNvPr id="9" name="">
            <a:extLst xmlns:a="http://schemas.openxmlformats.org/drawingml/2006/main">
              <a:ext uri="{FF2B5EF4-FFF2-40B4-BE49-F238E27FC236}">
                <a16:creationId xmlns:a16="http://schemas.microsoft.com/office/drawing/2014/main" id="{5116E756-3335-4D33-B82A-476C9C0D1D3E}"/>
              </a:ext>
            </a:extLst>
          </p:cNvPr>
          <p:cNvSpPr>
            <a:spLocks xmlns:a="http://schemas.openxmlformats.org/drawingml/2006/main" noGrp="1"/>
          </p:cNvSpPr>
          <p:nvPr/>
        </p:nvSpPr>
        <p:spPr>
          <a:xfrm xmlns:a="http://schemas.openxmlformats.org/drawingml/2006/main">
            <a:off x="4457700" y="217170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Data API + RPC</a:t>
            </a:r>
          </a:p>
        </p:txBody>
      </p:sp>
      <p:sp>
        <p:nvSpPr>
          <p:cNvPr id="10" name="">
            <a:extLst xmlns:a="http://schemas.openxmlformats.org/drawingml/2006/main">
              <a:ext uri="{FF2B5EF4-FFF2-40B4-BE49-F238E27FC236}">
                <a16:creationId xmlns:a16="http://schemas.microsoft.com/office/drawing/2014/main" id="{4F507DD8-5D75-4D6E-8F8A-C566DF545931}"/>
              </a:ext>
            </a:extLst>
          </p:cNvPr>
          <p:cNvSpPr>
            <a:spLocks xmlns:a="http://schemas.openxmlformats.org/drawingml/2006/main" noGrp="1"/>
          </p:cNvSpPr>
          <p:nvPr/>
        </p:nvSpPr>
        <p:spPr>
          <a:xfrm xmlns:a="http://schemas.openxmlformats.org/drawingml/2006/main">
            <a:off x="4457700" y="302895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Edge Functions</a:t>
            </a:r>
          </a:p>
        </p:txBody>
      </p:sp>
      <p:sp>
        <p:nvSpPr>
          <p:cNvPr id="11" name="">
            <a:extLst xmlns:a="http://schemas.openxmlformats.org/drawingml/2006/main">
              <a:ext uri="{FF2B5EF4-FFF2-40B4-BE49-F238E27FC236}">
                <a16:creationId xmlns:a16="http://schemas.microsoft.com/office/drawing/2014/main" id="{C4A4687A-21FE-478D-8FC0-9175AE595907}"/>
              </a:ext>
            </a:extLst>
          </p:cNvPr>
          <p:cNvSpPr>
            <a:spLocks xmlns:a="http://schemas.openxmlformats.org/drawingml/2006/main" noGrp="1"/>
          </p:cNvSpPr>
          <p:nvPr/>
        </p:nvSpPr>
        <p:spPr>
          <a:xfrm xmlns:a="http://schemas.openxmlformats.org/drawingml/2006/main">
            <a:off x="4457700" y="388620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Storage</a:t>
            </a:r>
          </a:p>
        </p:txBody>
      </p:sp>
      <p:sp>
        <p:nvSpPr>
          <p:cNvPr id="12" name="">
            <a:extLst xmlns:a="http://schemas.openxmlformats.org/drawingml/2006/main">
              <a:ext uri="{FF2B5EF4-FFF2-40B4-BE49-F238E27FC236}">
                <a16:creationId xmlns:a16="http://schemas.microsoft.com/office/drawing/2014/main" id="{0A8A5C39-2C96-485A-A0F9-4A33B428C5DA}"/>
              </a:ext>
            </a:extLst>
          </p:cNvPr>
          <p:cNvSpPr>
            <a:spLocks xmlns:a="http://schemas.openxmlformats.org/drawingml/2006/main" noGrp="1"/>
          </p:cNvSpPr>
          <p:nvPr/>
        </p:nvSpPr>
        <p:spPr>
          <a:xfrm xmlns:a="http://schemas.openxmlformats.org/drawingml/2006/main">
            <a:off x="7000875" y="2095500"/>
            <a:ext cx="1590675" cy="20002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PostgreSQL</a:t>
            </a:r>
          </a:p>
          <a:p xmlns:a="http://schemas.openxmlformats.org/drawingml/2006/main">
            <a:r>
              <a:t/>
            </a:r>
          </a:p>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RLS + validation</a:t>
            </a:r>
          </a:p>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Stock triggers</a:t>
            </a:r>
          </a:p>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Business records</a:t>
            </a:r>
          </a:p>
        </p:txBody>
      </p:sp>
      <p:sp>
        <p:nvSpPr>
          <p:cNvPr id="21" name="current-content-102">
            <a:extLst xmlns:a="http://schemas.openxmlformats.org/drawingml/2006/main">
              <a:ext uri="{FF2B5EF4-FFF2-40B4-BE49-F238E27FC236}">
                <a16:creationId xmlns:a16="http://schemas.microsoft.com/office/drawing/2014/main" id="{9192C393-27B0-480E-B0E1-4C11A61F5B67}"/>
              </a:ext>
            </a:extLst>
          </p:cNvPr>
          <p:cNvSpPr>
            <a:spLocks xmlns:a="http://schemas.openxmlformats.org/drawingml/2006/main" noGrp="1"/>
          </p:cNvSpPr>
          <p:nvPr/>
        </p:nvSpPr>
        <p:spPr>
          <a:xfrm xmlns:a="http://schemas.openxmlformats.org/drawingml/2006/main">
            <a:off x="533400" y="4495800"/>
            <a:ext cx="805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Vercel SPA routing configured. Live deployment and applied migrations require verification.</a:t>
            </a:r>
          </a:p>
        </p:txBody>
      </p:sp>
      <p:cxnSp>
        <p:nvCxnSpPr>
          <p:cNvPr id="7" name="">
            <a:extLst xmlns:a="http://schemas.openxmlformats.org/drawingml/2006/main">
              <a:ext uri="{FF2B5EF4-FFF2-40B4-BE49-F238E27FC236}">
                <a16:creationId xmlns:a16="http://schemas.microsoft.com/office/drawing/2014/main" id="{28DFACC2-9657-42C6-83C3-A889C5CFCF99}"/>
              </a:ext>
            </a:extLst>
          </p:cNvPr>
          <p:cNvCxnSpPr>
            <a:stCxn xmlns:a="http://schemas.openxmlformats.org/drawingml/2006/main" id="5" idx="2"/>
            <a:endCxn xmlns:a="http://schemas.openxmlformats.org/drawingml/2006/main" id="6" idx="0"/>
          </p:cNvCxnSpPr>
          <p:nvPr/>
        </p:nvCxnSpPr>
        <p:spPr>
          <a:xfrm xmlns:a="http://schemas.openxmlformats.org/drawingml/2006/main">
            <a:off x="2009775" y="2476500"/>
            <a:ext cx="0" cy="904875"/>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cxnSp>
        <p:nvCxnSpPr>
          <p:cNvPr id="13" name="">
            <a:extLst xmlns:a="http://schemas.openxmlformats.org/drawingml/2006/main">
              <a:ext uri="{FF2B5EF4-FFF2-40B4-BE49-F238E27FC236}">
                <a16:creationId xmlns:a16="http://schemas.microsoft.com/office/drawing/2014/main" id="{C65CF46B-A574-4D75-BFEF-D43307944332}"/>
              </a:ext>
            </a:extLst>
          </p:cNvPr>
          <p:cNvCxnSpPr/>
          <p:nvPr/>
        </p:nvCxnSpPr>
        <p:spPr>
          <a:xfrm xmlns:a="http://schemas.openxmlformats.org/drawingml/2006/main">
            <a:off x="3486150" y="1933575"/>
            <a:ext cx="457200" cy="0"/>
          </a:xfrm>
          <a:prstGeom xmlns:a="http://schemas.openxmlformats.org/drawingml/2006/main" prst="straightConnector1">
            <a:avLst/>
          </a:prstGeom>
          <a:ln xmlns:a="http://schemas.openxmlformats.org/drawingml/2006/main" w="19050">
            <a:solidFill>
              <a:srgbClr val="0070C0"/>
            </a:solidFill>
            <a:headEnd type="triangle" w="med" len="med"/>
          </a:ln>
        </p:spPr>
      </p:cxnSp>
      <p:cxnSp>
        <p:nvCxnSpPr>
          <p:cNvPr id="14" name="">
            <a:extLst xmlns:a="http://schemas.openxmlformats.org/drawingml/2006/main">
              <a:ext uri="{FF2B5EF4-FFF2-40B4-BE49-F238E27FC236}">
                <a16:creationId xmlns:a16="http://schemas.microsoft.com/office/drawing/2014/main" id="{845E9C7D-C80B-41CF-8D9E-2506CDE923AF}"/>
              </a:ext>
            </a:extLst>
          </p:cNvPr>
          <p:cNvCxnSpPr/>
          <p:nvPr/>
        </p:nvCxnSpPr>
        <p:spPr>
          <a:xfrm xmlns:a="http://schemas.openxmlformats.org/drawingml/2006/main">
            <a:off x="3943350" y="1590675"/>
            <a:ext cx="0" cy="2571750"/>
          </a:xfrm>
          <a:prstGeom xmlns:a="http://schemas.openxmlformats.org/drawingml/2006/main" prst="straightConnector1">
            <a:avLst/>
          </a:prstGeom>
          <a:ln xmlns:a="http://schemas.openxmlformats.org/drawingml/2006/main" w="19050">
            <a:solidFill>
              <a:srgbClr val="0070C0"/>
            </a:solidFill>
          </a:ln>
        </p:spPr>
      </p:cxnSp>
      <p:cxnSp>
        <p:nvCxnSpPr>
          <p:cNvPr id="15" name="">
            <a:extLst xmlns:a="http://schemas.openxmlformats.org/drawingml/2006/main">
              <a:ext uri="{FF2B5EF4-FFF2-40B4-BE49-F238E27FC236}">
                <a16:creationId xmlns:a16="http://schemas.microsoft.com/office/drawing/2014/main" id="{649F767E-A868-4A23-AC52-459BFCAE6D12}"/>
              </a:ext>
            </a:extLst>
          </p:cNvPr>
          <p:cNvCxnSpPr/>
          <p:nvPr/>
        </p:nvCxnSpPr>
        <p:spPr>
          <a:xfrm xmlns:a="http://schemas.openxmlformats.org/drawingml/2006/main">
            <a:off x="3943350" y="159067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6" name="">
            <a:extLst xmlns:a="http://schemas.openxmlformats.org/drawingml/2006/main">
              <a:ext uri="{FF2B5EF4-FFF2-40B4-BE49-F238E27FC236}">
                <a16:creationId xmlns:a16="http://schemas.microsoft.com/office/drawing/2014/main" id="{61E3DF6D-BDF8-40CA-8891-2D502E4A7F27}"/>
              </a:ext>
            </a:extLst>
          </p:cNvPr>
          <p:cNvCxnSpPr/>
          <p:nvPr/>
        </p:nvCxnSpPr>
        <p:spPr>
          <a:xfrm xmlns:a="http://schemas.openxmlformats.org/drawingml/2006/main">
            <a:off x="3943350" y="244792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7" name="">
            <a:extLst xmlns:a="http://schemas.openxmlformats.org/drawingml/2006/main">
              <a:ext uri="{FF2B5EF4-FFF2-40B4-BE49-F238E27FC236}">
                <a16:creationId xmlns:a16="http://schemas.microsoft.com/office/drawing/2014/main" id="{6D1F0B96-F98B-4803-BD24-E9F79AC9CB81}"/>
              </a:ext>
            </a:extLst>
          </p:cNvPr>
          <p:cNvCxnSpPr/>
          <p:nvPr/>
        </p:nvCxnSpPr>
        <p:spPr>
          <a:xfrm xmlns:a="http://schemas.openxmlformats.org/drawingml/2006/main">
            <a:off x="3943350" y="330517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8" name="">
            <a:extLst xmlns:a="http://schemas.openxmlformats.org/drawingml/2006/main">
              <a:ext uri="{FF2B5EF4-FFF2-40B4-BE49-F238E27FC236}">
                <a16:creationId xmlns:a16="http://schemas.microsoft.com/office/drawing/2014/main" id="{1B8D4117-7024-4D01-A56A-AECAB4934F1D}"/>
              </a:ext>
            </a:extLst>
          </p:cNvPr>
          <p:cNvCxnSpPr/>
          <p:nvPr/>
        </p:nvCxnSpPr>
        <p:spPr>
          <a:xfrm xmlns:a="http://schemas.openxmlformats.org/drawingml/2006/main">
            <a:off x="3943350" y="416242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9" name="">
            <a:extLst xmlns:a="http://schemas.openxmlformats.org/drawingml/2006/main">
              <a:ext uri="{FF2B5EF4-FFF2-40B4-BE49-F238E27FC236}">
                <a16:creationId xmlns:a16="http://schemas.microsoft.com/office/drawing/2014/main" id="{B1ADB3D9-70E5-49B4-8EEC-B11C5B7EF628}"/>
              </a:ext>
            </a:extLst>
          </p:cNvPr>
          <p:cNvCxnSpPr/>
          <p:nvPr/>
        </p:nvCxnSpPr>
        <p:spPr>
          <a:xfrm xmlns:a="http://schemas.openxmlformats.org/drawingml/2006/main">
            <a:off x="6505575" y="2447925"/>
            <a:ext cx="495300" cy="0"/>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cxnSp>
        <p:nvCxnSpPr>
          <p:cNvPr id="20" name="">
            <a:extLst xmlns:a="http://schemas.openxmlformats.org/drawingml/2006/main">
              <a:ext uri="{FF2B5EF4-FFF2-40B4-BE49-F238E27FC236}">
                <a16:creationId xmlns:a16="http://schemas.microsoft.com/office/drawing/2014/main" id="{281CE5A2-E278-49D5-883C-7176FCE446E3}"/>
              </a:ext>
            </a:extLst>
          </p:cNvPr>
          <p:cNvCxnSpPr/>
          <p:nvPr/>
        </p:nvCxnSpPr>
        <p:spPr>
          <a:xfrm xmlns:a="http://schemas.openxmlformats.org/drawingml/2006/main">
            <a:off x="6505575" y="3305175"/>
            <a:ext cx="495300" cy="0"/>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spTree>
    <p:extLst>
      <p:ext uri="{BB962C8B-B14F-4D97-AF65-F5344CB8AC3E}">
        <p14:creationId xmlns:p14="http://schemas.microsoft.com/office/powerpoint/2010/main" val="182993273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25" name="">
            <a:extLst xmlns:a="http://schemas.openxmlformats.org/drawingml/2006/main">
              <a:ext uri="{FF2B5EF4-FFF2-40B4-BE49-F238E27FC236}">
                <a16:creationId xmlns:a16="http://schemas.microsoft.com/office/drawing/2014/main" id="{717B64F2-D8BC-4595-82B9-736592EFCB51}"/>
              </a:ext>
            </a:extLst>
          </p:cNvPr>
          <p:cNvPicPr>
            <a:picLocks xmlns:a="http://schemas.openxmlformats.org/drawingml/2006/main" noChangeAspect="1"/>
          </p:cNvPicPr>
          <p:nvPr/>
        </p:nvPicPr>
        <p:blipFill>
          <a:blip xmlns:r="http://schemas.openxmlformats.org/officeDocument/2006/relationships" xmlns:a="http://schemas.openxmlformats.org/drawingml/2006/main" r:embed="R02c2793ac815406f"/>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4">
            <a:extLst xmlns:a="http://schemas.openxmlformats.org/drawingml/2006/main">
              <a:ext uri="{FF2B5EF4-FFF2-40B4-BE49-F238E27FC236}">
                <a16:creationId xmlns:a16="http://schemas.microsoft.com/office/drawing/2014/main" id="{2328DAE1-E5B4-4249-AC5E-FD1962A41426}"/>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Database design</a:t>
            </a:r>
          </a:p>
        </p:txBody>
      </p:sp>
      <p:pic>
        <p:nvPicPr>
          <p:cNvPr id="3" name="">
            <a:extLst xmlns:a="http://schemas.openxmlformats.org/drawingml/2006/main">
              <a:ext uri="{FF2B5EF4-FFF2-40B4-BE49-F238E27FC236}">
                <a16:creationId xmlns:a16="http://schemas.microsoft.com/office/drawing/2014/main" id="{0D49BD3A-A714-422F-9EC4-FE3D4FE06B09}"/>
              </a:ext>
            </a:extLst>
          </p:cNvPr>
          <p:cNvPicPr>
            <a:picLocks xmlns:a="http://schemas.openxmlformats.org/drawingml/2006/main" noChangeAspect="1"/>
          </p:cNvPicPr>
          <p:nvPr/>
        </p:nvPicPr>
        <p:blipFill>
          <a:blip xmlns:r="http://schemas.openxmlformats.org/officeDocument/2006/relationships" xmlns:a="http://schemas.openxmlformats.org/drawingml/2006/main" r:embed="Rd5bf6c1f2dc74c4b"/>
          <a:stretch xmlns:a="http://schemas.openxmlformats.org/drawingml/2006/main"/>
        </p:blipFill>
        <p:spPr>
          <a:xfrm xmlns:a="http://schemas.openxmlformats.org/drawingml/2006/main">
            <a:off x="3524250" y="4676998"/>
            <a:ext cx="2095500" cy="332930"/>
          </a:xfrm>
          <a:prstGeom xmlns:a="http://schemas.openxmlformats.org/drawingml/2006/main" prst="rect">
            <a:avLst/>
          </a:prstGeom>
        </p:spPr>
      </p:pic>
      <p:sp>
        <p:nvSpPr>
          <p:cNvPr id="4" name="current-content-25">
            <a:extLst xmlns:a="http://schemas.openxmlformats.org/drawingml/2006/main">
              <a:ext uri="{FF2B5EF4-FFF2-40B4-BE49-F238E27FC236}">
                <a16:creationId xmlns:a16="http://schemas.microsoft.com/office/drawing/2014/main" id="{AA67B691-48CB-4B0C-B7AC-B9760FB0F558}"/>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13 / 17</a:t>
            </a:r>
          </a:p>
        </p:txBody>
      </p:sp>
      <p:sp>
        <p:nvSpPr>
          <p:cNvPr id="5" name="">
            <a:extLst xmlns:a="http://schemas.openxmlformats.org/drawingml/2006/main">
              <a:ext uri="{FF2B5EF4-FFF2-40B4-BE49-F238E27FC236}">
                <a16:creationId xmlns:a16="http://schemas.microsoft.com/office/drawing/2014/main" id="{91CC7134-896C-4A88-AD16-868E770890CB}"/>
              </a:ext>
            </a:extLst>
          </p:cNvPr>
          <p:cNvSpPr>
            <a:spLocks xmlns:a="http://schemas.openxmlformats.org/drawingml/2006/main" noGrp="1"/>
          </p:cNvSpPr>
          <p:nvPr/>
        </p:nvSpPr>
        <p:spPr>
          <a:xfrm xmlns:a="http://schemas.openxmlformats.org/drawingml/2006/main">
            <a:off x="533400" y="1524000"/>
            <a:ext cx="21907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725">
                <a:solidFill>
                  <a:srgbClr val="171717"/>
                </a:solidFill>
                <a:latin typeface="Arial"/>
                <a:ea typeface="Arial"/>
                <a:cs typeface="Arial"/>
              </a:defRPr>
            </a:defPPr>
            <a:lvl1pPr algn="ctr">
              <a:defRPr sz="1725">
                <a:solidFill>
                  <a:srgbClr val="171717"/>
                </a:solidFill>
                <a:latin typeface="Arial"/>
                <a:ea typeface="Arial"/>
                <a:cs typeface="Arial"/>
              </a:defRPr>
            </a:lvl1pPr>
            <a:lvl2pPr algn="ctr">
              <a:defRPr sz="1725">
                <a:solidFill>
                  <a:srgbClr val="171717"/>
                </a:solidFill>
                <a:latin typeface="Arial"/>
                <a:ea typeface="Arial"/>
                <a:cs typeface="Arial"/>
              </a:defRPr>
            </a:lvl2pPr>
            <a:lvl3pPr algn="ctr">
              <a:defRPr sz="1725">
                <a:solidFill>
                  <a:srgbClr val="171717"/>
                </a:solidFill>
                <a:latin typeface="Arial"/>
                <a:ea typeface="Arial"/>
                <a:cs typeface="Arial"/>
              </a:defRPr>
            </a:lvl3pPr>
            <a:lvl4pPr algn="ctr">
              <a:defRPr sz="1725">
                <a:solidFill>
                  <a:srgbClr val="171717"/>
                </a:solidFill>
                <a:latin typeface="Arial"/>
                <a:ea typeface="Arial"/>
                <a:cs typeface="Arial"/>
              </a:defRPr>
            </a:lvl4pPr>
            <a:lvl5pPr algn="ctr">
              <a:defRPr sz="1725">
                <a:solidFill>
                  <a:srgbClr val="171717"/>
                </a:solidFill>
                <a:latin typeface="Arial"/>
                <a:ea typeface="Arial"/>
                <a:cs typeface="Arial"/>
              </a:defRPr>
            </a:lvl5pPr>
            <a:lvl6pPr algn="ctr">
              <a:defRPr sz="1725">
                <a:solidFill>
                  <a:srgbClr val="171717"/>
                </a:solidFill>
                <a:latin typeface="Arial"/>
                <a:ea typeface="Arial"/>
                <a:cs typeface="Arial"/>
              </a:defRPr>
            </a:lvl6pPr>
            <a:lvl7pPr algn="ctr">
              <a:defRPr sz="1725">
                <a:solidFill>
                  <a:srgbClr val="171717"/>
                </a:solidFill>
                <a:latin typeface="Arial"/>
                <a:ea typeface="Arial"/>
                <a:cs typeface="Arial"/>
              </a:defRPr>
            </a:lvl7pPr>
            <a:lvl8pPr algn="ctr">
              <a:defRPr sz="1725">
                <a:solidFill>
                  <a:srgbClr val="171717"/>
                </a:solidFill>
                <a:latin typeface="Arial"/>
                <a:ea typeface="Arial"/>
                <a:cs typeface="Arial"/>
              </a:defRPr>
            </a:lvl8pPr>
            <a:lvl9pPr algn="ctr">
              <a:defRPr sz="1725">
                <a:solidFill>
                  <a:srgbClr val="171717"/>
                </a:solidFill>
                <a:latin typeface="Arial"/>
                <a:ea typeface="Arial"/>
                <a:cs typeface="Arial"/>
              </a:defRPr>
            </a:lvl9pPr>
          </a:lstStyle>
          <a:p xmlns:a="http://schemas.openxmlformats.org/drawingml/2006/main">
            <a:pPr algn="ctr">
              <a:defRPr sz="1725">
                <a:solidFill>
                  <a:srgbClr val="171717"/>
                </a:solidFill>
                <a:latin typeface="Arial"/>
                <a:ea typeface="Arial"/>
                <a:cs typeface="Arial"/>
              </a:defRPr>
            </a:pPr>
            <a:r>
              <a:rPr sz="1725">
                <a:solidFill>
                  <a:srgbClr val="171717"/>
                </a:solidFill>
                <a:latin typeface="Arial"/>
                <a:ea typeface="Arial"/>
                <a:cs typeface="Arial"/>
              </a:rPr>
              <a:t>products</a:t>
            </a:r>
          </a:p>
          <a:p xmlns:a="http://schemas.openxmlformats.org/drawingml/2006/main">
            <a:pPr algn="ctr">
              <a:defRPr sz="1725">
                <a:solidFill>
                  <a:srgbClr val="171717"/>
                </a:solidFill>
                <a:latin typeface="Arial"/>
                <a:ea typeface="Arial"/>
                <a:cs typeface="Arial"/>
              </a:defRPr>
            </a:pPr>
            <a:r>
              <a:rPr sz="1725">
                <a:solidFill>
                  <a:srgbClr val="171717"/>
                </a:solidFill>
                <a:latin typeface="Arial"/>
                <a:ea typeface="Arial"/>
                <a:cs typeface="Arial"/>
              </a:rPr>
              <a:t>current_stock</a:t>
            </a:r>
          </a:p>
        </p:txBody>
      </p:sp>
      <p:sp>
        <p:nvSpPr>
          <p:cNvPr id="6" name="">
            <a:extLst xmlns:a="http://schemas.openxmlformats.org/drawingml/2006/main">
              <a:ext uri="{FF2B5EF4-FFF2-40B4-BE49-F238E27FC236}">
                <a16:creationId xmlns:a16="http://schemas.microsoft.com/office/drawing/2014/main" id="{A71C0463-7CFE-47C2-9574-4701D6F0A505}"/>
              </a:ext>
            </a:extLst>
          </p:cNvPr>
          <p:cNvSpPr>
            <a:spLocks xmlns:a="http://schemas.openxmlformats.org/drawingml/2006/main" noGrp="1"/>
          </p:cNvSpPr>
          <p:nvPr/>
        </p:nvSpPr>
        <p:spPr>
          <a:xfrm xmlns:a="http://schemas.openxmlformats.org/drawingml/2006/main">
            <a:off x="3524250" y="1524000"/>
            <a:ext cx="2714625"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00">
                <a:solidFill>
                  <a:srgbClr val="171717"/>
                </a:solidFill>
                <a:latin typeface="Arial"/>
                <a:ea typeface="Arial"/>
                <a:cs typeface="Arial"/>
              </a:defRPr>
            </a:defPPr>
            <a:lvl1pPr algn="ctr">
              <a:defRPr sz="1500">
                <a:solidFill>
                  <a:srgbClr val="171717"/>
                </a:solidFill>
                <a:latin typeface="Arial"/>
                <a:ea typeface="Arial"/>
                <a:cs typeface="Arial"/>
              </a:defRPr>
            </a:lvl1pPr>
            <a:lvl2pPr algn="ctr">
              <a:defRPr sz="1500">
                <a:solidFill>
                  <a:srgbClr val="171717"/>
                </a:solidFill>
                <a:latin typeface="Arial"/>
                <a:ea typeface="Arial"/>
                <a:cs typeface="Arial"/>
              </a:defRPr>
            </a:lvl2pPr>
            <a:lvl3pPr algn="ctr">
              <a:defRPr sz="1500">
                <a:solidFill>
                  <a:srgbClr val="171717"/>
                </a:solidFill>
                <a:latin typeface="Arial"/>
                <a:ea typeface="Arial"/>
                <a:cs typeface="Arial"/>
              </a:defRPr>
            </a:lvl3pPr>
            <a:lvl4pPr algn="ctr">
              <a:defRPr sz="1500">
                <a:solidFill>
                  <a:srgbClr val="171717"/>
                </a:solidFill>
                <a:latin typeface="Arial"/>
                <a:ea typeface="Arial"/>
                <a:cs typeface="Arial"/>
              </a:defRPr>
            </a:lvl4pPr>
            <a:lvl5pPr algn="ctr">
              <a:defRPr sz="1500">
                <a:solidFill>
                  <a:srgbClr val="171717"/>
                </a:solidFill>
                <a:latin typeface="Arial"/>
                <a:ea typeface="Arial"/>
                <a:cs typeface="Arial"/>
              </a:defRPr>
            </a:lvl5pPr>
            <a:lvl6pPr algn="ctr">
              <a:defRPr sz="1500">
                <a:solidFill>
                  <a:srgbClr val="171717"/>
                </a:solidFill>
                <a:latin typeface="Arial"/>
                <a:ea typeface="Arial"/>
                <a:cs typeface="Arial"/>
              </a:defRPr>
            </a:lvl6pPr>
            <a:lvl7pPr algn="ctr">
              <a:defRPr sz="1500">
                <a:solidFill>
                  <a:srgbClr val="171717"/>
                </a:solidFill>
                <a:latin typeface="Arial"/>
                <a:ea typeface="Arial"/>
                <a:cs typeface="Arial"/>
              </a:defRPr>
            </a:lvl7pPr>
            <a:lvl8pPr algn="ctr">
              <a:defRPr sz="1500">
                <a:solidFill>
                  <a:srgbClr val="171717"/>
                </a:solidFill>
                <a:latin typeface="Arial"/>
                <a:ea typeface="Arial"/>
                <a:cs typeface="Arial"/>
              </a:defRPr>
            </a:lvl8pPr>
            <a:lvl9pPr algn="ctr">
              <a:defRPr sz="1500">
                <a:solidFill>
                  <a:srgbClr val="171717"/>
                </a:solidFill>
                <a:latin typeface="Arial"/>
                <a:ea typeface="Arial"/>
                <a:cs typeface="Arial"/>
              </a:defRPr>
            </a:lvl9pPr>
          </a:lstStyle>
          <a:p xmlns:a="http://schemas.openxmlformats.org/drawingml/2006/main">
            <a:pPr algn="ctr">
              <a:defRPr sz="1500">
                <a:solidFill>
                  <a:srgbClr val="171717"/>
                </a:solidFill>
                <a:latin typeface="Arial"/>
                <a:ea typeface="Arial"/>
                <a:cs typeface="Arial"/>
              </a:defRPr>
            </a:pPr>
            <a:r>
              <a:rPr sz="1500">
                <a:solidFill>
                  <a:srgbClr val="171717"/>
                </a:solidFill>
                <a:latin typeface="Arial"/>
                <a:ea typeface="Arial"/>
                <a:cs typeface="Arial"/>
              </a:rPr>
              <a:t>product_selling_options</a:t>
            </a:r>
          </a:p>
        </p:txBody>
      </p:sp>
      <p:sp>
        <p:nvSpPr>
          <p:cNvPr id="7" name="">
            <a:extLst xmlns:a="http://schemas.openxmlformats.org/drawingml/2006/main">
              <a:ext uri="{FF2B5EF4-FFF2-40B4-BE49-F238E27FC236}">
                <a16:creationId xmlns:a16="http://schemas.microsoft.com/office/drawing/2014/main" id="{32FFDDBA-DAD4-4BA4-9D1A-6BBF74B290F8}"/>
              </a:ext>
            </a:extLst>
          </p:cNvPr>
          <p:cNvSpPr>
            <a:spLocks xmlns:a="http://schemas.openxmlformats.org/drawingml/2006/main" noGrp="1"/>
          </p:cNvSpPr>
          <p:nvPr/>
        </p:nvSpPr>
        <p:spPr>
          <a:xfrm xmlns:a="http://schemas.openxmlformats.org/drawingml/2006/main">
            <a:off x="7115175" y="1524000"/>
            <a:ext cx="1476375"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725">
                <a:solidFill>
                  <a:srgbClr val="171717"/>
                </a:solidFill>
                <a:latin typeface="Arial"/>
                <a:ea typeface="Arial"/>
                <a:cs typeface="Arial"/>
              </a:defRPr>
            </a:defPPr>
            <a:lvl1pPr algn="ctr">
              <a:defRPr sz="1725">
                <a:solidFill>
                  <a:srgbClr val="171717"/>
                </a:solidFill>
                <a:latin typeface="Arial"/>
                <a:ea typeface="Arial"/>
                <a:cs typeface="Arial"/>
              </a:defRPr>
            </a:lvl1pPr>
            <a:lvl2pPr algn="ctr">
              <a:defRPr sz="1725">
                <a:solidFill>
                  <a:srgbClr val="171717"/>
                </a:solidFill>
                <a:latin typeface="Arial"/>
                <a:ea typeface="Arial"/>
                <a:cs typeface="Arial"/>
              </a:defRPr>
            </a:lvl2pPr>
            <a:lvl3pPr algn="ctr">
              <a:defRPr sz="1725">
                <a:solidFill>
                  <a:srgbClr val="171717"/>
                </a:solidFill>
                <a:latin typeface="Arial"/>
                <a:ea typeface="Arial"/>
                <a:cs typeface="Arial"/>
              </a:defRPr>
            </a:lvl3pPr>
            <a:lvl4pPr algn="ctr">
              <a:defRPr sz="1725">
                <a:solidFill>
                  <a:srgbClr val="171717"/>
                </a:solidFill>
                <a:latin typeface="Arial"/>
                <a:ea typeface="Arial"/>
                <a:cs typeface="Arial"/>
              </a:defRPr>
            </a:lvl4pPr>
            <a:lvl5pPr algn="ctr">
              <a:defRPr sz="1725">
                <a:solidFill>
                  <a:srgbClr val="171717"/>
                </a:solidFill>
                <a:latin typeface="Arial"/>
                <a:ea typeface="Arial"/>
                <a:cs typeface="Arial"/>
              </a:defRPr>
            </a:lvl5pPr>
            <a:lvl6pPr algn="ctr">
              <a:defRPr sz="1725">
                <a:solidFill>
                  <a:srgbClr val="171717"/>
                </a:solidFill>
                <a:latin typeface="Arial"/>
                <a:ea typeface="Arial"/>
                <a:cs typeface="Arial"/>
              </a:defRPr>
            </a:lvl6pPr>
            <a:lvl7pPr algn="ctr">
              <a:defRPr sz="1725">
                <a:solidFill>
                  <a:srgbClr val="171717"/>
                </a:solidFill>
                <a:latin typeface="Arial"/>
                <a:ea typeface="Arial"/>
                <a:cs typeface="Arial"/>
              </a:defRPr>
            </a:lvl7pPr>
            <a:lvl8pPr algn="ctr">
              <a:defRPr sz="1725">
                <a:solidFill>
                  <a:srgbClr val="171717"/>
                </a:solidFill>
                <a:latin typeface="Arial"/>
                <a:ea typeface="Arial"/>
                <a:cs typeface="Arial"/>
              </a:defRPr>
            </a:lvl8pPr>
            <a:lvl9pPr algn="ctr">
              <a:defRPr sz="1725">
                <a:solidFill>
                  <a:srgbClr val="171717"/>
                </a:solidFill>
                <a:latin typeface="Arial"/>
                <a:ea typeface="Arial"/>
                <a:cs typeface="Arial"/>
              </a:defRPr>
            </a:lvl9pPr>
          </a:lstStyle>
          <a:p xmlns:a="http://schemas.openxmlformats.org/drawingml/2006/main">
            <a:pPr algn="ctr">
              <a:defRPr sz="1725">
                <a:solidFill>
                  <a:srgbClr val="171717"/>
                </a:solidFill>
                <a:latin typeface="Arial"/>
                <a:ea typeface="Arial"/>
                <a:cs typeface="Arial"/>
              </a:defRPr>
            </a:pPr>
            <a:r>
              <a:rPr sz="1725">
                <a:solidFill>
                  <a:srgbClr val="171717"/>
                </a:solidFill>
                <a:latin typeface="Arial"/>
                <a:ea typeface="Arial"/>
                <a:cs typeface="Arial"/>
              </a:rPr>
              <a:t>sales</a:t>
            </a:r>
          </a:p>
        </p:txBody>
      </p:sp>
      <p:sp>
        <p:nvSpPr>
          <p:cNvPr id="8" name="">
            <a:extLst xmlns:a="http://schemas.openxmlformats.org/drawingml/2006/main">
              <a:ext uri="{FF2B5EF4-FFF2-40B4-BE49-F238E27FC236}">
                <a16:creationId xmlns:a16="http://schemas.microsoft.com/office/drawing/2014/main" id="{74DC7E25-6BC0-4C16-94CF-9620A278B6F3}"/>
              </a:ext>
            </a:extLst>
          </p:cNvPr>
          <p:cNvSpPr>
            <a:spLocks xmlns:a="http://schemas.openxmlformats.org/drawingml/2006/main" noGrp="1"/>
          </p:cNvSpPr>
          <p:nvPr/>
        </p:nvSpPr>
        <p:spPr>
          <a:xfrm xmlns:a="http://schemas.openxmlformats.org/drawingml/2006/main">
            <a:off x="533400" y="3276600"/>
            <a:ext cx="21907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restock_history</a:t>
            </a:r>
          </a:p>
        </p:txBody>
      </p:sp>
      <p:sp>
        <p:nvSpPr>
          <p:cNvPr id="9" name="">
            <a:extLst xmlns:a="http://schemas.openxmlformats.org/drawingml/2006/main">
              <a:ext uri="{FF2B5EF4-FFF2-40B4-BE49-F238E27FC236}">
                <a16:creationId xmlns:a16="http://schemas.microsoft.com/office/drawing/2014/main" id="{7954C351-0F2F-411B-A02F-E3491C168AEC}"/>
              </a:ext>
            </a:extLst>
          </p:cNvPr>
          <p:cNvSpPr>
            <a:spLocks xmlns:a="http://schemas.openxmlformats.org/drawingml/2006/main" noGrp="1"/>
          </p:cNvSpPr>
          <p:nvPr/>
        </p:nvSpPr>
        <p:spPr>
          <a:xfrm xmlns:a="http://schemas.openxmlformats.org/drawingml/2006/main">
            <a:off x="3524250" y="3114675"/>
            <a:ext cx="2714625"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sale_items</a:t>
            </a:r>
          </a:p>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Product and price snapshots</a:t>
            </a:r>
          </a:p>
        </p:txBody>
      </p:sp>
      <p:sp>
        <p:nvSpPr>
          <p:cNvPr id="10" name="">
            <a:extLst xmlns:a="http://schemas.openxmlformats.org/drawingml/2006/main">
              <a:ext uri="{FF2B5EF4-FFF2-40B4-BE49-F238E27FC236}">
                <a16:creationId xmlns:a16="http://schemas.microsoft.com/office/drawing/2014/main" id="{3316ACD5-6225-4720-9B28-D23272C3C7C0}"/>
              </a:ext>
            </a:extLst>
          </p:cNvPr>
          <p:cNvSpPr>
            <a:spLocks xmlns:a="http://schemas.openxmlformats.org/drawingml/2006/main" noGrp="1"/>
          </p:cNvSpPr>
          <p:nvPr/>
        </p:nvSpPr>
        <p:spPr>
          <a:xfrm xmlns:a="http://schemas.openxmlformats.org/drawingml/2006/main">
            <a:off x="6762750" y="3276600"/>
            <a:ext cx="182880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238">
                <a:solidFill>
                  <a:srgbClr val="171717"/>
                </a:solidFill>
                <a:latin typeface="Arial"/>
                <a:ea typeface="Arial"/>
                <a:cs typeface="Arial"/>
              </a:defRPr>
            </a:defPPr>
            <a:lvl1pPr algn="ctr">
              <a:defRPr sz="1238">
                <a:solidFill>
                  <a:srgbClr val="171717"/>
                </a:solidFill>
                <a:latin typeface="Arial"/>
                <a:ea typeface="Arial"/>
                <a:cs typeface="Arial"/>
              </a:defRPr>
            </a:lvl1pPr>
            <a:lvl2pPr algn="ctr">
              <a:defRPr sz="1238">
                <a:solidFill>
                  <a:srgbClr val="171717"/>
                </a:solidFill>
                <a:latin typeface="Arial"/>
                <a:ea typeface="Arial"/>
                <a:cs typeface="Arial"/>
              </a:defRPr>
            </a:lvl2pPr>
            <a:lvl3pPr algn="ctr">
              <a:defRPr sz="1238">
                <a:solidFill>
                  <a:srgbClr val="171717"/>
                </a:solidFill>
                <a:latin typeface="Arial"/>
                <a:ea typeface="Arial"/>
                <a:cs typeface="Arial"/>
              </a:defRPr>
            </a:lvl3pPr>
            <a:lvl4pPr algn="ctr">
              <a:defRPr sz="1238">
                <a:solidFill>
                  <a:srgbClr val="171717"/>
                </a:solidFill>
                <a:latin typeface="Arial"/>
                <a:ea typeface="Arial"/>
                <a:cs typeface="Arial"/>
              </a:defRPr>
            </a:lvl4pPr>
            <a:lvl5pPr algn="ctr">
              <a:defRPr sz="1238">
                <a:solidFill>
                  <a:srgbClr val="171717"/>
                </a:solidFill>
                <a:latin typeface="Arial"/>
                <a:ea typeface="Arial"/>
                <a:cs typeface="Arial"/>
              </a:defRPr>
            </a:lvl5pPr>
            <a:lvl6pPr algn="ctr">
              <a:defRPr sz="1238">
                <a:solidFill>
                  <a:srgbClr val="171717"/>
                </a:solidFill>
                <a:latin typeface="Arial"/>
                <a:ea typeface="Arial"/>
                <a:cs typeface="Arial"/>
              </a:defRPr>
            </a:lvl6pPr>
            <a:lvl7pPr algn="ctr">
              <a:defRPr sz="1238">
                <a:solidFill>
                  <a:srgbClr val="171717"/>
                </a:solidFill>
                <a:latin typeface="Arial"/>
                <a:ea typeface="Arial"/>
                <a:cs typeface="Arial"/>
              </a:defRPr>
            </a:lvl7pPr>
            <a:lvl8pPr algn="ctr">
              <a:defRPr sz="1238">
                <a:solidFill>
                  <a:srgbClr val="171717"/>
                </a:solidFill>
                <a:latin typeface="Arial"/>
                <a:ea typeface="Arial"/>
                <a:cs typeface="Arial"/>
              </a:defRPr>
            </a:lvl8pPr>
            <a:lvl9pPr algn="ctr">
              <a:defRPr sz="1238">
                <a:solidFill>
                  <a:srgbClr val="171717"/>
                </a:solidFill>
                <a:latin typeface="Arial"/>
                <a:ea typeface="Arial"/>
                <a:cs typeface="Arial"/>
              </a:defRPr>
            </a:lvl9pPr>
          </a:lstStyle>
          <a:p xmlns:a="http://schemas.openxmlformats.org/drawingml/2006/main">
            <a:pPr algn="ctr">
              <a:defRPr sz="1238">
                <a:solidFill>
                  <a:srgbClr val="171717"/>
                </a:solidFill>
                <a:latin typeface="Arial"/>
                <a:ea typeface="Arial"/>
                <a:cs typeface="Arial"/>
              </a:defRPr>
            </a:pPr>
            <a:r>
              <a:rPr sz="1238">
                <a:solidFill>
                  <a:srgbClr val="171717"/>
                </a:solidFill>
                <a:latin typeface="Arial"/>
                <a:ea typeface="Arial"/>
                <a:cs typeface="Arial"/>
              </a:rPr>
              <a:t>inventory_movements</a:t>
            </a:r>
          </a:p>
        </p:txBody>
      </p:sp>
      <p:sp>
        <p:nvSpPr>
          <p:cNvPr id="20" name="current-content-103">
            <a:extLst xmlns:a="http://schemas.openxmlformats.org/drawingml/2006/main">
              <a:ext uri="{FF2B5EF4-FFF2-40B4-BE49-F238E27FC236}">
                <a16:creationId xmlns:a16="http://schemas.microsoft.com/office/drawing/2014/main" id="{44FDC994-75EF-4487-9B3F-16E2993C8DA6}"/>
              </a:ext>
            </a:extLst>
          </p:cNvPr>
          <p:cNvSpPr>
            <a:spLocks xmlns:a="http://schemas.openxmlformats.org/drawingml/2006/main" noGrp="1"/>
          </p:cNvSpPr>
          <p:nvPr/>
        </p:nvSpPr>
        <p:spPr>
          <a:xfrm xmlns:a="http://schemas.openxmlformats.org/drawingml/2006/main">
            <a:off x="2905125" y="16002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defRPr sz="1275" b="0">
                <a:solidFill>
                  <a:srgbClr val="0070C0"/>
                </a:solidFill>
                <a:latin typeface="Arial"/>
                <a:ea typeface="Arial"/>
                <a:cs typeface="Arial"/>
              </a:defRPr>
            </a:lvl1pPr>
            <a:lvl2pPr algn="l">
              <a:defRPr sz="1275" b="0">
                <a:solidFill>
                  <a:srgbClr val="0070C0"/>
                </a:solidFill>
                <a:latin typeface="Arial"/>
                <a:ea typeface="Arial"/>
                <a:cs typeface="Arial"/>
              </a:defRPr>
            </a:lvl2pPr>
            <a:lvl3pPr algn="l">
              <a:defRPr sz="1275" b="0">
                <a:solidFill>
                  <a:srgbClr val="0070C0"/>
                </a:solidFill>
                <a:latin typeface="Arial"/>
                <a:ea typeface="Arial"/>
                <a:cs typeface="Arial"/>
              </a:defRPr>
            </a:lvl3pPr>
            <a:lvl4pPr algn="l">
              <a:defRPr sz="1275" b="0">
                <a:solidFill>
                  <a:srgbClr val="0070C0"/>
                </a:solidFill>
                <a:latin typeface="Arial"/>
                <a:ea typeface="Arial"/>
                <a:cs typeface="Arial"/>
              </a:defRPr>
            </a:lvl4pPr>
            <a:lvl5pPr algn="l">
              <a:defRPr sz="1275" b="0">
                <a:solidFill>
                  <a:srgbClr val="0070C0"/>
                </a:solidFill>
                <a:latin typeface="Arial"/>
                <a:ea typeface="Arial"/>
                <a:cs typeface="Arial"/>
              </a:defRPr>
            </a:lvl5pPr>
            <a:lvl6pPr algn="l">
              <a:defRPr sz="1275" b="0">
                <a:solidFill>
                  <a:srgbClr val="0070C0"/>
                </a:solidFill>
                <a:latin typeface="Arial"/>
                <a:ea typeface="Arial"/>
                <a:cs typeface="Arial"/>
              </a:defRPr>
            </a:lvl6pPr>
            <a:lvl7pPr algn="l">
              <a:defRPr sz="1275" b="0">
                <a:solidFill>
                  <a:srgbClr val="0070C0"/>
                </a:solidFill>
                <a:latin typeface="Arial"/>
                <a:ea typeface="Arial"/>
                <a:cs typeface="Arial"/>
              </a:defRPr>
            </a:lvl7pPr>
            <a:lvl8pPr algn="l">
              <a:defRPr sz="1275" b="0">
                <a:solidFill>
                  <a:srgbClr val="0070C0"/>
                </a:solidFill>
                <a:latin typeface="Arial"/>
                <a:ea typeface="Arial"/>
                <a:cs typeface="Arial"/>
              </a:defRPr>
            </a:lvl8pPr>
            <a:lvl9pPr algn="l">
              <a:defRPr sz="1275" b="0">
                <a:solidFill>
                  <a:srgbClr val="0070C0"/>
                </a:solidFill>
                <a:latin typeface="Arial"/>
                <a:ea typeface="Arial"/>
                <a:cs typeface="Arial"/>
              </a:defRPr>
            </a:lvl9pPr>
          </a:lstStyle>
          <a:p xmlns:a="http://schemas.openxmlformats.org/drawingml/2006/main">
            <a:pPr algn="l">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1" name="current-content-104">
            <a:extLst xmlns:a="http://schemas.openxmlformats.org/drawingml/2006/main">
              <a:ext uri="{FF2B5EF4-FFF2-40B4-BE49-F238E27FC236}">
                <a16:creationId xmlns:a16="http://schemas.microsoft.com/office/drawing/2014/main" id="{0B8A1362-47C7-4C1E-A985-3193530F19E0}"/>
              </a:ext>
            </a:extLst>
          </p:cNvPr>
          <p:cNvSpPr>
            <a:spLocks xmlns:a="http://schemas.openxmlformats.org/drawingml/2006/main" noGrp="1"/>
          </p:cNvSpPr>
          <p:nvPr/>
        </p:nvSpPr>
        <p:spPr>
          <a:xfrm xmlns:a="http://schemas.openxmlformats.org/drawingml/2006/main">
            <a:off x="1619250" y="26193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defRPr sz="1275" b="0">
                <a:solidFill>
                  <a:srgbClr val="0070C0"/>
                </a:solidFill>
                <a:latin typeface="Arial"/>
                <a:ea typeface="Arial"/>
                <a:cs typeface="Arial"/>
              </a:defRPr>
            </a:lvl1pPr>
            <a:lvl2pPr algn="l">
              <a:defRPr sz="1275" b="0">
                <a:solidFill>
                  <a:srgbClr val="0070C0"/>
                </a:solidFill>
                <a:latin typeface="Arial"/>
                <a:ea typeface="Arial"/>
                <a:cs typeface="Arial"/>
              </a:defRPr>
            </a:lvl2pPr>
            <a:lvl3pPr algn="l">
              <a:defRPr sz="1275" b="0">
                <a:solidFill>
                  <a:srgbClr val="0070C0"/>
                </a:solidFill>
                <a:latin typeface="Arial"/>
                <a:ea typeface="Arial"/>
                <a:cs typeface="Arial"/>
              </a:defRPr>
            </a:lvl3pPr>
            <a:lvl4pPr algn="l">
              <a:defRPr sz="1275" b="0">
                <a:solidFill>
                  <a:srgbClr val="0070C0"/>
                </a:solidFill>
                <a:latin typeface="Arial"/>
                <a:ea typeface="Arial"/>
                <a:cs typeface="Arial"/>
              </a:defRPr>
            </a:lvl4pPr>
            <a:lvl5pPr algn="l">
              <a:defRPr sz="1275" b="0">
                <a:solidFill>
                  <a:srgbClr val="0070C0"/>
                </a:solidFill>
                <a:latin typeface="Arial"/>
                <a:ea typeface="Arial"/>
                <a:cs typeface="Arial"/>
              </a:defRPr>
            </a:lvl5pPr>
            <a:lvl6pPr algn="l">
              <a:defRPr sz="1275" b="0">
                <a:solidFill>
                  <a:srgbClr val="0070C0"/>
                </a:solidFill>
                <a:latin typeface="Arial"/>
                <a:ea typeface="Arial"/>
                <a:cs typeface="Arial"/>
              </a:defRPr>
            </a:lvl6pPr>
            <a:lvl7pPr algn="l">
              <a:defRPr sz="1275" b="0">
                <a:solidFill>
                  <a:srgbClr val="0070C0"/>
                </a:solidFill>
                <a:latin typeface="Arial"/>
                <a:ea typeface="Arial"/>
                <a:cs typeface="Arial"/>
              </a:defRPr>
            </a:lvl7pPr>
            <a:lvl8pPr algn="l">
              <a:defRPr sz="1275" b="0">
                <a:solidFill>
                  <a:srgbClr val="0070C0"/>
                </a:solidFill>
                <a:latin typeface="Arial"/>
                <a:ea typeface="Arial"/>
                <a:cs typeface="Arial"/>
              </a:defRPr>
            </a:lvl8pPr>
            <a:lvl9pPr algn="l">
              <a:defRPr sz="1275" b="0">
                <a:solidFill>
                  <a:srgbClr val="0070C0"/>
                </a:solidFill>
                <a:latin typeface="Arial"/>
                <a:ea typeface="Arial"/>
                <a:cs typeface="Arial"/>
              </a:defRPr>
            </a:lvl9pPr>
          </a:lstStyle>
          <a:p xmlns:a="http://schemas.openxmlformats.org/drawingml/2006/main">
            <a:pPr algn="l">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2" name="current-content-105">
            <a:extLst xmlns:a="http://schemas.openxmlformats.org/drawingml/2006/main">
              <a:ext uri="{FF2B5EF4-FFF2-40B4-BE49-F238E27FC236}">
                <a16:creationId xmlns:a16="http://schemas.microsoft.com/office/drawing/2014/main" id="{EF2D4D93-FBCA-4851-899E-9B5C8B1B91C0}"/>
              </a:ext>
            </a:extLst>
          </p:cNvPr>
          <p:cNvSpPr>
            <a:spLocks xmlns:a="http://schemas.openxmlformats.org/drawingml/2006/main" noGrp="1"/>
          </p:cNvSpPr>
          <p:nvPr/>
        </p:nvSpPr>
        <p:spPr>
          <a:xfrm xmlns:a="http://schemas.openxmlformats.org/drawingml/2006/main">
            <a:off x="4914900" y="26289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defRPr sz="1275" b="0">
                <a:solidFill>
                  <a:srgbClr val="0070C0"/>
                </a:solidFill>
                <a:latin typeface="Arial"/>
                <a:ea typeface="Arial"/>
                <a:cs typeface="Arial"/>
              </a:defRPr>
            </a:lvl1pPr>
            <a:lvl2pPr algn="l">
              <a:defRPr sz="1275" b="0">
                <a:solidFill>
                  <a:srgbClr val="0070C0"/>
                </a:solidFill>
                <a:latin typeface="Arial"/>
                <a:ea typeface="Arial"/>
                <a:cs typeface="Arial"/>
              </a:defRPr>
            </a:lvl2pPr>
            <a:lvl3pPr algn="l">
              <a:defRPr sz="1275" b="0">
                <a:solidFill>
                  <a:srgbClr val="0070C0"/>
                </a:solidFill>
                <a:latin typeface="Arial"/>
                <a:ea typeface="Arial"/>
                <a:cs typeface="Arial"/>
              </a:defRPr>
            </a:lvl3pPr>
            <a:lvl4pPr algn="l">
              <a:defRPr sz="1275" b="0">
                <a:solidFill>
                  <a:srgbClr val="0070C0"/>
                </a:solidFill>
                <a:latin typeface="Arial"/>
                <a:ea typeface="Arial"/>
                <a:cs typeface="Arial"/>
              </a:defRPr>
            </a:lvl4pPr>
            <a:lvl5pPr algn="l">
              <a:defRPr sz="1275" b="0">
                <a:solidFill>
                  <a:srgbClr val="0070C0"/>
                </a:solidFill>
                <a:latin typeface="Arial"/>
                <a:ea typeface="Arial"/>
                <a:cs typeface="Arial"/>
              </a:defRPr>
            </a:lvl5pPr>
            <a:lvl6pPr algn="l">
              <a:defRPr sz="1275" b="0">
                <a:solidFill>
                  <a:srgbClr val="0070C0"/>
                </a:solidFill>
                <a:latin typeface="Arial"/>
                <a:ea typeface="Arial"/>
                <a:cs typeface="Arial"/>
              </a:defRPr>
            </a:lvl6pPr>
            <a:lvl7pPr algn="l">
              <a:defRPr sz="1275" b="0">
                <a:solidFill>
                  <a:srgbClr val="0070C0"/>
                </a:solidFill>
                <a:latin typeface="Arial"/>
                <a:ea typeface="Arial"/>
                <a:cs typeface="Arial"/>
              </a:defRPr>
            </a:lvl7pPr>
            <a:lvl8pPr algn="l">
              <a:defRPr sz="1275" b="0">
                <a:solidFill>
                  <a:srgbClr val="0070C0"/>
                </a:solidFill>
                <a:latin typeface="Arial"/>
                <a:ea typeface="Arial"/>
                <a:cs typeface="Arial"/>
              </a:defRPr>
            </a:lvl8pPr>
            <a:lvl9pPr algn="l">
              <a:defRPr sz="1275" b="0">
                <a:solidFill>
                  <a:srgbClr val="0070C0"/>
                </a:solidFill>
                <a:latin typeface="Arial"/>
                <a:ea typeface="Arial"/>
                <a:cs typeface="Arial"/>
              </a:defRPr>
            </a:lvl9pPr>
          </a:lstStyle>
          <a:p xmlns:a="http://schemas.openxmlformats.org/drawingml/2006/main">
            <a:pPr algn="l">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3" name="current-content-106">
            <a:extLst xmlns:a="http://schemas.openxmlformats.org/drawingml/2006/main">
              <a:ext uri="{FF2B5EF4-FFF2-40B4-BE49-F238E27FC236}">
                <a16:creationId xmlns:a16="http://schemas.microsoft.com/office/drawing/2014/main" id="{F69278E2-8952-43E1-A1B9-458E35FB6F50}"/>
              </a:ext>
            </a:extLst>
          </p:cNvPr>
          <p:cNvSpPr>
            <a:spLocks xmlns:a="http://schemas.openxmlformats.org/drawingml/2006/main" noGrp="1"/>
          </p:cNvSpPr>
          <p:nvPr/>
        </p:nvSpPr>
        <p:spPr>
          <a:xfrm xmlns:a="http://schemas.openxmlformats.org/drawingml/2006/main">
            <a:off x="6638925" y="263842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defRPr sz="1275" b="0">
                <a:solidFill>
                  <a:srgbClr val="0070C0"/>
                </a:solidFill>
                <a:latin typeface="Arial"/>
                <a:ea typeface="Arial"/>
                <a:cs typeface="Arial"/>
              </a:defRPr>
            </a:lvl1pPr>
            <a:lvl2pPr algn="l">
              <a:defRPr sz="1275" b="0">
                <a:solidFill>
                  <a:srgbClr val="0070C0"/>
                </a:solidFill>
                <a:latin typeface="Arial"/>
                <a:ea typeface="Arial"/>
                <a:cs typeface="Arial"/>
              </a:defRPr>
            </a:lvl2pPr>
            <a:lvl3pPr algn="l">
              <a:defRPr sz="1275" b="0">
                <a:solidFill>
                  <a:srgbClr val="0070C0"/>
                </a:solidFill>
                <a:latin typeface="Arial"/>
                <a:ea typeface="Arial"/>
                <a:cs typeface="Arial"/>
              </a:defRPr>
            </a:lvl3pPr>
            <a:lvl4pPr algn="l">
              <a:defRPr sz="1275" b="0">
                <a:solidFill>
                  <a:srgbClr val="0070C0"/>
                </a:solidFill>
                <a:latin typeface="Arial"/>
                <a:ea typeface="Arial"/>
                <a:cs typeface="Arial"/>
              </a:defRPr>
            </a:lvl4pPr>
            <a:lvl5pPr algn="l">
              <a:defRPr sz="1275" b="0">
                <a:solidFill>
                  <a:srgbClr val="0070C0"/>
                </a:solidFill>
                <a:latin typeface="Arial"/>
                <a:ea typeface="Arial"/>
                <a:cs typeface="Arial"/>
              </a:defRPr>
            </a:lvl5pPr>
            <a:lvl6pPr algn="l">
              <a:defRPr sz="1275" b="0">
                <a:solidFill>
                  <a:srgbClr val="0070C0"/>
                </a:solidFill>
                <a:latin typeface="Arial"/>
                <a:ea typeface="Arial"/>
                <a:cs typeface="Arial"/>
              </a:defRPr>
            </a:lvl6pPr>
            <a:lvl7pPr algn="l">
              <a:defRPr sz="1275" b="0">
                <a:solidFill>
                  <a:srgbClr val="0070C0"/>
                </a:solidFill>
                <a:latin typeface="Arial"/>
                <a:ea typeface="Arial"/>
                <a:cs typeface="Arial"/>
              </a:defRPr>
            </a:lvl7pPr>
            <a:lvl8pPr algn="l">
              <a:defRPr sz="1275" b="0">
                <a:solidFill>
                  <a:srgbClr val="0070C0"/>
                </a:solidFill>
                <a:latin typeface="Arial"/>
                <a:ea typeface="Arial"/>
                <a:cs typeface="Arial"/>
              </a:defRPr>
            </a:lvl8pPr>
            <a:lvl9pPr algn="l">
              <a:defRPr sz="1275" b="0">
                <a:solidFill>
                  <a:srgbClr val="0070C0"/>
                </a:solidFill>
                <a:latin typeface="Arial"/>
                <a:ea typeface="Arial"/>
                <a:cs typeface="Arial"/>
              </a:defRPr>
            </a:lvl9pPr>
          </a:lstStyle>
          <a:p xmlns:a="http://schemas.openxmlformats.org/drawingml/2006/main">
            <a:pPr algn="l">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4" name="current-content-107">
            <a:extLst xmlns:a="http://schemas.openxmlformats.org/drawingml/2006/main">
              <a:ext uri="{FF2B5EF4-FFF2-40B4-BE49-F238E27FC236}">
                <a16:creationId xmlns:a16="http://schemas.microsoft.com/office/drawing/2014/main" id="{5ED3943C-241D-4388-969B-0A093F953AE7}"/>
              </a:ext>
            </a:extLst>
          </p:cNvPr>
          <p:cNvSpPr>
            <a:spLocks xmlns:a="http://schemas.openxmlformats.org/drawingml/2006/main" noGrp="1"/>
          </p:cNvSpPr>
          <p:nvPr/>
        </p:nvSpPr>
        <p:spPr>
          <a:xfrm xmlns:a="http://schemas.openxmlformats.org/drawingml/2006/main">
            <a:off x="533400" y="4181475"/>
            <a:ext cx="8058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Movement history references products and records before/after stock.</a:t>
            </a:r>
          </a:p>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Store membership: stores, profiles and store_users. Other entities omitted.</a:t>
            </a:r>
          </a:p>
        </p:txBody>
      </p:sp>
      <p:cxnSp>
        <p:nvCxnSpPr>
          <p:cNvPr id="11" name="">
            <a:extLst xmlns:a="http://schemas.openxmlformats.org/drawingml/2006/main">
              <a:ext uri="{FF2B5EF4-FFF2-40B4-BE49-F238E27FC236}">
                <a16:creationId xmlns:a16="http://schemas.microsoft.com/office/drawing/2014/main" id="{2E625581-3A8E-44F3-A409-0A71C4C897F2}"/>
              </a:ext>
            </a:extLst>
          </p:cNvPr>
          <p:cNvCxnSpPr>
            <a:stCxn xmlns:a="http://schemas.openxmlformats.org/drawingml/2006/main" id="5" idx="3"/>
            <a:endCxn xmlns:a="http://schemas.openxmlformats.org/drawingml/2006/main" id="6" idx="1"/>
          </p:cNvCxnSpPr>
          <p:nvPr/>
        </p:nvCxnSpPr>
        <p:spPr>
          <a:xfrm xmlns:a="http://schemas.openxmlformats.org/drawingml/2006/main">
            <a:off x="2724150" y="1881188"/>
            <a:ext cx="80010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2" name="">
            <a:extLst xmlns:a="http://schemas.openxmlformats.org/drawingml/2006/main">
              <a:ext uri="{FF2B5EF4-FFF2-40B4-BE49-F238E27FC236}">
                <a16:creationId xmlns:a16="http://schemas.microsoft.com/office/drawing/2014/main" id="{8646DBAD-25A8-4F63-ABA4-540E84D33541}"/>
              </a:ext>
            </a:extLst>
          </p:cNvPr>
          <p:cNvCxnSpPr>
            <a:stCxn xmlns:a="http://schemas.openxmlformats.org/drawingml/2006/main" id="5" idx="2"/>
            <a:endCxn xmlns:a="http://schemas.openxmlformats.org/drawingml/2006/main" id="8" idx="0"/>
          </p:cNvCxnSpPr>
          <p:nvPr/>
        </p:nvCxnSpPr>
        <p:spPr>
          <a:xfrm xmlns:a="http://schemas.openxmlformats.org/drawingml/2006/main">
            <a:off x="1628775" y="2238375"/>
            <a:ext cx="0" cy="1038225"/>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3" name="">
            <a:extLst xmlns:a="http://schemas.openxmlformats.org/drawingml/2006/main">
              <a:ext uri="{FF2B5EF4-FFF2-40B4-BE49-F238E27FC236}">
                <a16:creationId xmlns:a16="http://schemas.microsoft.com/office/drawing/2014/main" id="{10D9E87E-1B3A-427D-B630-12A3B941F412}"/>
              </a:ext>
            </a:extLst>
          </p:cNvPr>
          <p:cNvCxnSpPr>
            <a:stCxn xmlns:a="http://schemas.openxmlformats.org/drawingml/2006/main" id="6" idx="2"/>
            <a:endCxn xmlns:a="http://schemas.openxmlformats.org/drawingml/2006/main" id="9" idx="0"/>
          </p:cNvCxnSpPr>
          <p:nvPr/>
        </p:nvCxnSpPr>
        <p:spPr>
          <a:xfrm xmlns:a="http://schemas.openxmlformats.org/drawingml/2006/main">
            <a:off x="4881563" y="2238375"/>
            <a:ext cx="0" cy="87630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4" name="">
            <a:extLst xmlns:a="http://schemas.openxmlformats.org/drawingml/2006/main">
              <a:ext uri="{FF2B5EF4-FFF2-40B4-BE49-F238E27FC236}">
                <a16:creationId xmlns:a16="http://schemas.microsoft.com/office/drawing/2014/main" id="{94762C2B-08AE-41BA-AD0D-434146981768}"/>
              </a:ext>
            </a:extLst>
          </p:cNvPr>
          <p:cNvCxnSpPr/>
          <p:nvPr/>
        </p:nvCxnSpPr>
        <p:spPr>
          <a:xfrm xmlns:a="http://schemas.openxmlformats.org/drawingml/2006/main">
            <a:off x="6572250" y="1876425"/>
            <a:ext cx="542925" cy="0"/>
          </a:xfrm>
          <a:prstGeom xmlns:a="http://schemas.openxmlformats.org/drawingml/2006/main" prst="straightConnector1">
            <a:avLst/>
          </a:prstGeom>
          <a:ln xmlns:a="http://schemas.openxmlformats.org/drawingml/2006/main" w="19050">
            <a:solidFill>
              <a:srgbClr val="0070C0"/>
            </a:solidFill>
          </a:ln>
        </p:spPr>
      </p:cxnSp>
      <p:cxnSp>
        <p:nvCxnSpPr>
          <p:cNvPr id="15" name="">
            <a:extLst xmlns:a="http://schemas.openxmlformats.org/drawingml/2006/main">
              <a:ext uri="{FF2B5EF4-FFF2-40B4-BE49-F238E27FC236}">
                <a16:creationId xmlns:a16="http://schemas.microsoft.com/office/drawing/2014/main" id="{AD0E1A65-44AA-4F69-A8D2-61678D9A4903}"/>
              </a:ext>
            </a:extLst>
          </p:cNvPr>
          <p:cNvCxnSpPr/>
          <p:nvPr/>
        </p:nvCxnSpPr>
        <p:spPr>
          <a:xfrm xmlns:a="http://schemas.openxmlformats.org/drawingml/2006/main">
            <a:off x="6572250" y="1876425"/>
            <a:ext cx="0" cy="1676400"/>
          </a:xfrm>
          <a:prstGeom xmlns:a="http://schemas.openxmlformats.org/drawingml/2006/main" prst="straightConnector1">
            <a:avLst/>
          </a:prstGeom>
          <a:ln xmlns:a="http://schemas.openxmlformats.org/drawingml/2006/main" w="19050">
            <a:solidFill>
              <a:srgbClr val="0070C0"/>
            </a:solidFill>
          </a:ln>
        </p:spPr>
      </p:cxnSp>
      <p:cxnSp>
        <p:nvCxnSpPr>
          <p:cNvPr id="16" name="">
            <a:extLst xmlns:a="http://schemas.openxmlformats.org/drawingml/2006/main">
              <a:ext uri="{FF2B5EF4-FFF2-40B4-BE49-F238E27FC236}">
                <a16:creationId xmlns:a16="http://schemas.microsoft.com/office/drawing/2014/main" id="{9C6A6029-D4B5-4663-A49D-5FE8380E14FA}"/>
              </a:ext>
            </a:extLst>
          </p:cNvPr>
          <p:cNvCxnSpPr/>
          <p:nvPr/>
        </p:nvCxnSpPr>
        <p:spPr>
          <a:xfrm xmlns:a="http://schemas.openxmlformats.org/drawingml/2006/main">
            <a:off x="6238875" y="3552825"/>
            <a:ext cx="333375" cy="0"/>
          </a:xfrm>
          <a:prstGeom xmlns:a="http://schemas.openxmlformats.org/drawingml/2006/main" prst="straightConnector1">
            <a:avLst/>
          </a:prstGeom>
          <a:ln xmlns:a="http://schemas.openxmlformats.org/drawingml/2006/main" w="19050">
            <a:solidFill>
              <a:srgbClr val="0070C0"/>
            </a:solidFill>
            <a:headEnd type="triangle" w="med" len="med"/>
          </a:ln>
        </p:spPr>
      </p:cxnSp>
      <p:cxnSp>
        <p:nvCxnSpPr>
          <p:cNvPr id="17" name="">
            <a:extLst xmlns:a="http://schemas.openxmlformats.org/drawingml/2006/main">
              <a:ext uri="{FF2B5EF4-FFF2-40B4-BE49-F238E27FC236}">
                <a16:creationId xmlns:a16="http://schemas.microsoft.com/office/drawing/2014/main" id="{39CD140D-33B2-4089-9119-2765C8F157C5}"/>
              </a:ext>
            </a:extLst>
          </p:cNvPr>
          <p:cNvCxnSpPr/>
          <p:nvPr/>
        </p:nvCxnSpPr>
        <p:spPr>
          <a:xfrm xmlns:a="http://schemas.openxmlformats.org/drawingml/2006/main">
            <a:off x="2724150" y="2066925"/>
            <a:ext cx="361950" cy="0"/>
          </a:xfrm>
          <a:prstGeom xmlns:a="http://schemas.openxmlformats.org/drawingml/2006/main" prst="straightConnector1">
            <a:avLst/>
          </a:prstGeom>
          <a:ln xmlns:a="http://schemas.openxmlformats.org/drawingml/2006/main" w="19050">
            <a:solidFill>
              <a:srgbClr val="0070C0"/>
            </a:solidFill>
          </a:ln>
        </p:spPr>
      </p:cxnSp>
      <p:cxnSp>
        <p:nvCxnSpPr>
          <p:cNvPr id="18" name="">
            <a:extLst xmlns:a="http://schemas.openxmlformats.org/drawingml/2006/main">
              <a:ext uri="{FF2B5EF4-FFF2-40B4-BE49-F238E27FC236}">
                <a16:creationId xmlns:a16="http://schemas.microsoft.com/office/drawing/2014/main" id="{5238C585-3F9E-4CF1-864C-DFB910789695}"/>
              </a:ext>
            </a:extLst>
          </p:cNvPr>
          <p:cNvCxnSpPr/>
          <p:nvPr/>
        </p:nvCxnSpPr>
        <p:spPr>
          <a:xfrm xmlns:a="http://schemas.openxmlformats.org/drawingml/2006/main">
            <a:off x="3086100" y="2066925"/>
            <a:ext cx="0" cy="1485900"/>
          </a:xfrm>
          <a:prstGeom xmlns:a="http://schemas.openxmlformats.org/drawingml/2006/main" prst="straightConnector1">
            <a:avLst/>
          </a:prstGeom>
          <a:ln xmlns:a="http://schemas.openxmlformats.org/drawingml/2006/main" w="19050">
            <a:solidFill>
              <a:srgbClr val="0070C0"/>
            </a:solidFill>
          </a:ln>
        </p:spPr>
      </p:cxnSp>
      <p:cxnSp>
        <p:nvCxnSpPr>
          <p:cNvPr id="19" name="">
            <a:extLst xmlns:a="http://schemas.openxmlformats.org/drawingml/2006/main">
              <a:ext uri="{FF2B5EF4-FFF2-40B4-BE49-F238E27FC236}">
                <a16:creationId xmlns:a16="http://schemas.microsoft.com/office/drawing/2014/main" id="{374355E3-FA33-484D-A272-762C0E36D171}"/>
              </a:ext>
            </a:extLst>
          </p:cNvPr>
          <p:cNvCxnSpPr/>
          <p:nvPr/>
        </p:nvCxnSpPr>
        <p:spPr>
          <a:xfrm xmlns:a="http://schemas.openxmlformats.org/drawingml/2006/main">
            <a:off x="3086100" y="3552825"/>
            <a:ext cx="438150" cy="0"/>
          </a:xfrm>
          <a:prstGeom xmlns:a="http://schemas.openxmlformats.org/drawingml/2006/main" prst="straightConnector1">
            <a:avLst/>
          </a:prstGeom>
          <a:ln xmlns:a="http://schemas.openxmlformats.org/drawingml/2006/main" w="19050">
            <a:solidFill>
              <a:srgbClr val="0070C0"/>
            </a:solidFill>
            <a:tailEnd type="triangle" w="med" len="med"/>
          </a:ln>
        </p:spPr>
      </p:cxnSp>
    </p:spTree>
    <p:extLst>
      <p:ext uri="{BB962C8B-B14F-4D97-AF65-F5344CB8AC3E}">
        <p14:creationId xmlns:p14="http://schemas.microsoft.com/office/powerpoint/2010/main" val="18536403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36A3BC3F-5015-4504-9347-9C8758DACD51}"/>
              </a:ext>
            </a:extLst>
          </p:cNvPr>
          <p:cNvPicPr>
            <a:picLocks xmlns:a="http://schemas.openxmlformats.org/drawingml/2006/main" noChangeAspect="1"/>
          </p:cNvPicPr>
          <p:nvPr/>
        </p:nvPicPr>
        <p:blipFill>
          <a:blip xmlns:r="http://schemas.openxmlformats.org/officeDocument/2006/relationships" xmlns:a="http://schemas.openxmlformats.org/drawingml/2006/main" r:embed="Rd7010b0a629d4976"/>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6">
            <a:extLst xmlns:a="http://schemas.openxmlformats.org/drawingml/2006/main">
              <a:ext uri="{FF2B5EF4-FFF2-40B4-BE49-F238E27FC236}">
                <a16:creationId xmlns:a16="http://schemas.microsoft.com/office/drawing/2014/main" id="{B04B2866-3685-46F0-825C-31A1FA9B0EA0}"/>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Core system logic</a:t>
            </a:r>
          </a:p>
        </p:txBody>
      </p:sp>
      <p:pic>
        <p:nvPicPr>
          <p:cNvPr id="3" name="">
            <a:extLst xmlns:a="http://schemas.openxmlformats.org/drawingml/2006/main">
              <a:ext uri="{FF2B5EF4-FFF2-40B4-BE49-F238E27FC236}">
                <a16:creationId xmlns:a16="http://schemas.microsoft.com/office/drawing/2014/main" id="{8168202D-79F3-42D7-9708-84C0CC874EA6}"/>
              </a:ext>
            </a:extLst>
          </p:cNvPr>
          <p:cNvPicPr>
            <a:picLocks xmlns:a="http://schemas.openxmlformats.org/drawingml/2006/main" noChangeAspect="1"/>
          </p:cNvPicPr>
          <p:nvPr/>
        </p:nvPicPr>
        <p:blipFill>
          <a:blip xmlns:r="http://schemas.openxmlformats.org/officeDocument/2006/relationships" xmlns:a="http://schemas.openxmlformats.org/drawingml/2006/main" r:embed="Ra94c90e393b746c8"/>
          <a:stretch xmlns:a="http://schemas.openxmlformats.org/drawingml/2006/main"/>
        </p:blipFill>
        <p:spPr>
          <a:xfrm xmlns:a="http://schemas.openxmlformats.org/drawingml/2006/main">
            <a:off x="3524250" y="4676998"/>
            <a:ext cx="2095500" cy="332930"/>
          </a:xfrm>
          <a:prstGeom xmlns:a="http://schemas.openxmlformats.org/drawingml/2006/main" prst="rect">
            <a:avLst/>
          </a:prstGeom>
        </p:spPr>
      </p:pic>
      <p:sp>
        <p:nvSpPr>
          <p:cNvPr id="4" name="current-content-27">
            <a:extLst xmlns:a="http://schemas.openxmlformats.org/drawingml/2006/main">
              <a:ext uri="{FF2B5EF4-FFF2-40B4-BE49-F238E27FC236}">
                <a16:creationId xmlns:a16="http://schemas.microsoft.com/office/drawing/2014/main" id="{B0743CC8-CF5E-456C-948A-4ECB8E003CF7}"/>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14 / 17</a:t>
            </a:r>
          </a:p>
        </p:txBody>
      </p:sp>
      <p:sp>
        <p:nvSpPr>
          <p:cNvPr id="5" name="current-content-108">
            <a:extLst xmlns:a="http://schemas.openxmlformats.org/drawingml/2006/main">
              <a:ext uri="{FF2B5EF4-FFF2-40B4-BE49-F238E27FC236}">
                <a16:creationId xmlns:a16="http://schemas.microsoft.com/office/drawing/2014/main" id="{616E2C83-590F-445F-96A7-0F8C591ADBF5}"/>
              </a:ext>
            </a:extLst>
          </p:cNvPr>
          <p:cNvSpPr>
            <a:spLocks xmlns:a="http://schemas.openxmlformats.org/drawingml/2006/main" noGrp="1"/>
          </p:cNvSpPr>
          <p:nvPr/>
        </p:nvSpPr>
        <p:spPr>
          <a:xfrm xmlns:a="http://schemas.openxmlformats.org/drawingml/2006/main">
            <a:off x="533400" y="1304925"/>
            <a:ext cx="805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Checkout</a:t>
            </a:r>
          </a:p>
        </p:txBody>
      </p:sp>
      <p:sp>
        <p:nvSpPr>
          <p:cNvPr id="6" name="">
            <a:extLst xmlns:a="http://schemas.openxmlformats.org/drawingml/2006/main">
              <a:ext uri="{FF2B5EF4-FFF2-40B4-BE49-F238E27FC236}">
                <a16:creationId xmlns:a16="http://schemas.microsoft.com/office/drawing/2014/main" id="{9A08F1B5-07C0-4F6E-8D05-2D6A80A6C063}"/>
              </a:ext>
            </a:extLst>
          </p:cNvPr>
          <p:cNvSpPr>
            <a:spLocks xmlns:a="http://schemas.openxmlformats.org/drawingml/2006/main" noGrp="1"/>
          </p:cNvSpPr>
          <p:nvPr/>
        </p:nvSpPr>
        <p:spPr>
          <a:xfrm xmlns:a="http://schemas.openxmlformats.org/drawingml/2006/main">
            <a:off x="533400" y="1657350"/>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Cart and payment</a:t>
            </a:r>
          </a:p>
        </p:txBody>
      </p:sp>
      <p:sp>
        <p:nvSpPr>
          <p:cNvPr id="7" name="">
            <a:extLst xmlns:a="http://schemas.openxmlformats.org/drawingml/2006/main">
              <a:ext uri="{FF2B5EF4-FFF2-40B4-BE49-F238E27FC236}">
                <a16:creationId xmlns:a16="http://schemas.microsoft.com/office/drawing/2014/main" id="{10E82828-A438-4990-BE9A-D9037CBF45CC}"/>
              </a:ext>
            </a:extLst>
          </p:cNvPr>
          <p:cNvSpPr>
            <a:spLocks xmlns:a="http://schemas.openxmlformats.org/drawingml/2006/main" noGrp="1"/>
          </p:cNvSpPr>
          <p:nvPr/>
        </p:nvSpPr>
        <p:spPr>
          <a:xfrm xmlns:a="http://schemas.openxmlformats.org/drawingml/2006/main">
            <a:off x="3438525" y="1657350"/>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Server validation</a:t>
            </a:r>
          </a:p>
        </p:txBody>
      </p:sp>
      <p:sp>
        <p:nvSpPr>
          <p:cNvPr id="8" name="">
            <a:extLst xmlns:a="http://schemas.openxmlformats.org/drawingml/2006/main">
              <a:ext uri="{FF2B5EF4-FFF2-40B4-BE49-F238E27FC236}">
                <a16:creationId xmlns:a16="http://schemas.microsoft.com/office/drawing/2014/main" id="{5C8EC327-4820-47B0-BFC4-361C6D89190F}"/>
              </a:ext>
            </a:extLst>
          </p:cNvPr>
          <p:cNvSpPr>
            <a:spLocks xmlns:a="http://schemas.openxmlformats.org/drawingml/2006/main" noGrp="1"/>
          </p:cNvSpPr>
          <p:nvPr/>
        </p:nvSpPr>
        <p:spPr>
          <a:xfrm xmlns:a="http://schemas.openxmlformats.org/drawingml/2006/main">
            <a:off x="6343650" y="1657350"/>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Commit sale + stock</a:t>
            </a:r>
          </a:p>
        </p:txBody>
      </p:sp>
      <p:sp>
        <p:nvSpPr>
          <p:cNvPr id="11" name="current-content-109">
            <a:extLst xmlns:a="http://schemas.openxmlformats.org/drawingml/2006/main">
              <a:ext uri="{FF2B5EF4-FFF2-40B4-BE49-F238E27FC236}">
                <a16:creationId xmlns:a16="http://schemas.microsoft.com/office/drawing/2014/main" id="{16368B69-4078-4663-8856-FECC058464F8}"/>
              </a:ext>
            </a:extLst>
          </p:cNvPr>
          <p:cNvSpPr>
            <a:spLocks xmlns:a="http://schemas.openxmlformats.org/drawingml/2006/main" noGrp="1"/>
          </p:cNvSpPr>
          <p:nvPr/>
        </p:nvSpPr>
        <p:spPr>
          <a:xfrm xmlns:a="http://schemas.openxmlformats.org/drawingml/2006/main">
            <a:off x="533400" y="2343150"/>
            <a:ext cx="805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Bulk conversion</a:t>
            </a:r>
          </a:p>
        </p:txBody>
      </p:sp>
      <p:sp>
        <p:nvSpPr>
          <p:cNvPr id="12" name="">
            <a:extLst xmlns:a="http://schemas.openxmlformats.org/drawingml/2006/main">
              <a:ext uri="{FF2B5EF4-FFF2-40B4-BE49-F238E27FC236}">
                <a16:creationId xmlns:a16="http://schemas.microsoft.com/office/drawing/2014/main" id="{03E8FE38-7C0C-46F1-965A-EA4DDC0FC507}"/>
              </a:ext>
            </a:extLst>
          </p:cNvPr>
          <p:cNvSpPr>
            <a:spLocks xmlns:a="http://schemas.openxmlformats.org/drawingml/2006/main" noGrp="1"/>
          </p:cNvSpPr>
          <p:nvPr/>
        </p:nvSpPr>
        <p:spPr>
          <a:xfrm xmlns:a="http://schemas.openxmlformats.org/drawingml/2006/main">
            <a:off x="533400" y="2695575"/>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2 packs × 6 pieces</a:t>
            </a:r>
          </a:p>
        </p:txBody>
      </p:sp>
      <p:sp>
        <p:nvSpPr>
          <p:cNvPr id="13" name="">
            <a:extLst xmlns:a="http://schemas.openxmlformats.org/drawingml/2006/main">
              <a:ext uri="{FF2B5EF4-FFF2-40B4-BE49-F238E27FC236}">
                <a16:creationId xmlns:a16="http://schemas.microsoft.com/office/drawing/2014/main" id="{94814B4C-289F-46A0-821C-F54B85774827}"/>
              </a:ext>
            </a:extLst>
          </p:cNvPr>
          <p:cNvSpPr>
            <a:spLocks xmlns:a="http://schemas.openxmlformats.org/drawingml/2006/main" noGrp="1"/>
          </p:cNvSpPr>
          <p:nvPr/>
        </p:nvSpPr>
        <p:spPr>
          <a:xfrm xmlns:a="http://schemas.openxmlformats.org/drawingml/2006/main">
            <a:off x="3438525" y="2695575"/>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12 base units</a:t>
            </a:r>
          </a:p>
        </p:txBody>
      </p:sp>
      <p:sp>
        <p:nvSpPr>
          <p:cNvPr id="14" name="">
            <a:extLst xmlns:a="http://schemas.openxmlformats.org/drawingml/2006/main">
              <a:ext uri="{FF2B5EF4-FFF2-40B4-BE49-F238E27FC236}">
                <a16:creationId xmlns:a16="http://schemas.microsoft.com/office/drawing/2014/main" id="{FC0B957C-1B93-4AA9-B05C-ECF0DB8C7EED}"/>
              </a:ext>
            </a:extLst>
          </p:cNvPr>
          <p:cNvSpPr>
            <a:spLocks xmlns:a="http://schemas.openxmlformats.org/drawingml/2006/main" noGrp="1"/>
          </p:cNvSpPr>
          <p:nvPr/>
        </p:nvSpPr>
        <p:spPr>
          <a:xfrm xmlns:a="http://schemas.openxmlformats.org/drawingml/2006/main">
            <a:off x="6343650" y="2695575"/>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24 pieces become 12</a:t>
            </a:r>
          </a:p>
        </p:txBody>
      </p:sp>
      <p:sp>
        <p:nvSpPr>
          <p:cNvPr id="17" name="current-content-110">
            <a:extLst xmlns:a="http://schemas.openxmlformats.org/drawingml/2006/main">
              <a:ext uri="{FF2B5EF4-FFF2-40B4-BE49-F238E27FC236}">
                <a16:creationId xmlns:a16="http://schemas.microsoft.com/office/drawing/2014/main" id="{272813FD-914E-49C5-83E8-208FBA6B517E}"/>
              </a:ext>
            </a:extLst>
          </p:cNvPr>
          <p:cNvSpPr>
            <a:spLocks xmlns:a="http://schemas.openxmlformats.org/drawingml/2006/main" noGrp="1"/>
          </p:cNvSpPr>
          <p:nvPr/>
        </p:nvSpPr>
        <p:spPr>
          <a:xfrm xmlns:a="http://schemas.openxmlformats.org/drawingml/2006/main">
            <a:off x="533400" y="3381375"/>
            <a:ext cx="805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Receiving</a:t>
            </a:r>
          </a:p>
        </p:txBody>
      </p:sp>
      <p:sp>
        <p:nvSpPr>
          <p:cNvPr id="18" name="">
            <a:extLst xmlns:a="http://schemas.openxmlformats.org/drawingml/2006/main">
              <a:ext uri="{FF2B5EF4-FFF2-40B4-BE49-F238E27FC236}">
                <a16:creationId xmlns:a16="http://schemas.microsoft.com/office/drawing/2014/main" id="{7F4184D4-0B14-4C6E-A306-964078DCC369}"/>
              </a:ext>
            </a:extLst>
          </p:cNvPr>
          <p:cNvSpPr>
            <a:spLocks xmlns:a="http://schemas.openxmlformats.org/drawingml/2006/main" noGrp="1"/>
          </p:cNvSpPr>
          <p:nvPr/>
        </p:nvSpPr>
        <p:spPr>
          <a:xfrm xmlns:a="http://schemas.openxmlformats.org/drawingml/2006/main">
            <a:off x="533400" y="3733800"/>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Configured packages</a:t>
            </a:r>
          </a:p>
        </p:txBody>
      </p:sp>
      <p:sp>
        <p:nvSpPr>
          <p:cNvPr id="19" name="">
            <a:extLst xmlns:a="http://schemas.openxmlformats.org/drawingml/2006/main">
              <a:ext uri="{FF2B5EF4-FFF2-40B4-BE49-F238E27FC236}">
                <a16:creationId xmlns:a16="http://schemas.microsoft.com/office/drawing/2014/main" id="{CDBB0AAA-BABF-4279-B0D4-5E0DBB7A4FAD}"/>
              </a:ext>
            </a:extLst>
          </p:cNvPr>
          <p:cNvSpPr>
            <a:spLocks xmlns:a="http://schemas.openxmlformats.org/drawingml/2006/main" noGrp="1"/>
          </p:cNvSpPr>
          <p:nvPr/>
        </p:nvSpPr>
        <p:spPr>
          <a:xfrm xmlns:a="http://schemas.openxmlformats.org/drawingml/2006/main">
            <a:off x="3438525" y="3733800"/>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Stock + cost history</a:t>
            </a:r>
          </a:p>
        </p:txBody>
      </p:sp>
      <p:sp>
        <p:nvSpPr>
          <p:cNvPr id="20" name="">
            <a:extLst xmlns:a="http://schemas.openxmlformats.org/drawingml/2006/main">
              <a:ext uri="{FF2B5EF4-FFF2-40B4-BE49-F238E27FC236}">
                <a16:creationId xmlns:a16="http://schemas.microsoft.com/office/drawing/2014/main" id="{1DDCE97D-17BA-425E-A0E1-448FBE02B6ED}"/>
              </a:ext>
            </a:extLst>
          </p:cNvPr>
          <p:cNvSpPr>
            <a:spLocks xmlns:a="http://schemas.openxmlformats.org/drawingml/2006/main" noGrp="1"/>
          </p:cNvSpPr>
          <p:nvPr/>
        </p:nvSpPr>
        <p:spPr>
          <a:xfrm xmlns:a="http://schemas.openxmlformats.org/drawingml/2006/main">
            <a:off x="6343650" y="3733800"/>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Review suggested price</a:t>
            </a:r>
          </a:p>
        </p:txBody>
      </p:sp>
      <p:sp>
        <p:nvSpPr>
          <p:cNvPr id="23" name="current-content-111">
            <a:extLst xmlns:a="http://schemas.openxmlformats.org/drawingml/2006/main">
              <a:ext uri="{FF2B5EF4-FFF2-40B4-BE49-F238E27FC236}">
                <a16:creationId xmlns:a16="http://schemas.microsoft.com/office/drawing/2014/main" id="{47080626-E326-4818-83A0-039D8D7716DB}"/>
              </a:ext>
            </a:extLst>
          </p:cNvPr>
          <p:cNvSpPr>
            <a:spLocks xmlns:a="http://schemas.openxmlformats.org/drawingml/2006/main" noGrp="1"/>
          </p:cNvSpPr>
          <p:nvPr/>
        </p:nvSpPr>
        <p:spPr>
          <a:xfrm xmlns:a="http://schemas.openxmlformats.org/drawingml/2006/main">
            <a:off x="533400" y="4457700"/>
            <a:ext cx="805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38" b="0">
                <a:solidFill>
                  <a:srgbClr val="595959"/>
                </a:solidFill>
                <a:latin typeface="Arial"/>
                <a:ea typeface="Arial"/>
                <a:cs typeface="Arial"/>
              </a:defRPr>
            </a:defPPr>
            <a:lvl1pPr algn="l">
              <a:defRPr sz="1238" b="0">
                <a:solidFill>
                  <a:srgbClr val="595959"/>
                </a:solidFill>
                <a:latin typeface="Arial"/>
                <a:ea typeface="Arial"/>
                <a:cs typeface="Arial"/>
              </a:defRPr>
            </a:lvl1pPr>
            <a:lvl2pPr algn="l">
              <a:defRPr sz="1238" b="0">
                <a:solidFill>
                  <a:srgbClr val="595959"/>
                </a:solidFill>
                <a:latin typeface="Arial"/>
                <a:ea typeface="Arial"/>
                <a:cs typeface="Arial"/>
              </a:defRPr>
            </a:lvl2pPr>
            <a:lvl3pPr algn="l">
              <a:defRPr sz="1238" b="0">
                <a:solidFill>
                  <a:srgbClr val="595959"/>
                </a:solidFill>
                <a:latin typeface="Arial"/>
                <a:ea typeface="Arial"/>
                <a:cs typeface="Arial"/>
              </a:defRPr>
            </a:lvl3pPr>
            <a:lvl4pPr algn="l">
              <a:defRPr sz="1238" b="0">
                <a:solidFill>
                  <a:srgbClr val="595959"/>
                </a:solidFill>
                <a:latin typeface="Arial"/>
                <a:ea typeface="Arial"/>
                <a:cs typeface="Arial"/>
              </a:defRPr>
            </a:lvl4pPr>
            <a:lvl5pPr algn="l">
              <a:defRPr sz="1238" b="0">
                <a:solidFill>
                  <a:srgbClr val="595959"/>
                </a:solidFill>
                <a:latin typeface="Arial"/>
                <a:ea typeface="Arial"/>
                <a:cs typeface="Arial"/>
              </a:defRPr>
            </a:lvl5pPr>
            <a:lvl6pPr algn="l">
              <a:defRPr sz="1238" b="0">
                <a:solidFill>
                  <a:srgbClr val="595959"/>
                </a:solidFill>
                <a:latin typeface="Arial"/>
                <a:ea typeface="Arial"/>
                <a:cs typeface="Arial"/>
              </a:defRPr>
            </a:lvl6pPr>
            <a:lvl7pPr algn="l">
              <a:defRPr sz="1238" b="0">
                <a:solidFill>
                  <a:srgbClr val="595959"/>
                </a:solidFill>
                <a:latin typeface="Arial"/>
                <a:ea typeface="Arial"/>
                <a:cs typeface="Arial"/>
              </a:defRPr>
            </a:lvl7pPr>
            <a:lvl8pPr algn="l">
              <a:defRPr sz="1238" b="0">
                <a:solidFill>
                  <a:srgbClr val="595959"/>
                </a:solidFill>
                <a:latin typeface="Arial"/>
                <a:ea typeface="Arial"/>
                <a:cs typeface="Arial"/>
              </a:defRPr>
            </a:lvl8pPr>
            <a:lvl9pPr algn="l">
              <a:defRPr sz="1238" b="0">
                <a:solidFill>
                  <a:srgbClr val="595959"/>
                </a:solidFill>
                <a:latin typeface="Arial"/>
                <a:ea typeface="Arial"/>
                <a:cs typeface="Arial"/>
              </a:defRPr>
            </a:lvl9pPr>
          </a:lstStyle>
          <a:p xmlns:a="http://schemas.openxmlformats.org/drawingml/2006/main">
            <a:pPr algn="l">
              <a:defRPr sz="1238" b="0">
                <a:solidFill>
                  <a:srgbClr val="595959"/>
                </a:solidFill>
                <a:latin typeface="Arial"/>
                <a:ea typeface="Arial"/>
                <a:cs typeface="Arial"/>
              </a:defRPr>
            </a:pPr>
            <a:r>
              <a:rPr sz="1238" b="0">
                <a:solidFill>
                  <a:srgbClr val="595959"/>
                </a:solidFill>
                <a:latin typeface="Arial"/>
                <a:ea typeface="Arial"/>
                <a:cs typeface="Arial"/>
              </a:rPr>
              <a:t>v4 calls v3 for validated checkout. Bulk arithmetic is illustrative. Price approval is separate.</a:t>
            </a:r>
          </a:p>
        </p:txBody>
      </p:sp>
      <p:cxnSp>
        <p:nvCxnSpPr>
          <p:cNvPr id="9" name="">
            <a:extLst xmlns:a="http://schemas.openxmlformats.org/drawingml/2006/main">
              <a:ext uri="{FF2B5EF4-FFF2-40B4-BE49-F238E27FC236}">
                <a16:creationId xmlns:a16="http://schemas.microsoft.com/office/drawing/2014/main" id="{47050859-85DA-443E-8863-8F46DDE8EEAA}"/>
              </a:ext>
            </a:extLst>
          </p:cNvPr>
          <p:cNvCxnSpPr>
            <a:stCxn xmlns:a="http://schemas.openxmlformats.org/drawingml/2006/main" id="6" idx="3"/>
            <a:endCxn xmlns:a="http://schemas.openxmlformats.org/drawingml/2006/main" id="7" idx="1"/>
          </p:cNvCxnSpPr>
          <p:nvPr/>
        </p:nvCxnSpPr>
        <p:spPr>
          <a:xfrm xmlns:a="http://schemas.openxmlformats.org/drawingml/2006/main">
            <a:off x="2781300" y="1909763"/>
            <a:ext cx="65722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0" name="">
            <a:extLst xmlns:a="http://schemas.openxmlformats.org/drawingml/2006/main">
              <a:ext uri="{FF2B5EF4-FFF2-40B4-BE49-F238E27FC236}">
                <a16:creationId xmlns:a16="http://schemas.microsoft.com/office/drawing/2014/main" id="{BDB43392-55D0-4E70-854D-6A79504C9588}"/>
              </a:ext>
            </a:extLst>
          </p:cNvPr>
          <p:cNvCxnSpPr>
            <a:stCxn xmlns:a="http://schemas.openxmlformats.org/drawingml/2006/main" id="7" idx="3"/>
            <a:endCxn xmlns:a="http://schemas.openxmlformats.org/drawingml/2006/main" id="8" idx="1"/>
          </p:cNvCxnSpPr>
          <p:nvPr/>
        </p:nvCxnSpPr>
        <p:spPr>
          <a:xfrm xmlns:a="http://schemas.openxmlformats.org/drawingml/2006/main">
            <a:off x="5686425" y="1909763"/>
            <a:ext cx="65722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5" name="">
            <a:extLst xmlns:a="http://schemas.openxmlformats.org/drawingml/2006/main">
              <a:ext uri="{FF2B5EF4-FFF2-40B4-BE49-F238E27FC236}">
                <a16:creationId xmlns:a16="http://schemas.microsoft.com/office/drawing/2014/main" id="{B0BEAA3C-728D-4B0C-91DA-13C47E82E4C0}"/>
              </a:ext>
            </a:extLst>
          </p:cNvPr>
          <p:cNvCxnSpPr>
            <a:stCxn xmlns:a="http://schemas.openxmlformats.org/drawingml/2006/main" id="12" idx="3"/>
            <a:endCxn xmlns:a="http://schemas.openxmlformats.org/drawingml/2006/main" id="13" idx="1"/>
          </p:cNvCxnSpPr>
          <p:nvPr/>
        </p:nvCxnSpPr>
        <p:spPr>
          <a:xfrm xmlns:a="http://schemas.openxmlformats.org/drawingml/2006/main">
            <a:off x="2781300" y="2947988"/>
            <a:ext cx="65722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6" name="">
            <a:extLst xmlns:a="http://schemas.openxmlformats.org/drawingml/2006/main">
              <a:ext uri="{FF2B5EF4-FFF2-40B4-BE49-F238E27FC236}">
                <a16:creationId xmlns:a16="http://schemas.microsoft.com/office/drawing/2014/main" id="{01DCC3D3-B88A-4217-860A-2DFC3427BCE1}"/>
              </a:ext>
            </a:extLst>
          </p:cNvPr>
          <p:cNvCxnSpPr>
            <a:stCxn xmlns:a="http://schemas.openxmlformats.org/drawingml/2006/main" id="13" idx="3"/>
            <a:endCxn xmlns:a="http://schemas.openxmlformats.org/drawingml/2006/main" id="14" idx="1"/>
          </p:cNvCxnSpPr>
          <p:nvPr/>
        </p:nvCxnSpPr>
        <p:spPr>
          <a:xfrm xmlns:a="http://schemas.openxmlformats.org/drawingml/2006/main">
            <a:off x="5686425" y="2947988"/>
            <a:ext cx="65722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21" name="">
            <a:extLst xmlns:a="http://schemas.openxmlformats.org/drawingml/2006/main">
              <a:ext uri="{FF2B5EF4-FFF2-40B4-BE49-F238E27FC236}">
                <a16:creationId xmlns:a16="http://schemas.microsoft.com/office/drawing/2014/main" id="{69C06742-F177-45B9-AA14-544285C7C654}"/>
              </a:ext>
            </a:extLst>
          </p:cNvPr>
          <p:cNvCxnSpPr>
            <a:stCxn xmlns:a="http://schemas.openxmlformats.org/drawingml/2006/main" id="18" idx="3"/>
            <a:endCxn xmlns:a="http://schemas.openxmlformats.org/drawingml/2006/main" id="19" idx="1"/>
          </p:cNvCxnSpPr>
          <p:nvPr/>
        </p:nvCxnSpPr>
        <p:spPr>
          <a:xfrm xmlns:a="http://schemas.openxmlformats.org/drawingml/2006/main">
            <a:off x="2781300" y="3986213"/>
            <a:ext cx="65722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22" name="">
            <a:extLst xmlns:a="http://schemas.openxmlformats.org/drawingml/2006/main">
              <a:ext uri="{FF2B5EF4-FFF2-40B4-BE49-F238E27FC236}">
                <a16:creationId xmlns:a16="http://schemas.microsoft.com/office/drawing/2014/main" id="{BB202861-D179-4314-8E53-E2078EEDDC0F}"/>
              </a:ext>
            </a:extLst>
          </p:cNvPr>
          <p:cNvCxnSpPr>
            <a:stCxn xmlns:a="http://schemas.openxmlformats.org/drawingml/2006/main" id="19" idx="3"/>
            <a:endCxn xmlns:a="http://schemas.openxmlformats.org/drawingml/2006/main" id="20" idx="1"/>
          </p:cNvCxnSpPr>
          <p:nvPr/>
        </p:nvCxnSpPr>
        <p:spPr>
          <a:xfrm xmlns:a="http://schemas.openxmlformats.org/drawingml/2006/main">
            <a:off x="5686425" y="3986213"/>
            <a:ext cx="657225" cy="0"/>
          </a:xfrm>
          <a:prstGeom xmlns:a="http://schemas.openxmlformats.org/drawingml/2006/main" prst="straightConnector1">
            <a:avLst/>
          </a:prstGeom>
          <a:ln xmlns:a="http://schemas.openxmlformats.org/drawingml/2006/main" w="19050">
            <a:solidFill>
              <a:srgbClr val="0070C0"/>
            </a:solidFill>
            <a:tailEnd type="triangle" w="med" len="med"/>
          </a:ln>
        </p:spPr>
      </p:cxnSp>
    </p:spTree>
    <p:extLst>
      <p:ext uri="{BB962C8B-B14F-4D97-AF65-F5344CB8AC3E}">
        <p14:creationId xmlns:p14="http://schemas.microsoft.com/office/powerpoint/2010/main" val="209877717"/>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9CAF5CD2-47FB-4BBE-A1EB-62DEB945E282}"/>
              </a:ext>
            </a:extLst>
          </p:cNvPr>
          <p:cNvPicPr>
            <a:picLocks xmlns:a="http://schemas.openxmlformats.org/drawingml/2006/main" noChangeAspect="1"/>
          </p:cNvPicPr>
          <p:nvPr/>
        </p:nvPicPr>
        <p:blipFill>
          <a:blip xmlns:r="http://schemas.openxmlformats.org/officeDocument/2006/relationships" xmlns:a="http://schemas.openxmlformats.org/drawingml/2006/main" r:embed="R441ee4ab1c4c44eb"/>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8">
            <a:extLst xmlns:a="http://schemas.openxmlformats.org/drawingml/2006/main">
              <a:ext uri="{FF2B5EF4-FFF2-40B4-BE49-F238E27FC236}">
                <a16:creationId xmlns:a16="http://schemas.microsoft.com/office/drawing/2014/main" id="{2012CC3D-1B31-4C92-B0C2-DC17847D17BC}"/>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Development platform</a:t>
            </a:r>
          </a:p>
        </p:txBody>
      </p:sp>
      <p:pic>
        <p:nvPicPr>
          <p:cNvPr id="3" name="">
            <a:extLst xmlns:a="http://schemas.openxmlformats.org/drawingml/2006/main">
              <a:ext uri="{FF2B5EF4-FFF2-40B4-BE49-F238E27FC236}">
                <a16:creationId xmlns:a16="http://schemas.microsoft.com/office/drawing/2014/main" id="{9C04A8BA-198F-4AD1-ADE1-3DAF50197940}"/>
              </a:ext>
            </a:extLst>
          </p:cNvPr>
          <p:cNvPicPr>
            <a:picLocks xmlns:a="http://schemas.openxmlformats.org/drawingml/2006/main" noChangeAspect="1"/>
          </p:cNvPicPr>
          <p:nvPr/>
        </p:nvPicPr>
        <p:blipFill>
          <a:blip xmlns:r="http://schemas.openxmlformats.org/officeDocument/2006/relationships" xmlns:a="http://schemas.openxmlformats.org/drawingml/2006/main" r:embed="R86d2f434e60943f0"/>
          <a:stretch xmlns:a="http://schemas.openxmlformats.org/drawingml/2006/main"/>
        </p:blipFill>
        <p:spPr>
          <a:xfrm xmlns:a="http://schemas.openxmlformats.org/drawingml/2006/main">
            <a:off x="3524250" y="4676998"/>
            <a:ext cx="2095500" cy="332930"/>
          </a:xfrm>
          <a:prstGeom xmlns:a="http://schemas.openxmlformats.org/drawingml/2006/main" prst="rect">
            <a:avLst/>
          </a:prstGeom>
        </p:spPr>
      </p:pic>
      <p:sp>
        <p:nvSpPr>
          <p:cNvPr id="4" name="current-content-29">
            <a:extLst xmlns:a="http://schemas.openxmlformats.org/drawingml/2006/main">
              <a:ext uri="{FF2B5EF4-FFF2-40B4-BE49-F238E27FC236}">
                <a16:creationId xmlns:a16="http://schemas.microsoft.com/office/drawing/2014/main" id="{2E047A8B-33B2-4F41-922A-E340D71787F6}"/>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15 / 17</a:t>
            </a:r>
          </a:p>
        </p:txBody>
      </p:sp>
      <p:sp>
        <p:nvSpPr>
          <p:cNvPr id="5" name="current-content-112">
            <a:extLst xmlns:a="http://schemas.openxmlformats.org/drawingml/2006/main">
              <a:ext uri="{FF2B5EF4-FFF2-40B4-BE49-F238E27FC236}">
                <a16:creationId xmlns:a16="http://schemas.microsoft.com/office/drawing/2014/main" id="{39C8A0DE-B6D4-4F29-981F-660B06C11308}"/>
              </a:ext>
            </a:extLst>
          </p:cNvPr>
          <p:cNvSpPr>
            <a:spLocks xmlns:a="http://schemas.openxmlformats.org/drawingml/2006/main" noGrp="1"/>
          </p:cNvSpPr>
          <p:nvPr/>
        </p:nvSpPr>
        <p:spPr>
          <a:xfrm xmlns:a="http://schemas.openxmlformats.org/drawingml/2006/main">
            <a:off x="533400" y="13239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Hardware</a:t>
            </a:r>
          </a:p>
        </p:txBody>
      </p:sp>
      <p:sp>
        <p:nvSpPr>
          <p:cNvPr id="6" name="current-content-113">
            <a:extLst xmlns:a="http://schemas.openxmlformats.org/drawingml/2006/main">
              <a:ext uri="{FF2B5EF4-FFF2-40B4-BE49-F238E27FC236}">
                <a16:creationId xmlns:a16="http://schemas.microsoft.com/office/drawing/2014/main" id="{E234E431-98A1-41B2-84DE-5B4495F728E9}"/>
              </a:ext>
            </a:extLst>
          </p:cNvPr>
          <p:cNvSpPr>
            <a:spLocks xmlns:a="http://schemas.openxmlformats.org/drawingml/2006/main" noGrp="1"/>
          </p:cNvSpPr>
          <p:nvPr/>
        </p:nvSpPr>
        <p:spPr>
          <a:xfrm xmlns:a="http://schemas.openxmlformats.org/drawingml/2006/main">
            <a:off x="3124200" y="13239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Desktop browser, barcode input, optional printer/drawer</a:t>
            </a:r>
          </a:p>
        </p:txBody>
      </p:sp>
      <p:sp>
        <p:nvSpPr>
          <p:cNvPr id="7" name="">
            <a:extLst xmlns:a="http://schemas.openxmlformats.org/drawingml/2006/main">
              <a:ext uri="{FF2B5EF4-FFF2-40B4-BE49-F238E27FC236}">
                <a16:creationId xmlns:a16="http://schemas.microsoft.com/office/drawing/2014/main" id="{4CE9C043-D9D6-4EA0-BE25-2056374E0127}"/>
              </a:ext>
            </a:extLst>
          </p:cNvPr>
          <p:cNvSpPr>
            <a:spLocks xmlns:a="http://schemas.openxmlformats.org/drawingml/2006/main" noGrp="1"/>
          </p:cNvSpPr>
          <p:nvPr/>
        </p:nvSpPr>
        <p:spPr>
          <a:xfrm xmlns:a="http://schemas.openxmlformats.org/drawingml/2006/main">
            <a:off x="533400" y="1819275"/>
            <a:ext cx="8058150" cy="0"/>
          </a:xfrm>
          <a:prstGeom xmlns:a="http://schemas.openxmlformats.org/drawingml/2006/main" prst="line">
            <a:avLst/>
          </a:prstGeom>
          <a:ln xmlns:a="http://schemas.openxmlformats.org/drawingml/2006/main" w="9525">
            <a:solidFill>
              <a:srgbClr val="A6B0BE"/>
            </a:solidFill>
          </a:ln>
        </p:spPr>
      </p:sp>
      <p:sp>
        <p:nvSpPr>
          <p:cNvPr id="8" name="current-content-114">
            <a:extLst xmlns:a="http://schemas.openxmlformats.org/drawingml/2006/main">
              <a:ext uri="{FF2B5EF4-FFF2-40B4-BE49-F238E27FC236}">
                <a16:creationId xmlns:a16="http://schemas.microsoft.com/office/drawing/2014/main" id="{A550AA94-B043-4355-BA2B-D7D5D600A132}"/>
              </a:ext>
            </a:extLst>
          </p:cNvPr>
          <p:cNvSpPr>
            <a:spLocks xmlns:a="http://schemas.openxmlformats.org/drawingml/2006/main" noGrp="1"/>
          </p:cNvSpPr>
          <p:nvPr/>
        </p:nvSpPr>
        <p:spPr>
          <a:xfrm xmlns:a="http://schemas.openxmlformats.org/drawingml/2006/main">
            <a:off x="533400" y="195262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Software workflow</a:t>
            </a:r>
          </a:p>
        </p:txBody>
      </p:sp>
      <p:sp>
        <p:nvSpPr>
          <p:cNvPr id="9" name="current-content-115">
            <a:extLst xmlns:a="http://schemas.openxmlformats.org/drawingml/2006/main">
              <a:ext uri="{FF2B5EF4-FFF2-40B4-BE49-F238E27FC236}">
                <a16:creationId xmlns:a16="http://schemas.microsoft.com/office/drawing/2014/main" id="{838316D7-7071-4F77-B49E-EF234449613D}"/>
              </a:ext>
            </a:extLst>
          </p:cNvPr>
          <p:cNvSpPr>
            <a:spLocks xmlns:a="http://schemas.openxmlformats.org/drawingml/2006/main" noGrp="1"/>
          </p:cNvSpPr>
          <p:nvPr/>
        </p:nvSpPr>
        <p:spPr>
          <a:xfrm xmlns:a="http://schemas.openxmlformats.org/drawingml/2006/main">
            <a:off x="3124200" y="195262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Git, TypeScript checks, ESLint and GitHub Actions</a:t>
            </a:r>
          </a:p>
        </p:txBody>
      </p:sp>
      <p:sp>
        <p:nvSpPr>
          <p:cNvPr id="10" name="">
            <a:extLst xmlns:a="http://schemas.openxmlformats.org/drawingml/2006/main">
              <a:ext uri="{FF2B5EF4-FFF2-40B4-BE49-F238E27FC236}">
                <a16:creationId xmlns:a16="http://schemas.microsoft.com/office/drawing/2014/main" id="{915273AD-8254-4867-9A9A-966C08A6B81B}"/>
              </a:ext>
            </a:extLst>
          </p:cNvPr>
          <p:cNvSpPr>
            <a:spLocks xmlns:a="http://schemas.openxmlformats.org/drawingml/2006/main" noGrp="1"/>
          </p:cNvSpPr>
          <p:nvPr/>
        </p:nvSpPr>
        <p:spPr>
          <a:xfrm xmlns:a="http://schemas.openxmlformats.org/drawingml/2006/main">
            <a:off x="533400" y="2447925"/>
            <a:ext cx="8058150" cy="0"/>
          </a:xfrm>
          <a:prstGeom xmlns:a="http://schemas.openxmlformats.org/drawingml/2006/main" prst="line">
            <a:avLst/>
          </a:prstGeom>
          <a:ln xmlns:a="http://schemas.openxmlformats.org/drawingml/2006/main" w="9525">
            <a:solidFill>
              <a:srgbClr val="A6B0BE"/>
            </a:solidFill>
          </a:ln>
        </p:spPr>
      </p:sp>
      <p:sp>
        <p:nvSpPr>
          <p:cNvPr id="11" name="current-content-116">
            <a:extLst xmlns:a="http://schemas.openxmlformats.org/drawingml/2006/main">
              <a:ext uri="{FF2B5EF4-FFF2-40B4-BE49-F238E27FC236}">
                <a16:creationId xmlns:a16="http://schemas.microsoft.com/office/drawing/2014/main" id="{10C76F3B-DAE7-4572-BC67-49A1E9EADF97}"/>
              </a:ext>
            </a:extLst>
          </p:cNvPr>
          <p:cNvSpPr>
            <a:spLocks xmlns:a="http://schemas.openxmlformats.org/drawingml/2006/main" noGrp="1"/>
          </p:cNvSpPr>
          <p:nvPr/>
        </p:nvSpPr>
        <p:spPr>
          <a:xfrm xmlns:a="http://schemas.openxmlformats.org/drawingml/2006/main">
            <a:off x="533400" y="25812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Frontend</a:t>
            </a:r>
          </a:p>
        </p:txBody>
      </p:sp>
      <p:sp>
        <p:nvSpPr>
          <p:cNvPr id="12" name="current-content-117">
            <a:extLst xmlns:a="http://schemas.openxmlformats.org/drawingml/2006/main">
              <a:ext uri="{FF2B5EF4-FFF2-40B4-BE49-F238E27FC236}">
                <a16:creationId xmlns:a16="http://schemas.microsoft.com/office/drawing/2014/main" id="{01CEB4BE-EF4C-45FD-A56F-10A2A85B96B1}"/>
              </a:ext>
            </a:extLst>
          </p:cNvPr>
          <p:cNvSpPr>
            <a:spLocks xmlns:a="http://schemas.openxmlformats.org/drawingml/2006/main" noGrp="1"/>
          </p:cNvSpPr>
          <p:nvPr/>
        </p:nvSpPr>
        <p:spPr>
          <a:xfrm xmlns:a="http://schemas.openxmlformats.org/drawingml/2006/main">
            <a:off x="3124200" y="25812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React, TypeScript, Vite, Tailwind, Zustand, TanStack Query</a:t>
            </a:r>
          </a:p>
        </p:txBody>
      </p:sp>
      <p:sp>
        <p:nvSpPr>
          <p:cNvPr id="13" name="">
            <a:extLst xmlns:a="http://schemas.openxmlformats.org/drawingml/2006/main">
              <a:ext uri="{FF2B5EF4-FFF2-40B4-BE49-F238E27FC236}">
                <a16:creationId xmlns:a16="http://schemas.microsoft.com/office/drawing/2014/main" id="{FC6C451F-E070-4EDE-886F-C3FB32A6DE2F}"/>
              </a:ext>
            </a:extLst>
          </p:cNvPr>
          <p:cNvSpPr>
            <a:spLocks xmlns:a="http://schemas.openxmlformats.org/drawingml/2006/main" noGrp="1"/>
          </p:cNvSpPr>
          <p:nvPr/>
        </p:nvSpPr>
        <p:spPr>
          <a:xfrm xmlns:a="http://schemas.openxmlformats.org/drawingml/2006/main">
            <a:off x="533400" y="3076575"/>
            <a:ext cx="8058150" cy="0"/>
          </a:xfrm>
          <a:prstGeom xmlns:a="http://schemas.openxmlformats.org/drawingml/2006/main" prst="line">
            <a:avLst/>
          </a:prstGeom>
          <a:ln xmlns:a="http://schemas.openxmlformats.org/drawingml/2006/main" w="9525">
            <a:solidFill>
              <a:srgbClr val="A6B0BE"/>
            </a:solidFill>
          </a:ln>
        </p:spPr>
      </p:sp>
      <p:sp>
        <p:nvSpPr>
          <p:cNvPr id="14" name="current-content-118">
            <a:extLst xmlns:a="http://schemas.openxmlformats.org/drawingml/2006/main">
              <a:ext uri="{FF2B5EF4-FFF2-40B4-BE49-F238E27FC236}">
                <a16:creationId xmlns:a16="http://schemas.microsoft.com/office/drawing/2014/main" id="{C29A7787-35DD-4B79-9048-82381692664B}"/>
              </a:ext>
            </a:extLst>
          </p:cNvPr>
          <p:cNvSpPr>
            <a:spLocks xmlns:a="http://schemas.openxmlformats.org/drawingml/2006/main" noGrp="1"/>
          </p:cNvSpPr>
          <p:nvPr/>
        </p:nvSpPr>
        <p:spPr>
          <a:xfrm xmlns:a="http://schemas.openxmlformats.org/drawingml/2006/main">
            <a:off x="533400" y="320992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Backend</a:t>
            </a:r>
          </a:p>
        </p:txBody>
      </p:sp>
      <p:sp>
        <p:nvSpPr>
          <p:cNvPr id="15" name="current-content-119">
            <a:extLst xmlns:a="http://schemas.openxmlformats.org/drawingml/2006/main">
              <a:ext uri="{FF2B5EF4-FFF2-40B4-BE49-F238E27FC236}">
                <a16:creationId xmlns:a16="http://schemas.microsoft.com/office/drawing/2014/main" id="{C86FA820-A381-401A-A14C-A88067C4DDB5}"/>
              </a:ext>
            </a:extLst>
          </p:cNvPr>
          <p:cNvSpPr>
            <a:spLocks xmlns:a="http://schemas.openxmlformats.org/drawingml/2006/main" noGrp="1"/>
          </p:cNvSpPr>
          <p:nvPr/>
        </p:nvSpPr>
        <p:spPr>
          <a:xfrm xmlns:a="http://schemas.openxmlformats.org/drawingml/2006/main">
            <a:off x="3124200" y="320992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Supabase Auth, PostgreSQL, RLS, Storage, Edge Functions</a:t>
            </a:r>
          </a:p>
        </p:txBody>
      </p:sp>
      <p:sp>
        <p:nvSpPr>
          <p:cNvPr id="16" name="">
            <a:extLst xmlns:a="http://schemas.openxmlformats.org/drawingml/2006/main">
              <a:ext uri="{FF2B5EF4-FFF2-40B4-BE49-F238E27FC236}">
                <a16:creationId xmlns:a16="http://schemas.microsoft.com/office/drawing/2014/main" id="{1AA3F655-5312-4977-B547-43767A3B3E6F}"/>
              </a:ext>
            </a:extLst>
          </p:cNvPr>
          <p:cNvSpPr>
            <a:spLocks xmlns:a="http://schemas.openxmlformats.org/drawingml/2006/main" noGrp="1"/>
          </p:cNvSpPr>
          <p:nvPr/>
        </p:nvSpPr>
        <p:spPr>
          <a:xfrm xmlns:a="http://schemas.openxmlformats.org/drawingml/2006/main">
            <a:off x="533400" y="3705225"/>
            <a:ext cx="8058150" cy="0"/>
          </a:xfrm>
          <a:prstGeom xmlns:a="http://schemas.openxmlformats.org/drawingml/2006/main" prst="line">
            <a:avLst/>
          </a:prstGeom>
          <a:ln xmlns:a="http://schemas.openxmlformats.org/drawingml/2006/main" w="9525">
            <a:solidFill>
              <a:srgbClr val="A6B0BE"/>
            </a:solidFill>
          </a:ln>
        </p:spPr>
      </p:sp>
      <p:sp>
        <p:nvSpPr>
          <p:cNvPr id="17" name="current-content-120">
            <a:extLst xmlns:a="http://schemas.openxmlformats.org/drawingml/2006/main">
              <a:ext uri="{FF2B5EF4-FFF2-40B4-BE49-F238E27FC236}">
                <a16:creationId xmlns:a16="http://schemas.microsoft.com/office/drawing/2014/main" id="{736621C8-318A-4A4A-9377-B5A8A1C27801}"/>
              </a:ext>
            </a:extLst>
          </p:cNvPr>
          <p:cNvSpPr>
            <a:spLocks xmlns:a="http://schemas.openxmlformats.org/drawingml/2006/main" noGrp="1"/>
          </p:cNvSpPr>
          <p:nvPr/>
        </p:nvSpPr>
        <p:spPr>
          <a:xfrm xmlns:a="http://schemas.openxmlformats.org/drawingml/2006/main">
            <a:off x="533400" y="38385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Deployment</a:t>
            </a:r>
          </a:p>
        </p:txBody>
      </p:sp>
      <p:sp>
        <p:nvSpPr>
          <p:cNvPr id="18" name="current-content-121">
            <a:extLst xmlns:a="http://schemas.openxmlformats.org/drawingml/2006/main">
              <a:ext uri="{FF2B5EF4-FFF2-40B4-BE49-F238E27FC236}">
                <a16:creationId xmlns:a16="http://schemas.microsoft.com/office/drawing/2014/main" id="{0451B840-6D9A-4DCD-908F-5E0258CF5F3B}"/>
              </a:ext>
            </a:extLst>
          </p:cNvPr>
          <p:cNvSpPr>
            <a:spLocks xmlns:a="http://schemas.openxmlformats.org/drawingml/2006/main" noGrp="1"/>
          </p:cNvSpPr>
          <p:nvPr/>
        </p:nvSpPr>
        <p:spPr>
          <a:xfrm xmlns:a="http://schemas.openxmlformats.org/drawingml/2006/main">
            <a:off x="3124200" y="38385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Vercel SPA routing configuration</a:t>
            </a:r>
          </a:p>
        </p:txBody>
      </p:sp>
      <p:sp>
        <p:nvSpPr>
          <p:cNvPr id="19" name="current-content-122">
            <a:extLst xmlns:a="http://schemas.openxmlformats.org/drawingml/2006/main">
              <a:ext uri="{FF2B5EF4-FFF2-40B4-BE49-F238E27FC236}">
                <a16:creationId xmlns:a16="http://schemas.microsoft.com/office/drawing/2014/main" id="{EDAC79A3-48D9-4553-BFC7-3562479D03B3}"/>
              </a:ext>
            </a:extLst>
          </p:cNvPr>
          <p:cNvSpPr>
            <a:spLocks xmlns:a="http://schemas.openxmlformats.org/drawingml/2006/main" noGrp="1"/>
          </p:cNvSpPr>
          <p:nvPr/>
        </p:nvSpPr>
        <p:spPr>
          <a:xfrm xmlns:a="http://schemas.openxmlformats.org/drawingml/2006/main">
            <a:off x="533400" y="4429125"/>
            <a:ext cx="805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Current optional hardware bridge: QZ Tray. Device readiness remains unverified.</a:t>
            </a:r>
          </a:p>
        </p:txBody>
      </p:sp>
    </p:spTree>
    <p:extLst>
      <p:ext uri="{BB962C8B-B14F-4D97-AF65-F5344CB8AC3E}">
        <p14:creationId xmlns:p14="http://schemas.microsoft.com/office/powerpoint/2010/main" val="38735371"/>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DA0CA831-A73B-4512-BFA9-44C0F1CFBBFF}"/>
              </a:ext>
            </a:extLst>
          </p:cNvPr>
          <p:cNvPicPr>
            <a:picLocks xmlns:a="http://schemas.openxmlformats.org/drawingml/2006/main" noChangeAspect="1"/>
          </p:cNvPicPr>
          <p:nvPr/>
        </p:nvPicPr>
        <p:blipFill>
          <a:blip xmlns:r="http://schemas.openxmlformats.org/officeDocument/2006/relationships" xmlns:a="http://schemas.openxmlformats.org/drawingml/2006/main" r:embed="Rbad3fd0a41fe47d0"/>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30">
            <a:extLst xmlns:a="http://schemas.openxmlformats.org/drawingml/2006/main">
              <a:ext uri="{FF2B5EF4-FFF2-40B4-BE49-F238E27FC236}">
                <a16:creationId xmlns:a16="http://schemas.microsoft.com/office/drawing/2014/main" id="{460248B1-5FD0-41B4-A846-7ABA450AA6DF}"/>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Testing, readiness and limitations</a:t>
            </a:r>
          </a:p>
        </p:txBody>
      </p:sp>
      <p:pic>
        <p:nvPicPr>
          <p:cNvPr id="3" name="">
            <a:extLst xmlns:a="http://schemas.openxmlformats.org/drawingml/2006/main">
              <a:ext uri="{FF2B5EF4-FFF2-40B4-BE49-F238E27FC236}">
                <a16:creationId xmlns:a16="http://schemas.microsoft.com/office/drawing/2014/main" id="{F7C48FB7-4557-4FF0-962D-39F052254C3D}"/>
              </a:ext>
            </a:extLst>
          </p:cNvPr>
          <p:cNvPicPr>
            <a:picLocks xmlns:a="http://schemas.openxmlformats.org/drawingml/2006/main" noChangeAspect="1"/>
          </p:cNvPicPr>
          <p:nvPr/>
        </p:nvPicPr>
        <p:blipFill>
          <a:blip xmlns:r="http://schemas.openxmlformats.org/officeDocument/2006/relationships" xmlns:a="http://schemas.openxmlformats.org/drawingml/2006/main" r:embed="R1578d2205e7f482a"/>
          <a:stretch xmlns:a="http://schemas.openxmlformats.org/drawingml/2006/main"/>
        </p:blipFill>
        <p:spPr>
          <a:xfrm xmlns:a="http://schemas.openxmlformats.org/drawingml/2006/main">
            <a:off x="3524250" y="4676998"/>
            <a:ext cx="2095500" cy="332930"/>
          </a:xfrm>
          <a:prstGeom xmlns:a="http://schemas.openxmlformats.org/drawingml/2006/main" prst="rect">
            <a:avLst/>
          </a:prstGeom>
        </p:spPr>
      </p:pic>
      <p:sp>
        <p:nvSpPr>
          <p:cNvPr id="4" name="current-content-31">
            <a:extLst xmlns:a="http://schemas.openxmlformats.org/drawingml/2006/main">
              <a:ext uri="{FF2B5EF4-FFF2-40B4-BE49-F238E27FC236}">
                <a16:creationId xmlns:a16="http://schemas.microsoft.com/office/drawing/2014/main" id="{C90F94EA-3656-4EEA-87AD-F7809B575445}"/>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16 / 17</a:t>
            </a:r>
          </a:p>
        </p:txBody>
      </p:sp>
      <p:sp>
        <p:nvSpPr>
          <p:cNvPr id="5" name="current-content-123">
            <a:extLst xmlns:a="http://schemas.openxmlformats.org/drawingml/2006/main">
              <a:ext uri="{FF2B5EF4-FFF2-40B4-BE49-F238E27FC236}">
                <a16:creationId xmlns:a16="http://schemas.microsoft.com/office/drawing/2014/main" id="{C87A7F87-DC27-4045-A591-2892C9CB1B53}"/>
              </a:ext>
            </a:extLst>
          </p:cNvPr>
          <p:cNvSpPr>
            <a:spLocks xmlns:a="http://schemas.openxmlformats.org/drawingml/2006/main" noGrp="1"/>
          </p:cNvSpPr>
          <p:nvPr/>
        </p:nvSpPr>
        <p:spPr>
          <a:xfrm xmlns:a="http://schemas.openxmlformats.org/drawingml/2006/main">
            <a:off x="533400" y="1323975"/>
            <a:ext cx="3762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C61"/>
                </a:solidFill>
                <a:latin typeface="Raleway"/>
                <a:ea typeface="Raleway"/>
                <a:cs typeface="Raleway"/>
              </a:defRPr>
            </a:defPPr>
            <a:lvl1pPr algn="l">
              <a:defRPr sz="1950" b="1">
                <a:solidFill>
                  <a:srgbClr val="202C61"/>
                </a:solidFill>
                <a:latin typeface="Raleway"/>
                <a:ea typeface="Raleway"/>
                <a:cs typeface="Raleway"/>
              </a:defRPr>
            </a:lvl1pPr>
            <a:lvl2pPr algn="l">
              <a:defRPr sz="1950" b="1">
                <a:solidFill>
                  <a:srgbClr val="202C61"/>
                </a:solidFill>
                <a:latin typeface="Raleway"/>
                <a:ea typeface="Raleway"/>
                <a:cs typeface="Raleway"/>
              </a:defRPr>
            </a:lvl2pPr>
            <a:lvl3pPr algn="l">
              <a:defRPr sz="1950" b="1">
                <a:solidFill>
                  <a:srgbClr val="202C61"/>
                </a:solidFill>
                <a:latin typeface="Raleway"/>
                <a:ea typeface="Raleway"/>
                <a:cs typeface="Raleway"/>
              </a:defRPr>
            </a:lvl3pPr>
            <a:lvl4pPr algn="l">
              <a:defRPr sz="1950" b="1">
                <a:solidFill>
                  <a:srgbClr val="202C61"/>
                </a:solidFill>
                <a:latin typeface="Raleway"/>
                <a:ea typeface="Raleway"/>
                <a:cs typeface="Raleway"/>
              </a:defRPr>
            </a:lvl4pPr>
            <a:lvl5pPr algn="l">
              <a:defRPr sz="1950" b="1">
                <a:solidFill>
                  <a:srgbClr val="202C61"/>
                </a:solidFill>
                <a:latin typeface="Raleway"/>
                <a:ea typeface="Raleway"/>
                <a:cs typeface="Raleway"/>
              </a:defRPr>
            </a:lvl5pPr>
            <a:lvl6pPr algn="l">
              <a:defRPr sz="1950" b="1">
                <a:solidFill>
                  <a:srgbClr val="202C61"/>
                </a:solidFill>
                <a:latin typeface="Raleway"/>
                <a:ea typeface="Raleway"/>
                <a:cs typeface="Raleway"/>
              </a:defRPr>
            </a:lvl6pPr>
            <a:lvl7pPr algn="l">
              <a:defRPr sz="1950" b="1">
                <a:solidFill>
                  <a:srgbClr val="202C61"/>
                </a:solidFill>
                <a:latin typeface="Raleway"/>
                <a:ea typeface="Raleway"/>
                <a:cs typeface="Raleway"/>
              </a:defRPr>
            </a:lvl7pPr>
            <a:lvl8pPr algn="l">
              <a:defRPr sz="1950" b="1">
                <a:solidFill>
                  <a:srgbClr val="202C61"/>
                </a:solidFill>
                <a:latin typeface="Raleway"/>
                <a:ea typeface="Raleway"/>
                <a:cs typeface="Raleway"/>
              </a:defRPr>
            </a:lvl8pPr>
            <a:lvl9pPr algn="l">
              <a:defRPr sz="1950" b="1">
                <a:solidFill>
                  <a:srgbClr val="202C61"/>
                </a:solidFill>
                <a:latin typeface="Raleway"/>
                <a:ea typeface="Raleway"/>
                <a:cs typeface="Raleway"/>
              </a:defRPr>
            </a:lvl9pPr>
          </a:lstStyle>
          <a:p xmlns:a="http://schemas.openxmlformats.org/drawingml/2006/main">
            <a:pPr algn="l">
              <a:defRPr sz="1950" b="1">
                <a:solidFill>
                  <a:srgbClr val="202C61"/>
                </a:solidFill>
                <a:latin typeface="Raleway"/>
                <a:ea typeface="Raleway"/>
                <a:cs typeface="Raleway"/>
              </a:defRPr>
            </a:pPr>
            <a:r>
              <a:rPr sz="1950" b="1">
                <a:solidFill>
                  <a:srgbClr val="202C61"/>
                </a:solidFill>
                <a:latin typeface="Raleway"/>
                <a:ea typeface="Raleway"/>
                <a:cs typeface="Raleway"/>
              </a:rPr>
              <a:t>Verified locally</a:t>
            </a:r>
          </a:p>
        </p:txBody>
      </p:sp>
      <p:sp>
        <p:nvSpPr>
          <p:cNvPr id="6" name="current-content-124">
            <a:extLst xmlns:a="http://schemas.openxmlformats.org/drawingml/2006/main">
              <a:ext uri="{FF2B5EF4-FFF2-40B4-BE49-F238E27FC236}">
                <a16:creationId xmlns:a16="http://schemas.microsoft.com/office/drawing/2014/main" id="{0C22F27A-B5FB-4ACE-8A63-2F209B490BCA}"/>
              </a:ext>
            </a:extLst>
          </p:cNvPr>
          <p:cNvSpPr>
            <a:spLocks xmlns:a="http://schemas.openxmlformats.org/drawingml/2006/main" noGrp="1"/>
          </p:cNvSpPr>
          <p:nvPr/>
        </p:nvSpPr>
        <p:spPr>
          <a:xfrm xmlns:a="http://schemas.openxmlformats.org/drawingml/2006/main">
            <a:off x="4857750" y="1323975"/>
            <a:ext cx="3733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C61"/>
                </a:solidFill>
                <a:latin typeface="Raleway"/>
                <a:ea typeface="Raleway"/>
                <a:cs typeface="Raleway"/>
              </a:defRPr>
            </a:defPPr>
            <a:lvl1pPr algn="l">
              <a:defRPr sz="1950" b="1">
                <a:solidFill>
                  <a:srgbClr val="202C61"/>
                </a:solidFill>
                <a:latin typeface="Raleway"/>
                <a:ea typeface="Raleway"/>
                <a:cs typeface="Raleway"/>
              </a:defRPr>
            </a:lvl1pPr>
            <a:lvl2pPr algn="l">
              <a:defRPr sz="1950" b="1">
                <a:solidFill>
                  <a:srgbClr val="202C61"/>
                </a:solidFill>
                <a:latin typeface="Raleway"/>
                <a:ea typeface="Raleway"/>
                <a:cs typeface="Raleway"/>
              </a:defRPr>
            </a:lvl2pPr>
            <a:lvl3pPr algn="l">
              <a:defRPr sz="1950" b="1">
                <a:solidFill>
                  <a:srgbClr val="202C61"/>
                </a:solidFill>
                <a:latin typeface="Raleway"/>
                <a:ea typeface="Raleway"/>
                <a:cs typeface="Raleway"/>
              </a:defRPr>
            </a:lvl3pPr>
            <a:lvl4pPr algn="l">
              <a:defRPr sz="1950" b="1">
                <a:solidFill>
                  <a:srgbClr val="202C61"/>
                </a:solidFill>
                <a:latin typeface="Raleway"/>
                <a:ea typeface="Raleway"/>
                <a:cs typeface="Raleway"/>
              </a:defRPr>
            </a:lvl4pPr>
            <a:lvl5pPr algn="l">
              <a:defRPr sz="1950" b="1">
                <a:solidFill>
                  <a:srgbClr val="202C61"/>
                </a:solidFill>
                <a:latin typeface="Raleway"/>
                <a:ea typeface="Raleway"/>
                <a:cs typeface="Raleway"/>
              </a:defRPr>
            </a:lvl5pPr>
            <a:lvl6pPr algn="l">
              <a:defRPr sz="1950" b="1">
                <a:solidFill>
                  <a:srgbClr val="202C61"/>
                </a:solidFill>
                <a:latin typeface="Raleway"/>
                <a:ea typeface="Raleway"/>
                <a:cs typeface="Raleway"/>
              </a:defRPr>
            </a:lvl6pPr>
            <a:lvl7pPr algn="l">
              <a:defRPr sz="1950" b="1">
                <a:solidFill>
                  <a:srgbClr val="202C61"/>
                </a:solidFill>
                <a:latin typeface="Raleway"/>
                <a:ea typeface="Raleway"/>
                <a:cs typeface="Raleway"/>
              </a:defRPr>
            </a:lvl7pPr>
            <a:lvl8pPr algn="l">
              <a:defRPr sz="1950" b="1">
                <a:solidFill>
                  <a:srgbClr val="202C61"/>
                </a:solidFill>
                <a:latin typeface="Raleway"/>
                <a:ea typeface="Raleway"/>
                <a:cs typeface="Raleway"/>
              </a:defRPr>
            </a:lvl8pPr>
            <a:lvl9pPr algn="l">
              <a:defRPr sz="1950" b="1">
                <a:solidFill>
                  <a:srgbClr val="202C61"/>
                </a:solidFill>
                <a:latin typeface="Raleway"/>
                <a:ea typeface="Raleway"/>
                <a:cs typeface="Raleway"/>
              </a:defRPr>
            </a:lvl9pPr>
          </a:lstStyle>
          <a:p xmlns:a="http://schemas.openxmlformats.org/drawingml/2006/main">
            <a:pPr algn="l">
              <a:defRPr sz="1950" b="1">
                <a:solidFill>
                  <a:srgbClr val="202C61"/>
                </a:solidFill>
                <a:latin typeface="Raleway"/>
                <a:ea typeface="Raleway"/>
                <a:cs typeface="Raleway"/>
              </a:defRPr>
            </a:pPr>
            <a:r>
              <a:rPr sz="1950" b="1">
                <a:solidFill>
                  <a:srgbClr val="202C61"/>
                </a:solidFill>
                <a:latin typeface="Raleway"/>
                <a:ea typeface="Raleway"/>
                <a:cs typeface="Raleway"/>
              </a:rPr>
              <a:t>Pending live checks</a:t>
            </a:r>
          </a:p>
        </p:txBody>
      </p:sp>
      <p:sp>
        <p:nvSpPr>
          <p:cNvPr id="7" name="current-content-125">
            <a:extLst xmlns:a="http://schemas.openxmlformats.org/drawingml/2006/main">
              <a:ext uri="{FF2B5EF4-FFF2-40B4-BE49-F238E27FC236}">
                <a16:creationId xmlns:a16="http://schemas.microsoft.com/office/drawing/2014/main" id="{AB185407-22AA-428A-8F56-749B0DD193B4}"/>
              </a:ext>
            </a:extLst>
          </p:cNvPr>
          <p:cNvSpPr>
            <a:spLocks xmlns:a="http://schemas.openxmlformats.org/drawingml/2006/main" noGrp="1"/>
          </p:cNvSpPr>
          <p:nvPr/>
        </p:nvSpPr>
        <p:spPr>
          <a:xfrm xmlns:a="http://schemas.openxmlformats.org/drawingml/2006/main">
            <a:off x="533400" y="1943100"/>
            <a:ext cx="3762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1717"/>
                </a:solidFill>
                <a:latin typeface="Arial"/>
                <a:ea typeface="Arial"/>
                <a:cs typeface="Arial"/>
              </a:defRPr>
            </a:defPPr>
            <a:lvl1pPr algn="l">
              <a:defRPr sz="2025" b="0">
                <a:solidFill>
                  <a:srgbClr val="171717"/>
                </a:solidFill>
                <a:latin typeface="Arial"/>
                <a:ea typeface="Arial"/>
                <a:cs typeface="Arial"/>
              </a:defRPr>
            </a:lvl1pPr>
            <a:lvl2pPr algn="l">
              <a:defRPr sz="2025" b="0">
                <a:solidFill>
                  <a:srgbClr val="171717"/>
                </a:solidFill>
                <a:latin typeface="Arial"/>
                <a:ea typeface="Arial"/>
                <a:cs typeface="Arial"/>
              </a:defRPr>
            </a:lvl2pPr>
            <a:lvl3pPr algn="l">
              <a:defRPr sz="2025" b="0">
                <a:solidFill>
                  <a:srgbClr val="171717"/>
                </a:solidFill>
                <a:latin typeface="Arial"/>
                <a:ea typeface="Arial"/>
                <a:cs typeface="Arial"/>
              </a:defRPr>
            </a:lvl3pPr>
            <a:lvl4pPr algn="l">
              <a:defRPr sz="2025" b="0">
                <a:solidFill>
                  <a:srgbClr val="171717"/>
                </a:solidFill>
                <a:latin typeface="Arial"/>
                <a:ea typeface="Arial"/>
                <a:cs typeface="Arial"/>
              </a:defRPr>
            </a:lvl4pPr>
            <a:lvl5pPr algn="l">
              <a:defRPr sz="2025" b="0">
                <a:solidFill>
                  <a:srgbClr val="171717"/>
                </a:solidFill>
                <a:latin typeface="Arial"/>
                <a:ea typeface="Arial"/>
                <a:cs typeface="Arial"/>
              </a:defRPr>
            </a:lvl5pPr>
            <a:lvl6pPr algn="l">
              <a:defRPr sz="2025" b="0">
                <a:solidFill>
                  <a:srgbClr val="171717"/>
                </a:solidFill>
                <a:latin typeface="Arial"/>
                <a:ea typeface="Arial"/>
                <a:cs typeface="Arial"/>
              </a:defRPr>
            </a:lvl6pPr>
            <a:lvl7pPr algn="l">
              <a:defRPr sz="2025" b="0">
                <a:solidFill>
                  <a:srgbClr val="171717"/>
                </a:solidFill>
                <a:latin typeface="Arial"/>
                <a:ea typeface="Arial"/>
                <a:cs typeface="Arial"/>
              </a:defRPr>
            </a:lvl7pPr>
            <a:lvl8pPr algn="l">
              <a:defRPr sz="2025" b="0">
                <a:solidFill>
                  <a:srgbClr val="171717"/>
                </a:solidFill>
                <a:latin typeface="Arial"/>
                <a:ea typeface="Arial"/>
                <a:cs typeface="Arial"/>
              </a:defRPr>
            </a:lvl8pPr>
            <a:lvl9pPr algn="l">
              <a:defRPr sz="2025" b="0">
                <a:solidFill>
                  <a:srgbClr val="171717"/>
                </a:solidFill>
                <a:latin typeface="Arial"/>
                <a:ea typeface="Arial"/>
                <a:cs typeface="Arial"/>
              </a:defRPr>
            </a:lvl9pPr>
          </a:lstStyle>
          <a:p xmlns:a="http://schemas.openxmlformats.org/drawingml/2006/main">
            <a:pPr algn="l">
              <a:defRPr sz="2025" b="0">
                <a:solidFill>
                  <a:srgbClr val="171717"/>
                </a:solidFill>
                <a:latin typeface="Arial"/>
                <a:ea typeface="Arial"/>
                <a:cs typeface="Arial"/>
              </a:defRPr>
            </a:pPr>
            <a:r>
              <a:rPr sz="2025" b="0">
                <a:solidFill>
                  <a:srgbClr val="171717"/>
                </a:solidFill>
                <a:latin typeface="Arial"/>
                <a:ea typeface="Arial"/>
                <a:cs typeface="Arial"/>
              </a:rPr>
              <a:t>7 / 7 unit tests passed</a:t>
            </a:r>
          </a:p>
          <a:p xmlns:a="http://schemas.openxmlformats.org/drawingml/2006/main">
            <a:pPr algn="l">
              <a:defRPr sz="2025" b="0">
                <a:solidFill>
                  <a:srgbClr val="171717"/>
                </a:solidFill>
                <a:latin typeface="Arial"/>
                <a:ea typeface="Arial"/>
                <a:cs typeface="Arial"/>
              </a:defRPr>
            </a:pPr>
            <a:r>
              <a:rPr sz="2025" b="0">
                <a:solidFill>
                  <a:srgbClr val="171717"/>
                </a:solidFill>
                <a:latin typeface="Arial"/>
                <a:ea typeface="Arial"/>
                <a:cs typeface="Arial"/>
              </a:rPr>
              <a:t>TypeScript check passed</a:t>
            </a:r>
          </a:p>
          <a:p xmlns:a="http://schemas.openxmlformats.org/drawingml/2006/main">
            <a:pPr algn="l">
              <a:defRPr sz="2025" b="0">
                <a:solidFill>
                  <a:srgbClr val="171717"/>
                </a:solidFill>
                <a:latin typeface="Arial"/>
                <a:ea typeface="Arial"/>
                <a:cs typeface="Arial"/>
              </a:defRPr>
            </a:pPr>
            <a:r>
              <a:rPr sz="2025" b="0">
                <a:solidFill>
                  <a:srgbClr val="171717"/>
                </a:solidFill>
                <a:latin typeface="Arial"/>
                <a:ea typeface="Arial"/>
                <a:cs typeface="Arial"/>
              </a:rPr>
              <a:t>ESLint check passed</a:t>
            </a:r>
          </a:p>
        </p:txBody>
      </p:sp>
      <p:sp>
        <p:nvSpPr>
          <p:cNvPr id="8" name="current-content-126">
            <a:extLst xmlns:a="http://schemas.openxmlformats.org/drawingml/2006/main">
              <a:ext uri="{FF2B5EF4-FFF2-40B4-BE49-F238E27FC236}">
                <a16:creationId xmlns:a16="http://schemas.microsoft.com/office/drawing/2014/main" id="{F2C82CDC-1DE3-41C8-9BA0-81CE2628CBBD}"/>
              </a:ext>
            </a:extLst>
          </p:cNvPr>
          <p:cNvSpPr>
            <a:spLocks xmlns:a="http://schemas.openxmlformats.org/drawingml/2006/main" noGrp="1"/>
          </p:cNvSpPr>
          <p:nvPr/>
        </p:nvSpPr>
        <p:spPr>
          <a:xfrm xmlns:a="http://schemas.openxmlformats.org/drawingml/2006/main">
            <a:off x="4857750" y="1943100"/>
            <a:ext cx="3733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defRPr sz="1875" b="0">
                <a:solidFill>
                  <a:srgbClr val="171717"/>
                </a:solidFill>
                <a:latin typeface="Arial"/>
                <a:ea typeface="Arial"/>
                <a:cs typeface="Arial"/>
              </a:defRPr>
            </a:lvl1pPr>
            <a:lvl2pPr algn="l">
              <a:defRPr sz="1875" b="0">
                <a:solidFill>
                  <a:srgbClr val="171717"/>
                </a:solidFill>
                <a:latin typeface="Arial"/>
                <a:ea typeface="Arial"/>
                <a:cs typeface="Arial"/>
              </a:defRPr>
            </a:lvl2pPr>
            <a:lvl3pPr algn="l">
              <a:defRPr sz="1875" b="0">
                <a:solidFill>
                  <a:srgbClr val="171717"/>
                </a:solidFill>
                <a:latin typeface="Arial"/>
                <a:ea typeface="Arial"/>
                <a:cs typeface="Arial"/>
              </a:defRPr>
            </a:lvl3pPr>
            <a:lvl4pPr algn="l">
              <a:defRPr sz="1875" b="0">
                <a:solidFill>
                  <a:srgbClr val="171717"/>
                </a:solidFill>
                <a:latin typeface="Arial"/>
                <a:ea typeface="Arial"/>
                <a:cs typeface="Arial"/>
              </a:defRPr>
            </a:lvl4pPr>
            <a:lvl5pPr algn="l">
              <a:defRPr sz="1875" b="0">
                <a:solidFill>
                  <a:srgbClr val="171717"/>
                </a:solidFill>
                <a:latin typeface="Arial"/>
                <a:ea typeface="Arial"/>
                <a:cs typeface="Arial"/>
              </a:defRPr>
            </a:lvl5pPr>
            <a:lvl6pPr algn="l">
              <a:defRPr sz="1875" b="0">
                <a:solidFill>
                  <a:srgbClr val="171717"/>
                </a:solidFill>
                <a:latin typeface="Arial"/>
                <a:ea typeface="Arial"/>
                <a:cs typeface="Arial"/>
              </a:defRPr>
            </a:lvl6pPr>
            <a:lvl7pPr algn="l">
              <a:defRPr sz="1875" b="0">
                <a:solidFill>
                  <a:srgbClr val="171717"/>
                </a:solidFill>
                <a:latin typeface="Arial"/>
                <a:ea typeface="Arial"/>
                <a:cs typeface="Arial"/>
              </a:defRPr>
            </a:lvl7pPr>
            <a:lvl8pPr algn="l">
              <a:defRPr sz="1875" b="0">
                <a:solidFill>
                  <a:srgbClr val="171717"/>
                </a:solidFill>
                <a:latin typeface="Arial"/>
                <a:ea typeface="Arial"/>
                <a:cs typeface="Arial"/>
              </a:defRPr>
            </a:lvl8pPr>
            <a:lvl9pPr algn="l">
              <a:defRPr sz="1875" b="0">
                <a:solidFill>
                  <a:srgbClr val="171717"/>
                </a:solidFill>
                <a:latin typeface="Arial"/>
                <a:ea typeface="Arial"/>
                <a:cs typeface="Arial"/>
              </a:defRPr>
            </a:lvl9pPr>
          </a:lstStyle>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Checkout, stock and RLS</a:t>
            </a:r>
          </a:p>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MFA and deployed migrations</a:t>
            </a:r>
          </a:p>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Intended-user acceptability</a:t>
            </a:r>
          </a:p>
        </p:txBody>
      </p:sp>
      <p:sp>
        <p:nvSpPr>
          <p:cNvPr id="9" name="">
            <a:extLst xmlns:a="http://schemas.openxmlformats.org/drawingml/2006/main">
              <a:ext uri="{FF2B5EF4-FFF2-40B4-BE49-F238E27FC236}">
                <a16:creationId xmlns:a16="http://schemas.microsoft.com/office/drawing/2014/main" id="{6C7F2DB0-0569-4B98-870C-D5B3C554F53E}"/>
              </a:ext>
            </a:extLst>
          </p:cNvPr>
          <p:cNvSpPr>
            <a:spLocks xmlns:a="http://schemas.openxmlformats.org/drawingml/2006/main" noGrp="1"/>
          </p:cNvSpPr>
          <p:nvPr/>
        </p:nvSpPr>
        <p:spPr>
          <a:xfrm xmlns:a="http://schemas.openxmlformats.org/drawingml/2006/main">
            <a:off x="533400" y="3352800"/>
            <a:ext cx="8058150" cy="0"/>
          </a:xfrm>
          <a:prstGeom xmlns:a="http://schemas.openxmlformats.org/drawingml/2006/main" prst="line">
            <a:avLst/>
          </a:prstGeom>
          <a:ln xmlns:a="http://schemas.openxmlformats.org/drawingml/2006/main" w="9525">
            <a:solidFill>
              <a:srgbClr val="A6B0BE"/>
            </a:solidFill>
          </a:ln>
        </p:spPr>
      </p:sp>
      <p:sp>
        <p:nvSpPr>
          <p:cNvPr id="10" name="current-content-127">
            <a:extLst xmlns:a="http://schemas.openxmlformats.org/drawingml/2006/main">
              <a:ext uri="{FF2B5EF4-FFF2-40B4-BE49-F238E27FC236}">
                <a16:creationId xmlns:a16="http://schemas.microsoft.com/office/drawing/2014/main" id="{BD5579FD-14A3-4B6E-9546-1C9A444E1852}"/>
              </a:ext>
            </a:extLst>
          </p:cNvPr>
          <p:cNvSpPr>
            <a:spLocks xmlns:a="http://schemas.openxmlformats.org/drawingml/2006/main" noGrp="1"/>
          </p:cNvSpPr>
          <p:nvPr/>
        </p:nvSpPr>
        <p:spPr>
          <a:xfrm xmlns:a="http://schemas.openxmlformats.org/drawingml/2006/main">
            <a:off x="533400" y="3590925"/>
            <a:ext cx="80581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95959"/>
                </a:solidFill>
                <a:latin typeface="Arial"/>
                <a:ea typeface="Arial"/>
                <a:cs typeface="Arial"/>
              </a:defRPr>
            </a:defPPr>
            <a:lvl1pPr algn="l">
              <a:defRPr sz="1650" b="0">
                <a:solidFill>
                  <a:srgbClr val="595959"/>
                </a:solidFill>
                <a:latin typeface="Arial"/>
                <a:ea typeface="Arial"/>
                <a:cs typeface="Arial"/>
              </a:defRPr>
            </a:lvl1pPr>
            <a:lvl2pPr algn="l">
              <a:defRPr sz="1650" b="0">
                <a:solidFill>
                  <a:srgbClr val="595959"/>
                </a:solidFill>
                <a:latin typeface="Arial"/>
                <a:ea typeface="Arial"/>
                <a:cs typeface="Arial"/>
              </a:defRPr>
            </a:lvl2pPr>
            <a:lvl3pPr algn="l">
              <a:defRPr sz="1650" b="0">
                <a:solidFill>
                  <a:srgbClr val="595959"/>
                </a:solidFill>
                <a:latin typeface="Arial"/>
                <a:ea typeface="Arial"/>
                <a:cs typeface="Arial"/>
              </a:defRPr>
            </a:lvl3pPr>
            <a:lvl4pPr algn="l">
              <a:defRPr sz="1650" b="0">
                <a:solidFill>
                  <a:srgbClr val="595959"/>
                </a:solidFill>
                <a:latin typeface="Arial"/>
                <a:ea typeface="Arial"/>
                <a:cs typeface="Arial"/>
              </a:defRPr>
            </a:lvl4pPr>
            <a:lvl5pPr algn="l">
              <a:defRPr sz="1650" b="0">
                <a:solidFill>
                  <a:srgbClr val="595959"/>
                </a:solidFill>
                <a:latin typeface="Arial"/>
                <a:ea typeface="Arial"/>
                <a:cs typeface="Arial"/>
              </a:defRPr>
            </a:lvl5pPr>
            <a:lvl6pPr algn="l">
              <a:defRPr sz="1650" b="0">
                <a:solidFill>
                  <a:srgbClr val="595959"/>
                </a:solidFill>
                <a:latin typeface="Arial"/>
                <a:ea typeface="Arial"/>
                <a:cs typeface="Arial"/>
              </a:defRPr>
            </a:lvl6pPr>
            <a:lvl7pPr algn="l">
              <a:defRPr sz="1650" b="0">
                <a:solidFill>
                  <a:srgbClr val="595959"/>
                </a:solidFill>
                <a:latin typeface="Arial"/>
                <a:ea typeface="Arial"/>
                <a:cs typeface="Arial"/>
              </a:defRPr>
            </a:lvl7pPr>
            <a:lvl8pPr algn="l">
              <a:defRPr sz="1650" b="0">
                <a:solidFill>
                  <a:srgbClr val="595959"/>
                </a:solidFill>
                <a:latin typeface="Arial"/>
                <a:ea typeface="Arial"/>
                <a:cs typeface="Arial"/>
              </a:defRPr>
            </a:lvl8pPr>
            <a:lvl9pPr algn="l">
              <a:defRPr sz="1650" b="0">
                <a:solidFill>
                  <a:srgbClr val="595959"/>
                </a:solidFill>
                <a:latin typeface="Arial"/>
                <a:ea typeface="Arial"/>
                <a:cs typeface="Arial"/>
              </a:defRPr>
            </a:lvl9pPr>
          </a:lstStyle>
          <a:p xmlns:a="http://schemas.openxmlformats.org/drawingml/2006/main">
            <a:pPr algn="l">
              <a:defRPr sz="1650" b="0">
                <a:solidFill>
                  <a:srgbClr val="595959"/>
                </a:solidFill>
                <a:latin typeface="Arial"/>
                <a:ea typeface="Arial"/>
                <a:cs typeface="Arial"/>
              </a:defRPr>
            </a:pPr>
            <a:r>
              <a:rPr sz="1650" b="0">
                <a:solidFill>
                  <a:srgbClr val="595959"/>
                </a:solidFill>
                <a:latin typeface="Arial"/>
                <a:ea typeface="Arial"/>
                <a:cs typeface="Arial"/>
              </a:rPr>
              <a:t>Limits: bounded offline queues, no automatic conflict resolution</a:t>
            </a:r>
          </a:p>
          <a:p xmlns:a="http://schemas.openxmlformats.org/drawingml/2006/main">
            <a:pPr algn="l">
              <a:defRPr sz="1650" b="0">
                <a:solidFill>
                  <a:srgbClr val="595959"/>
                </a:solidFill>
                <a:latin typeface="Arial"/>
                <a:ea typeface="Arial"/>
                <a:cs typeface="Arial"/>
              </a:defRPr>
            </a:pPr>
            <a:r>
              <a:rPr sz="1650" b="0">
                <a:solidFill>
                  <a:srgbClr val="595959"/>
                </a:solidFill>
                <a:latin typeface="Arial"/>
                <a:ea typeface="Arial"/>
                <a:cs typeface="Arial"/>
              </a:rPr>
              <a:t>Operational reporting, no full accounting or tax filing</a:t>
            </a:r>
          </a:p>
          <a:p xmlns:a="http://schemas.openxmlformats.org/drawingml/2006/main">
            <a:pPr algn="l">
              <a:defRPr sz="1650" b="0">
                <a:solidFill>
                  <a:srgbClr val="595959"/>
                </a:solidFill>
                <a:latin typeface="Arial"/>
                <a:ea typeface="Arial"/>
                <a:cs typeface="Arial"/>
              </a:defRPr>
            </a:pPr>
            <a:r>
              <a:rPr sz="1650" b="0">
                <a:solidFill>
                  <a:srgbClr val="595959"/>
                </a:solidFill>
                <a:latin typeface="Arial"/>
                <a:ea typeface="Arial"/>
                <a:cs typeface="Arial"/>
              </a:rPr>
              <a:t>OCR and predictive AI remain future options</a:t>
            </a:r>
          </a:p>
        </p:txBody>
      </p:sp>
      <p:sp>
        <p:nvSpPr>
          <p:cNvPr id="11" name="current-content-128">
            <a:extLst xmlns:a="http://schemas.openxmlformats.org/drawingml/2006/main">
              <a:ext uri="{FF2B5EF4-FFF2-40B4-BE49-F238E27FC236}">
                <a16:creationId xmlns:a16="http://schemas.microsoft.com/office/drawing/2014/main" id="{FD204880-E7CC-4A9D-B398-70BFC6336082}"/>
              </a:ext>
            </a:extLst>
          </p:cNvPr>
          <p:cNvSpPr>
            <a:spLocks xmlns:a="http://schemas.openxmlformats.org/drawingml/2006/main" noGrp="1"/>
          </p:cNvSpPr>
          <p:nvPr/>
        </p:nvSpPr>
        <p:spPr>
          <a:xfrm xmlns:a="http://schemas.openxmlformats.org/drawingml/2006/main">
            <a:off x="533400" y="4429125"/>
            <a:ext cx="805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Local checks: 20 October 2026. Integration harness inspected, not run.</a:t>
            </a:r>
          </a:p>
        </p:txBody>
      </p:sp>
    </p:spTree>
    <p:extLst>
      <p:ext uri="{BB962C8B-B14F-4D97-AF65-F5344CB8AC3E}">
        <p14:creationId xmlns:p14="http://schemas.microsoft.com/office/powerpoint/2010/main" val="56055715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B752F520-D455-4D5C-B19F-73B8E3661C44}"/>
              </a:ext>
            </a:extLst>
          </p:cNvPr>
          <p:cNvPicPr>
            <a:picLocks xmlns:a="http://schemas.openxmlformats.org/drawingml/2006/main" noChangeAspect="1"/>
          </p:cNvPicPr>
          <p:nvPr/>
        </p:nvPicPr>
        <p:blipFill>
          <a:blip xmlns:r="http://schemas.openxmlformats.org/officeDocument/2006/relationships" xmlns:a="http://schemas.openxmlformats.org/drawingml/2006/main" r:embed="R68da4e17d9104cbc"/>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32">
            <a:extLst xmlns:a="http://schemas.openxmlformats.org/drawingml/2006/main">
              <a:ext uri="{FF2B5EF4-FFF2-40B4-BE49-F238E27FC236}">
                <a16:creationId xmlns:a16="http://schemas.microsoft.com/office/drawing/2014/main" id="{D2BA2CD5-3F83-4274-A2DB-5E3C31F3C67E}"/>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System walkthrough</a:t>
            </a:r>
          </a:p>
        </p:txBody>
      </p:sp>
      <p:pic>
        <p:nvPicPr>
          <p:cNvPr id="3" name="">
            <a:extLst xmlns:a="http://schemas.openxmlformats.org/drawingml/2006/main">
              <a:ext uri="{FF2B5EF4-FFF2-40B4-BE49-F238E27FC236}">
                <a16:creationId xmlns:a16="http://schemas.microsoft.com/office/drawing/2014/main" id="{75644C7A-8BD2-453B-80F7-5C62F92A0790}"/>
              </a:ext>
            </a:extLst>
          </p:cNvPr>
          <p:cNvPicPr>
            <a:picLocks xmlns:a="http://schemas.openxmlformats.org/drawingml/2006/main" noChangeAspect="1"/>
          </p:cNvPicPr>
          <p:nvPr/>
        </p:nvPicPr>
        <p:blipFill>
          <a:blip xmlns:r="http://schemas.openxmlformats.org/officeDocument/2006/relationships" xmlns:a="http://schemas.openxmlformats.org/drawingml/2006/main" r:embed="R057d1c1aa8524a82"/>
          <a:stretch xmlns:a="http://schemas.openxmlformats.org/drawingml/2006/main"/>
        </p:blipFill>
        <p:spPr>
          <a:xfrm xmlns:a="http://schemas.openxmlformats.org/drawingml/2006/main">
            <a:off x="3524250" y="4676998"/>
            <a:ext cx="2095500" cy="332930"/>
          </a:xfrm>
          <a:prstGeom xmlns:a="http://schemas.openxmlformats.org/drawingml/2006/main" prst="rect">
            <a:avLst/>
          </a:prstGeom>
        </p:spPr>
      </p:pic>
      <p:sp>
        <p:nvSpPr>
          <p:cNvPr id="4" name="current-content-33">
            <a:extLst xmlns:a="http://schemas.openxmlformats.org/drawingml/2006/main">
              <a:ext uri="{FF2B5EF4-FFF2-40B4-BE49-F238E27FC236}">
                <a16:creationId xmlns:a16="http://schemas.microsoft.com/office/drawing/2014/main" id="{631E05FF-4E65-4DCF-8CD0-7E71252597A3}"/>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17 / 17</a:t>
            </a:r>
          </a:p>
        </p:txBody>
      </p:sp>
      <p:sp>
        <p:nvSpPr>
          <p:cNvPr id="5" name="current-content-129">
            <a:extLst xmlns:a="http://schemas.openxmlformats.org/drawingml/2006/main">
              <a:ext uri="{FF2B5EF4-FFF2-40B4-BE49-F238E27FC236}">
                <a16:creationId xmlns:a16="http://schemas.microsoft.com/office/drawing/2014/main" id="{591766B2-B500-4589-AAFC-8631679BF1E3}"/>
              </a:ext>
            </a:extLst>
          </p:cNvPr>
          <p:cNvSpPr>
            <a:spLocks xmlns:a="http://schemas.openxmlformats.org/drawingml/2006/main" noGrp="1"/>
          </p:cNvSpPr>
          <p:nvPr/>
        </p:nvSpPr>
        <p:spPr>
          <a:xfrm xmlns:a="http://schemas.openxmlformats.org/drawingml/2006/main">
            <a:off x="533400" y="1323975"/>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C61"/>
                </a:solidFill>
                <a:latin typeface="Raleway"/>
                <a:ea typeface="Raleway"/>
                <a:cs typeface="Raleway"/>
              </a:defRPr>
            </a:defPPr>
            <a:lvl1pPr algn="l">
              <a:defRPr sz="1950" b="1">
                <a:solidFill>
                  <a:srgbClr val="202C61"/>
                </a:solidFill>
                <a:latin typeface="Raleway"/>
                <a:ea typeface="Raleway"/>
                <a:cs typeface="Raleway"/>
              </a:defRPr>
            </a:lvl1pPr>
            <a:lvl2pPr algn="l">
              <a:defRPr sz="1950" b="1">
                <a:solidFill>
                  <a:srgbClr val="202C61"/>
                </a:solidFill>
                <a:latin typeface="Raleway"/>
                <a:ea typeface="Raleway"/>
                <a:cs typeface="Raleway"/>
              </a:defRPr>
            </a:lvl2pPr>
            <a:lvl3pPr algn="l">
              <a:defRPr sz="1950" b="1">
                <a:solidFill>
                  <a:srgbClr val="202C61"/>
                </a:solidFill>
                <a:latin typeface="Raleway"/>
                <a:ea typeface="Raleway"/>
                <a:cs typeface="Raleway"/>
              </a:defRPr>
            </a:lvl3pPr>
            <a:lvl4pPr algn="l">
              <a:defRPr sz="1950" b="1">
                <a:solidFill>
                  <a:srgbClr val="202C61"/>
                </a:solidFill>
                <a:latin typeface="Raleway"/>
                <a:ea typeface="Raleway"/>
                <a:cs typeface="Raleway"/>
              </a:defRPr>
            </a:lvl4pPr>
            <a:lvl5pPr algn="l">
              <a:defRPr sz="1950" b="1">
                <a:solidFill>
                  <a:srgbClr val="202C61"/>
                </a:solidFill>
                <a:latin typeface="Raleway"/>
                <a:ea typeface="Raleway"/>
                <a:cs typeface="Raleway"/>
              </a:defRPr>
            </a:lvl5pPr>
            <a:lvl6pPr algn="l">
              <a:defRPr sz="1950" b="1">
                <a:solidFill>
                  <a:srgbClr val="202C61"/>
                </a:solidFill>
                <a:latin typeface="Raleway"/>
                <a:ea typeface="Raleway"/>
                <a:cs typeface="Raleway"/>
              </a:defRPr>
            </a:lvl6pPr>
            <a:lvl7pPr algn="l">
              <a:defRPr sz="1950" b="1">
                <a:solidFill>
                  <a:srgbClr val="202C61"/>
                </a:solidFill>
                <a:latin typeface="Raleway"/>
                <a:ea typeface="Raleway"/>
                <a:cs typeface="Raleway"/>
              </a:defRPr>
            </a:lvl7pPr>
            <a:lvl8pPr algn="l">
              <a:defRPr sz="1950" b="1">
                <a:solidFill>
                  <a:srgbClr val="202C61"/>
                </a:solidFill>
                <a:latin typeface="Raleway"/>
                <a:ea typeface="Raleway"/>
                <a:cs typeface="Raleway"/>
              </a:defRPr>
            </a:lvl8pPr>
            <a:lvl9pPr algn="l">
              <a:defRPr sz="1950" b="1">
                <a:solidFill>
                  <a:srgbClr val="202C61"/>
                </a:solidFill>
                <a:latin typeface="Raleway"/>
                <a:ea typeface="Raleway"/>
                <a:cs typeface="Raleway"/>
              </a:defRPr>
            </a:lvl9pPr>
          </a:lstStyle>
          <a:p xmlns:a="http://schemas.openxmlformats.org/drawingml/2006/main">
            <a:pPr algn="l">
              <a:defRPr sz="1950" b="1">
                <a:solidFill>
                  <a:srgbClr val="202C61"/>
                </a:solidFill>
                <a:latin typeface="Raleway"/>
                <a:ea typeface="Raleway"/>
                <a:cs typeface="Raleway"/>
              </a:defRPr>
            </a:pPr>
            <a:r>
              <a:rPr sz="1950" b="1">
                <a:solidFill>
                  <a:srgbClr val="202C61"/>
                </a:solidFill>
                <a:latin typeface="Raleway"/>
                <a:ea typeface="Raleway"/>
                <a:cs typeface="Raleway"/>
              </a:rPr>
              <a:t>Planned initial state</a:t>
            </a:r>
          </a:p>
        </p:txBody>
      </p:sp>
      <p:sp>
        <p:nvSpPr>
          <p:cNvPr id="6" name="current-content-130">
            <a:extLst xmlns:a="http://schemas.openxmlformats.org/drawingml/2006/main">
              <a:ext uri="{FF2B5EF4-FFF2-40B4-BE49-F238E27FC236}">
                <a16:creationId xmlns:a16="http://schemas.microsoft.com/office/drawing/2014/main" id="{350B4E22-3626-4B51-AED4-CC3E04D574B7}"/>
              </a:ext>
            </a:extLst>
          </p:cNvPr>
          <p:cNvSpPr>
            <a:spLocks xmlns:a="http://schemas.openxmlformats.org/drawingml/2006/main" noGrp="1"/>
          </p:cNvSpPr>
          <p:nvPr/>
        </p:nvSpPr>
        <p:spPr>
          <a:xfrm xmlns:a="http://schemas.openxmlformats.org/drawingml/2006/main">
            <a:off x="533400" y="1924050"/>
            <a:ext cx="3714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defRPr sz="1875" b="0">
                <a:solidFill>
                  <a:srgbClr val="171717"/>
                </a:solidFill>
                <a:latin typeface="Arial"/>
                <a:ea typeface="Arial"/>
                <a:cs typeface="Arial"/>
              </a:defRPr>
            </a:lvl1pPr>
            <a:lvl2pPr algn="l">
              <a:defRPr sz="1875" b="0">
                <a:solidFill>
                  <a:srgbClr val="171717"/>
                </a:solidFill>
                <a:latin typeface="Arial"/>
                <a:ea typeface="Arial"/>
                <a:cs typeface="Arial"/>
              </a:defRPr>
            </a:lvl2pPr>
            <a:lvl3pPr algn="l">
              <a:defRPr sz="1875" b="0">
                <a:solidFill>
                  <a:srgbClr val="171717"/>
                </a:solidFill>
                <a:latin typeface="Arial"/>
                <a:ea typeface="Arial"/>
                <a:cs typeface="Arial"/>
              </a:defRPr>
            </a:lvl3pPr>
            <a:lvl4pPr algn="l">
              <a:defRPr sz="1875" b="0">
                <a:solidFill>
                  <a:srgbClr val="171717"/>
                </a:solidFill>
                <a:latin typeface="Arial"/>
                <a:ea typeface="Arial"/>
                <a:cs typeface="Arial"/>
              </a:defRPr>
            </a:lvl4pPr>
            <a:lvl5pPr algn="l">
              <a:defRPr sz="1875" b="0">
                <a:solidFill>
                  <a:srgbClr val="171717"/>
                </a:solidFill>
                <a:latin typeface="Arial"/>
                <a:ea typeface="Arial"/>
                <a:cs typeface="Arial"/>
              </a:defRPr>
            </a:lvl5pPr>
            <a:lvl6pPr algn="l">
              <a:defRPr sz="1875" b="0">
                <a:solidFill>
                  <a:srgbClr val="171717"/>
                </a:solidFill>
                <a:latin typeface="Arial"/>
                <a:ea typeface="Arial"/>
                <a:cs typeface="Arial"/>
              </a:defRPr>
            </a:lvl6pPr>
            <a:lvl7pPr algn="l">
              <a:defRPr sz="1875" b="0">
                <a:solidFill>
                  <a:srgbClr val="171717"/>
                </a:solidFill>
                <a:latin typeface="Arial"/>
                <a:ea typeface="Arial"/>
                <a:cs typeface="Arial"/>
              </a:defRPr>
            </a:lvl7pPr>
            <a:lvl8pPr algn="l">
              <a:defRPr sz="1875" b="0">
                <a:solidFill>
                  <a:srgbClr val="171717"/>
                </a:solidFill>
                <a:latin typeface="Arial"/>
                <a:ea typeface="Arial"/>
                <a:cs typeface="Arial"/>
              </a:defRPr>
            </a:lvl8pPr>
            <a:lvl9pPr algn="l">
              <a:defRPr sz="1875" b="0">
                <a:solidFill>
                  <a:srgbClr val="171717"/>
                </a:solidFill>
                <a:latin typeface="Arial"/>
                <a:ea typeface="Arial"/>
                <a:cs typeface="Arial"/>
              </a:defRPr>
            </a:lvl9pPr>
          </a:lstStyle>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Cleared business records</a:t>
            </a:r>
          </a:p>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Required schema, Auth and</a:t>
            </a:r>
          </a:p>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configuration retained</a:t>
            </a:r>
          </a:p>
        </p:txBody>
      </p:sp>
      <p:sp>
        <p:nvSpPr>
          <p:cNvPr id="7" name="current-content-131">
            <a:extLst xmlns:a="http://schemas.openxmlformats.org/drawingml/2006/main">
              <a:ext uri="{FF2B5EF4-FFF2-40B4-BE49-F238E27FC236}">
                <a16:creationId xmlns:a16="http://schemas.microsoft.com/office/drawing/2014/main" id="{F203381B-C56A-4C4B-93E1-93DD6527A884}"/>
              </a:ext>
            </a:extLst>
          </p:cNvPr>
          <p:cNvSpPr>
            <a:spLocks xmlns:a="http://schemas.openxmlformats.org/drawingml/2006/main" noGrp="1"/>
          </p:cNvSpPr>
          <p:nvPr/>
        </p:nvSpPr>
        <p:spPr>
          <a:xfrm xmlns:a="http://schemas.openxmlformats.org/drawingml/2006/main">
            <a:off x="533400" y="3409950"/>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9D5B00"/>
                </a:solidFill>
                <a:latin typeface="Arial"/>
                <a:ea typeface="Arial"/>
                <a:cs typeface="Arial"/>
              </a:defRPr>
            </a:defPPr>
            <a:lvl1pPr algn="l">
              <a:defRPr sz="1650" b="0">
                <a:solidFill>
                  <a:srgbClr val="9D5B00"/>
                </a:solidFill>
                <a:latin typeface="Arial"/>
                <a:ea typeface="Arial"/>
                <a:cs typeface="Arial"/>
              </a:defRPr>
            </a:lvl1pPr>
            <a:lvl2pPr algn="l">
              <a:defRPr sz="1650" b="0">
                <a:solidFill>
                  <a:srgbClr val="9D5B00"/>
                </a:solidFill>
                <a:latin typeface="Arial"/>
                <a:ea typeface="Arial"/>
                <a:cs typeface="Arial"/>
              </a:defRPr>
            </a:lvl2pPr>
            <a:lvl3pPr algn="l">
              <a:defRPr sz="1650" b="0">
                <a:solidFill>
                  <a:srgbClr val="9D5B00"/>
                </a:solidFill>
                <a:latin typeface="Arial"/>
                <a:ea typeface="Arial"/>
                <a:cs typeface="Arial"/>
              </a:defRPr>
            </a:lvl3pPr>
            <a:lvl4pPr algn="l">
              <a:defRPr sz="1650" b="0">
                <a:solidFill>
                  <a:srgbClr val="9D5B00"/>
                </a:solidFill>
                <a:latin typeface="Arial"/>
                <a:ea typeface="Arial"/>
                <a:cs typeface="Arial"/>
              </a:defRPr>
            </a:lvl4pPr>
            <a:lvl5pPr algn="l">
              <a:defRPr sz="1650" b="0">
                <a:solidFill>
                  <a:srgbClr val="9D5B00"/>
                </a:solidFill>
                <a:latin typeface="Arial"/>
                <a:ea typeface="Arial"/>
                <a:cs typeface="Arial"/>
              </a:defRPr>
            </a:lvl5pPr>
            <a:lvl6pPr algn="l">
              <a:defRPr sz="1650" b="0">
                <a:solidFill>
                  <a:srgbClr val="9D5B00"/>
                </a:solidFill>
                <a:latin typeface="Arial"/>
                <a:ea typeface="Arial"/>
                <a:cs typeface="Arial"/>
              </a:defRPr>
            </a:lvl6pPr>
            <a:lvl7pPr algn="l">
              <a:defRPr sz="1650" b="0">
                <a:solidFill>
                  <a:srgbClr val="9D5B00"/>
                </a:solidFill>
                <a:latin typeface="Arial"/>
                <a:ea typeface="Arial"/>
                <a:cs typeface="Arial"/>
              </a:defRPr>
            </a:lvl7pPr>
            <a:lvl8pPr algn="l">
              <a:defRPr sz="1650" b="0">
                <a:solidFill>
                  <a:srgbClr val="9D5B00"/>
                </a:solidFill>
                <a:latin typeface="Arial"/>
                <a:ea typeface="Arial"/>
                <a:cs typeface="Arial"/>
              </a:defRPr>
            </a:lvl8pPr>
            <a:lvl9pPr algn="l">
              <a:defRPr sz="1650" b="0">
                <a:solidFill>
                  <a:srgbClr val="9D5B00"/>
                </a:solidFill>
                <a:latin typeface="Arial"/>
                <a:ea typeface="Arial"/>
                <a:cs typeface="Arial"/>
              </a:defRPr>
            </a:lvl9pPr>
          </a:lstStyle>
          <a:p xmlns:a="http://schemas.openxmlformats.org/drawingml/2006/main">
            <a:pPr algn="l">
              <a:defRPr sz="1650" b="0">
                <a:solidFill>
                  <a:srgbClr val="9D5B00"/>
                </a:solidFill>
                <a:latin typeface="Arial"/>
                <a:ea typeface="Arial"/>
                <a:cs typeface="Arial"/>
              </a:defRPr>
            </a:pPr>
            <a:r>
              <a:rPr sz="1650" b="0">
                <a:solidFill>
                  <a:srgbClr val="9D5B00"/>
                </a:solidFill>
                <a:latin typeface="Arial"/>
                <a:ea typeface="Arial"/>
                <a:cs typeface="Arial"/>
              </a:rPr>
              <a:t>Preparation pending.</a:t>
            </a:r>
          </a:p>
          <a:p xmlns:a="http://schemas.openxmlformats.org/drawingml/2006/main">
            <a:pPr algn="l">
              <a:defRPr sz="1650" b="0">
                <a:solidFill>
                  <a:srgbClr val="9D5B00"/>
                </a:solidFill>
                <a:latin typeface="Arial"/>
                <a:ea typeface="Arial"/>
                <a:cs typeface="Arial"/>
              </a:defRPr>
            </a:pPr>
            <a:r>
              <a:rPr sz="1650" b="0">
                <a:solidFill>
                  <a:srgbClr val="9D5B00"/>
                </a:solidFill>
                <a:latin typeface="Arial"/>
                <a:ea typeface="Arial"/>
                <a:cs typeface="Arial"/>
              </a:rPr>
              <a:t>No reset performed for this task.</a:t>
            </a:r>
          </a:p>
        </p:txBody>
      </p:sp>
      <p:sp>
        <p:nvSpPr>
          <p:cNvPr id="8" name="current-content-132">
            <a:extLst xmlns:a="http://schemas.openxmlformats.org/drawingml/2006/main">
              <a:ext uri="{FF2B5EF4-FFF2-40B4-BE49-F238E27FC236}">
                <a16:creationId xmlns:a16="http://schemas.microsoft.com/office/drawing/2014/main" id="{BBDB1446-75BF-4A57-846D-A627FBAD632A}"/>
              </a:ext>
            </a:extLst>
          </p:cNvPr>
          <p:cNvSpPr>
            <a:spLocks xmlns:a="http://schemas.openxmlformats.org/drawingml/2006/main" noGrp="1"/>
          </p:cNvSpPr>
          <p:nvPr/>
        </p:nvSpPr>
        <p:spPr>
          <a:xfrm xmlns:a="http://schemas.openxmlformats.org/drawingml/2006/main">
            <a:off x="4857750" y="132397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defRPr sz="1800" b="1">
                <a:solidFill>
                  <a:srgbClr val="0070C0"/>
                </a:solidFill>
                <a:latin typeface="Arial"/>
                <a:ea typeface="Arial"/>
                <a:cs typeface="Arial"/>
              </a:defRPr>
            </a:lvl1pPr>
            <a:lvl2pPr algn="l">
              <a:defRPr sz="1800" b="1">
                <a:solidFill>
                  <a:srgbClr val="0070C0"/>
                </a:solidFill>
                <a:latin typeface="Arial"/>
                <a:ea typeface="Arial"/>
                <a:cs typeface="Arial"/>
              </a:defRPr>
            </a:lvl2pPr>
            <a:lvl3pPr algn="l">
              <a:defRPr sz="1800" b="1">
                <a:solidFill>
                  <a:srgbClr val="0070C0"/>
                </a:solidFill>
                <a:latin typeface="Arial"/>
                <a:ea typeface="Arial"/>
                <a:cs typeface="Arial"/>
              </a:defRPr>
            </a:lvl3pPr>
            <a:lvl4pPr algn="l">
              <a:defRPr sz="1800" b="1">
                <a:solidFill>
                  <a:srgbClr val="0070C0"/>
                </a:solidFill>
                <a:latin typeface="Arial"/>
                <a:ea typeface="Arial"/>
                <a:cs typeface="Arial"/>
              </a:defRPr>
            </a:lvl4pPr>
            <a:lvl5pPr algn="l">
              <a:defRPr sz="1800" b="1">
                <a:solidFill>
                  <a:srgbClr val="0070C0"/>
                </a:solidFill>
                <a:latin typeface="Arial"/>
                <a:ea typeface="Arial"/>
                <a:cs typeface="Arial"/>
              </a:defRPr>
            </a:lvl5pPr>
            <a:lvl6pPr algn="l">
              <a:defRPr sz="1800" b="1">
                <a:solidFill>
                  <a:srgbClr val="0070C0"/>
                </a:solidFill>
                <a:latin typeface="Arial"/>
                <a:ea typeface="Arial"/>
                <a:cs typeface="Arial"/>
              </a:defRPr>
            </a:lvl6pPr>
            <a:lvl7pPr algn="l">
              <a:defRPr sz="1800" b="1">
                <a:solidFill>
                  <a:srgbClr val="0070C0"/>
                </a:solidFill>
                <a:latin typeface="Arial"/>
                <a:ea typeface="Arial"/>
                <a:cs typeface="Arial"/>
              </a:defRPr>
            </a:lvl7pPr>
            <a:lvl8pPr algn="l">
              <a:defRPr sz="1800" b="1">
                <a:solidFill>
                  <a:srgbClr val="0070C0"/>
                </a:solidFill>
                <a:latin typeface="Arial"/>
                <a:ea typeface="Arial"/>
                <a:cs typeface="Arial"/>
              </a:defRPr>
            </a:lvl8pPr>
            <a:lvl9pPr algn="l">
              <a:defRPr sz="1800" b="1">
                <a:solidFill>
                  <a:srgbClr val="0070C0"/>
                </a:solidFill>
                <a:latin typeface="Arial"/>
                <a:ea typeface="Arial"/>
                <a:cs typeface="Arial"/>
              </a:defRPr>
            </a:lvl9pPr>
          </a:lstStyle>
          <a:p xmlns:a="http://schemas.openxmlformats.org/drawingml/2006/main">
            <a:pPr algn="l">
              <a:defRPr sz="1800" b="1">
                <a:solidFill>
                  <a:srgbClr val="0070C0"/>
                </a:solidFill>
                <a:latin typeface="Arial"/>
                <a:ea typeface="Arial"/>
                <a:cs typeface="Arial"/>
              </a:defRPr>
            </a:pPr>
            <a:r>
              <a:rPr sz="1800" b="1">
                <a:solidFill>
                  <a:srgbClr val="0070C0"/>
                </a:solidFill>
                <a:latin typeface="Arial"/>
                <a:ea typeface="Arial"/>
                <a:cs typeface="Arial"/>
              </a:rPr>
              <a:t>01</a:t>
            </a:r>
          </a:p>
        </p:txBody>
      </p:sp>
      <p:sp>
        <p:nvSpPr>
          <p:cNvPr id="9" name="current-content-133">
            <a:extLst xmlns:a="http://schemas.openxmlformats.org/drawingml/2006/main">
              <a:ext uri="{FF2B5EF4-FFF2-40B4-BE49-F238E27FC236}">
                <a16:creationId xmlns:a16="http://schemas.microsoft.com/office/drawing/2014/main" id="{291D67E9-ADC1-4967-8A50-1BE8224458DD}"/>
              </a:ext>
            </a:extLst>
          </p:cNvPr>
          <p:cNvSpPr>
            <a:spLocks xmlns:a="http://schemas.openxmlformats.org/drawingml/2006/main" noGrp="1"/>
          </p:cNvSpPr>
          <p:nvPr/>
        </p:nvSpPr>
        <p:spPr>
          <a:xfrm xmlns:a="http://schemas.openxmlformats.org/drawingml/2006/main">
            <a:off x="5619750" y="132397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Login</a:t>
            </a:r>
          </a:p>
        </p:txBody>
      </p:sp>
      <p:sp>
        <p:nvSpPr>
          <p:cNvPr id="10" name="current-content-134">
            <a:extLst xmlns:a="http://schemas.openxmlformats.org/drawingml/2006/main">
              <a:ext uri="{FF2B5EF4-FFF2-40B4-BE49-F238E27FC236}">
                <a16:creationId xmlns:a16="http://schemas.microsoft.com/office/drawing/2014/main" id="{68708CFF-81FE-4189-B7B2-0C739BE456D6}"/>
              </a:ext>
            </a:extLst>
          </p:cNvPr>
          <p:cNvSpPr>
            <a:spLocks xmlns:a="http://schemas.openxmlformats.org/drawingml/2006/main" noGrp="1"/>
          </p:cNvSpPr>
          <p:nvPr/>
        </p:nvSpPr>
        <p:spPr>
          <a:xfrm xmlns:a="http://schemas.openxmlformats.org/drawingml/2006/main">
            <a:off x="4857750" y="177165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defRPr sz="1800" b="1">
                <a:solidFill>
                  <a:srgbClr val="0070C0"/>
                </a:solidFill>
                <a:latin typeface="Arial"/>
                <a:ea typeface="Arial"/>
                <a:cs typeface="Arial"/>
              </a:defRPr>
            </a:lvl1pPr>
            <a:lvl2pPr algn="l">
              <a:defRPr sz="1800" b="1">
                <a:solidFill>
                  <a:srgbClr val="0070C0"/>
                </a:solidFill>
                <a:latin typeface="Arial"/>
                <a:ea typeface="Arial"/>
                <a:cs typeface="Arial"/>
              </a:defRPr>
            </a:lvl2pPr>
            <a:lvl3pPr algn="l">
              <a:defRPr sz="1800" b="1">
                <a:solidFill>
                  <a:srgbClr val="0070C0"/>
                </a:solidFill>
                <a:latin typeface="Arial"/>
                <a:ea typeface="Arial"/>
                <a:cs typeface="Arial"/>
              </a:defRPr>
            </a:lvl3pPr>
            <a:lvl4pPr algn="l">
              <a:defRPr sz="1800" b="1">
                <a:solidFill>
                  <a:srgbClr val="0070C0"/>
                </a:solidFill>
                <a:latin typeface="Arial"/>
                <a:ea typeface="Arial"/>
                <a:cs typeface="Arial"/>
              </a:defRPr>
            </a:lvl4pPr>
            <a:lvl5pPr algn="l">
              <a:defRPr sz="1800" b="1">
                <a:solidFill>
                  <a:srgbClr val="0070C0"/>
                </a:solidFill>
                <a:latin typeface="Arial"/>
                <a:ea typeface="Arial"/>
                <a:cs typeface="Arial"/>
              </a:defRPr>
            </a:lvl5pPr>
            <a:lvl6pPr algn="l">
              <a:defRPr sz="1800" b="1">
                <a:solidFill>
                  <a:srgbClr val="0070C0"/>
                </a:solidFill>
                <a:latin typeface="Arial"/>
                <a:ea typeface="Arial"/>
                <a:cs typeface="Arial"/>
              </a:defRPr>
            </a:lvl6pPr>
            <a:lvl7pPr algn="l">
              <a:defRPr sz="1800" b="1">
                <a:solidFill>
                  <a:srgbClr val="0070C0"/>
                </a:solidFill>
                <a:latin typeface="Arial"/>
                <a:ea typeface="Arial"/>
                <a:cs typeface="Arial"/>
              </a:defRPr>
            </a:lvl7pPr>
            <a:lvl8pPr algn="l">
              <a:defRPr sz="1800" b="1">
                <a:solidFill>
                  <a:srgbClr val="0070C0"/>
                </a:solidFill>
                <a:latin typeface="Arial"/>
                <a:ea typeface="Arial"/>
                <a:cs typeface="Arial"/>
              </a:defRPr>
            </a:lvl8pPr>
            <a:lvl9pPr algn="l">
              <a:defRPr sz="1800" b="1">
                <a:solidFill>
                  <a:srgbClr val="0070C0"/>
                </a:solidFill>
                <a:latin typeface="Arial"/>
                <a:ea typeface="Arial"/>
                <a:cs typeface="Arial"/>
              </a:defRPr>
            </a:lvl9pPr>
          </a:lstStyle>
          <a:p xmlns:a="http://schemas.openxmlformats.org/drawingml/2006/main">
            <a:pPr algn="l">
              <a:defRPr sz="1800" b="1">
                <a:solidFill>
                  <a:srgbClr val="0070C0"/>
                </a:solidFill>
                <a:latin typeface="Arial"/>
                <a:ea typeface="Arial"/>
                <a:cs typeface="Arial"/>
              </a:defRPr>
            </a:pPr>
            <a:r>
              <a:rPr sz="1800" b="1">
                <a:solidFill>
                  <a:srgbClr val="0070C0"/>
                </a:solidFill>
                <a:latin typeface="Arial"/>
                <a:ea typeface="Arial"/>
                <a:cs typeface="Arial"/>
              </a:rPr>
              <a:t>02</a:t>
            </a:r>
          </a:p>
        </p:txBody>
      </p:sp>
      <p:sp>
        <p:nvSpPr>
          <p:cNvPr id="11" name="current-content-135">
            <a:extLst xmlns:a="http://schemas.openxmlformats.org/drawingml/2006/main">
              <a:ext uri="{FF2B5EF4-FFF2-40B4-BE49-F238E27FC236}">
                <a16:creationId xmlns:a16="http://schemas.microsoft.com/office/drawing/2014/main" id="{3E49B36D-AFB4-447C-92B4-322C1251F0A1}"/>
              </a:ext>
            </a:extLst>
          </p:cNvPr>
          <p:cNvSpPr>
            <a:spLocks xmlns:a="http://schemas.openxmlformats.org/drawingml/2006/main" noGrp="1"/>
          </p:cNvSpPr>
          <p:nvPr/>
        </p:nvSpPr>
        <p:spPr>
          <a:xfrm xmlns:a="http://schemas.openxmlformats.org/drawingml/2006/main">
            <a:off x="5619750" y="177165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Product setup</a:t>
            </a:r>
          </a:p>
        </p:txBody>
      </p:sp>
      <p:sp>
        <p:nvSpPr>
          <p:cNvPr id="12" name="current-content-136">
            <a:extLst xmlns:a="http://schemas.openxmlformats.org/drawingml/2006/main">
              <a:ext uri="{FF2B5EF4-FFF2-40B4-BE49-F238E27FC236}">
                <a16:creationId xmlns:a16="http://schemas.microsoft.com/office/drawing/2014/main" id="{22C4B2F5-FBBB-4BB9-A4B5-46ED76FCB039}"/>
              </a:ext>
            </a:extLst>
          </p:cNvPr>
          <p:cNvSpPr>
            <a:spLocks xmlns:a="http://schemas.openxmlformats.org/drawingml/2006/main" noGrp="1"/>
          </p:cNvSpPr>
          <p:nvPr/>
        </p:nvSpPr>
        <p:spPr>
          <a:xfrm xmlns:a="http://schemas.openxmlformats.org/drawingml/2006/main">
            <a:off x="4857750" y="221932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defRPr sz="1800" b="1">
                <a:solidFill>
                  <a:srgbClr val="0070C0"/>
                </a:solidFill>
                <a:latin typeface="Arial"/>
                <a:ea typeface="Arial"/>
                <a:cs typeface="Arial"/>
              </a:defRPr>
            </a:lvl1pPr>
            <a:lvl2pPr algn="l">
              <a:defRPr sz="1800" b="1">
                <a:solidFill>
                  <a:srgbClr val="0070C0"/>
                </a:solidFill>
                <a:latin typeface="Arial"/>
                <a:ea typeface="Arial"/>
                <a:cs typeface="Arial"/>
              </a:defRPr>
            </a:lvl2pPr>
            <a:lvl3pPr algn="l">
              <a:defRPr sz="1800" b="1">
                <a:solidFill>
                  <a:srgbClr val="0070C0"/>
                </a:solidFill>
                <a:latin typeface="Arial"/>
                <a:ea typeface="Arial"/>
                <a:cs typeface="Arial"/>
              </a:defRPr>
            </a:lvl3pPr>
            <a:lvl4pPr algn="l">
              <a:defRPr sz="1800" b="1">
                <a:solidFill>
                  <a:srgbClr val="0070C0"/>
                </a:solidFill>
                <a:latin typeface="Arial"/>
                <a:ea typeface="Arial"/>
                <a:cs typeface="Arial"/>
              </a:defRPr>
            </a:lvl4pPr>
            <a:lvl5pPr algn="l">
              <a:defRPr sz="1800" b="1">
                <a:solidFill>
                  <a:srgbClr val="0070C0"/>
                </a:solidFill>
                <a:latin typeface="Arial"/>
                <a:ea typeface="Arial"/>
                <a:cs typeface="Arial"/>
              </a:defRPr>
            </a:lvl5pPr>
            <a:lvl6pPr algn="l">
              <a:defRPr sz="1800" b="1">
                <a:solidFill>
                  <a:srgbClr val="0070C0"/>
                </a:solidFill>
                <a:latin typeface="Arial"/>
                <a:ea typeface="Arial"/>
                <a:cs typeface="Arial"/>
              </a:defRPr>
            </a:lvl6pPr>
            <a:lvl7pPr algn="l">
              <a:defRPr sz="1800" b="1">
                <a:solidFill>
                  <a:srgbClr val="0070C0"/>
                </a:solidFill>
                <a:latin typeface="Arial"/>
                <a:ea typeface="Arial"/>
                <a:cs typeface="Arial"/>
              </a:defRPr>
            </a:lvl7pPr>
            <a:lvl8pPr algn="l">
              <a:defRPr sz="1800" b="1">
                <a:solidFill>
                  <a:srgbClr val="0070C0"/>
                </a:solidFill>
                <a:latin typeface="Arial"/>
                <a:ea typeface="Arial"/>
                <a:cs typeface="Arial"/>
              </a:defRPr>
            </a:lvl8pPr>
            <a:lvl9pPr algn="l">
              <a:defRPr sz="1800" b="1">
                <a:solidFill>
                  <a:srgbClr val="0070C0"/>
                </a:solidFill>
                <a:latin typeface="Arial"/>
                <a:ea typeface="Arial"/>
                <a:cs typeface="Arial"/>
              </a:defRPr>
            </a:lvl9pPr>
          </a:lstStyle>
          <a:p xmlns:a="http://schemas.openxmlformats.org/drawingml/2006/main">
            <a:pPr algn="l">
              <a:defRPr sz="1800" b="1">
                <a:solidFill>
                  <a:srgbClr val="0070C0"/>
                </a:solidFill>
                <a:latin typeface="Arial"/>
                <a:ea typeface="Arial"/>
                <a:cs typeface="Arial"/>
              </a:defRPr>
            </a:pPr>
            <a:r>
              <a:rPr sz="1800" b="1">
                <a:solidFill>
                  <a:srgbClr val="0070C0"/>
                </a:solidFill>
                <a:latin typeface="Arial"/>
                <a:ea typeface="Arial"/>
                <a:cs typeface="Arial"/>
              </a:rPr>
              <a:t>03</a:t>
            </a:r>
          </a:p>
        </p:txBody>
      </p:sp>
      <p:sp>
        <p:nvSpPr>
          <p:cNvPr id="13" name="current-content-137">
            <a:extLst xmlns:a="http://schemas.openxmlformats.org/drawingml/2006/main">
              <a:ext uri="{FF2B5EF4-FFF2-40B4-BE49-F238E27FC236}">
                <a16:creationId xmlns:a16="http://schemas.microsoft.com/office/drawing/2014/main" id="{E231C838-CC79-4921-94A2-058B9AD86AA8}"/>
              </a:ext>
            </a:extLst>
          </p:cNvPr>
          <p:cNvSpPr>
            <a:spLocks xmlns:a="http://schemas.openxmlformats.org/drawingml/2006/main" noGrp="1"/>
          </p:cNvSpPr>
          <p:nvPr/>
        </p:nvSpPr>
        <p:spPr>
          <a:xfrm xmlns:a="http://schemas.openxmlformats.org/drawingml/2006/main">
            <a:off x="5619750" y="221932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Receive stock</a:t>
            </a:r>
          </a:p>
        </p:txBody>
      </p:sp>
      <p:sp>
        <p:nvSpPr>
          <p:cNvPr id="14" name="current-content-138">
            <a:extLst xmlns:a="http://schemas.openxmlformats.org/drawingml/2006/main">
              <a:ext uri="{FF2B5EF4-FFF2-40B4-BE49-F238E27FC236}">
                <a16:creationId xmlns:a16="http://schemas.microsoft.com/office/drawing/2014/main" id="{77D2106E-28B7-456C-8DF5-222D2E107C82}"/>
              </a:ext>
            </a:extLst>
          </p:cNvPr>
          <p:cNvSpPr>
            <a:spLocks xmlns:a="http://schemas.openxmlformats.org/drawingml/2006/main" noGrp="1"/>
          </p:cNvSpPr>
          <p:nvPr/>
        </p:nvSpPr>
        <p:spPr>
          <a:xfrm xmlns:a="http://schemas.openxmlformats.org/drawingml/2006/main">
            <a:off x="4857750" y="266700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defRPr sz="1800" b="1">
                <a:solidFill>
                  <a:srgbClr val="0070C0"/>
                </a:solidFill>
                <a:latin typeface="Arial"/>
                <a:ea typeface="Arial"/>
                <a:cs typeface="Arial"/>
              </a:defRPr>
            </a:lvl1pPr>
            <a:lvl2pPr algn="l">
              <a:defRPr sz="1800" b="1">
                <a:solidFill>
                  <a:srgbClr val="0070C0"/>
                </a:solidFill>
                <a:latin typeface="Arial"/>
                <a:ea typeface="Arial"/>
                <a:cs typeface="Arial"/>
              </a:defRPr>
            </a:lvl2pPr>
            <a:lvl3pPr algn="l">
              <a:defRPr sz="1800" b="1">
                <a:solidFill>
                  <a:srgbClr val="0070C0"/>
                </a:solidFill>
                <a:latin typeface="Arial"/>
                <a:ea typeface="Arial"/>
                <a:cs typeface="Arial"/>
              </a:defRPr>
            </a:lvl3pPr>
            <a:lvl4pPr algn="l">
              <a:defRPr sz="1800" b="1">
                <a:solidFill>
                  <a:srgbClr val="0070C0"/>
                </a:solidFill>
                <a:latin typeface="Arial"/>
                <a:ea typeface="Arial"/>
                <a:cs typeface="Arial"/>
              </a:defRPr>
            </a:lvl4pPr>
            <a:lvl5pPr algn="l">
              <a:defRPr sz="1800" b="1">
                <a:solidFill>
                  <a:srgbClr val="0070C0"/>
                </a:solidFill>
                <a:latin typeface="Arial"/>
                <a:ea typeface="Arial"/>
                <a:cs typeface="Arial"/>
              </a:defRPr>
            </a:lvl5pPr>
            <a:lvl6pPr algn="l">
              <a:defRPr sz="1800" b="1">
                <a:solidFill>
                  <a:srgbClr val="0070C0"/>
                </a:solidFill>
                <a:latin typeface="Arial"/>
                <a:ea typeface="Arial"/>
                <a:cs typeface="Arial"/>
              </a:defRPr>
            </a:lvl6pPr>
            <a:lvl7pPr algn="l">
              <a:defRPr sz="1800" b="1">
                <a:solidFill>
                  <a:srgbClr val="0070C0"/>
                </a:solidFill>
                <a:latin typeface="Arial"/>
                <a:ea typeface="Arial"/>
                <a:cs typeface="Arial"/>
              </a:defRPr>
            </a:lvl7pPr>
            <a:lvl8pPr algn="l">
              <a:defRPr sz="1800" b="1">
                <a:solidFill>
                  <a:srgbClr val="0070C0"/>
                </a:solidFill>
                <a:latin typeface="Arial"/>
                <a:ea typeface="Arial"/>
                <a:cs typeface="Arial"/>
              </a:defRPr>
            </a:lvl8pPr>
            <a:lvl9pPr algn="l">
              <a:defRPr sz="1800" b="1">
                <a:solidFill>
                  <a:srgbClr val="0070C0"/>
                </a:solidFill>
                <a:latin typeface="Arial"/>
                <a:ea typeface="Arial"/>
                <a:cs typeface="Arial"/>
              </a:defRPr>
            </a:lvl9pPr>
          </a:lstStyle>
          <a:p xmlns:a="http://schemas.openxmlformats.org/drawingml/2006/main">
            <a:pPr algn="l">
              <a:defRPr sz="1800" b="1">
                <a:solidFill>
                  <a:srgbClr val="0070C0"/>
                </a:solidFill>
                <a:latin typeface="Arial"/>
                <a:ea typeface="Arial"/>
                <a:cs typeface="Arial"/>
              </a:defRPr>
            </a:pPr>
            <a:r>
              <a:rPr sz="1800" b="1">
                <a:solidFill>
                  <a:srgbClr val="0070C0"/>
                </a:solidFill>
                <a:latin typeface="Arial"/>
                <a:ea typeface="Arial"/>
                <a:cs typeface="Arial"/>
              </a:rPr>
              <a:t>04</a:t>
            </a:r>
          </a:p>
        </p:txBody>
      </p:sp>
      <p:sp>
        <p:nvSpPr>
          <p:cNvPr id="15" name="current-content-139">
            <a:extLst xmlns:a="http://schemas.openxmlformats.org/drawingml/2006/main">
              <a:ext uri="{FF2B5EF4-FFF2-40B4-BE49-F238E27FC236}">
                <a16:creationId xmlns:a16="http://schemas.microsoft.com/office/drawing/2014/main" id="{A4EBEB55-1C63-417F-AC22-5F527930E2E0}"/>
              </a:ext>
            </a:extLst>
          </p:cNvPr>
          <p:cNvSpPr>
            <a:spLocks xmlns:a="http://schemas.openxmlformats.org/drawingml/2006/main" noGrp="1"/>
          </p:cNvSpPr>
          <p:nvPr/>
        </p:nvSpPr>
        <p:spPr>
          <a:xfrm xmlns:a="http://schemas.openxmlformats.org/drawingml/2006/main">
            <a:off x="5619750" y="266700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POS transaction</a:t>
            </a:r>
          </a:p>
        </p:txBody>
      </p:sp>
      <p:sp>
        <p:nvSpPr>
          <p:cNvPr id="16" name="current-content-140">
            <a:extLst xmlns:a="http://schemas.openxmlformats.org/drawingml/2006/main">
              <a:ext uri="{FF2B5EF4-FFF2-40B4-BE49-F238E27FC236}">
                <a16:creationId xmlns:a16="http://schemas.microsoft.com/office/drawing/2014/main" id="{703FBBFA-CC95-490B-BAFF-6A07AA7BBDBD}"/>
              </a:ext>
            </a:extLst>
          </p:cNvPr>
          <p:cNvSpPr>
            <a:spLocks xmlns:a="http://schemas.openxmlformats.org/drawingml/2006/main" noGrp="1"/>
          </p:cNvSpPr>
          <p:nvPr/>
        </p:nvSpPr>
        <p:spPr>
          <a:xfrm xmlns:a="http://schemas.openxmlformats.org/drawingml/2006/main">
            <a:off x="4857750" y="311467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defRPr sz="1800" b="1">
                <a:solidFill>
                  <a:srgbClr val="0070C0"/>
                </a:solidFill>
                <a:latin typeface="Arial"/>
                <a:ea typeface="Arial"/>
                <a:cs typeface="Arial"/>
              </a:defRPr>
            </a:lvl1pPr>
            <a:lvl2pPr algn="l">
              <a:defRPr sz="1800" b="1">
                <a:solidFill>
                  <a:srgbClr val="0070C0"/>
                </a:solidFill>
                <a:latin typeface="Arial"/>
                <a:ea typeface="Arial"/>
                <a:cs typeface="Arial"/>
              </a:defRPr>
            </a:lvl2pPr>
            <a:lvl3pPr algn="l">
              <a:defRPr sz="1800" b="1">
                <a:solidFill>
                  <a:srgbClr val="0070C0"/>
                </a:solidFill>
                <a:latin typeface="Arial"/>
                <a:ea typeface="Arial"/>
                <a:cs typeface="Arial"/>
              </a:defRPr>
            </a:lvl3pPr>
            <a:lvl4pPr algn="l">
              <a:defRPr sz="1800" b="1">
                <a:solidFill>
                  <a:srgbClr val="0070C0"/>
                </a:solidFill>
                <a:latin typeface="Arial"/>
                <a:ea typeface="Arial"/>
                <a:cs typeface="Arial"/>
              </a:defRPr>
            </a:lvl4pPr>
            <a:lvl5pPr algn="l">
              <a:defRPr sz="1800" b="1">
                <a:solidFill>
                  <a:srgbClr val="0070C0"/>
                </a:solidFill>
                <a:latin typeface="Arial"/>
                <a:ea typeface="Arial"/>
                <a:cs typeface="Arial"/>
              </a:defRPr>
            </a:lvl5pPr>
            <a:lvl6pPr algn="l">
              <a:defRPr sz="1800" b="1">
                <a:solidFill>
                  <a:srgbClr val="0070C0"/>
                </a:solidFill>
                <a:latin typeface="Arial"/>
                <a:ea typeface="Arial"/>
                <a:cs typeface="Arial"/>
              </a:defRPr>
            </a:lvl6pPr>
            <a:lvl7pPr algn="l">
              <a:defRPr sz="1800" b="1">
                <a:solidFill>
                  <a:srgbClr val="0070C0"/>
                </a:solidFill>
                <a:latin typeface="Arial"/>
                <a:ea typeface="Arial"/>
                <a:cs typeface="Arial"/>
              </a:defRPr>
            </a:lvl7pPr>
            <a:lvl8pPr algn="l">
              <a:defRPr sz="1800" b="1">
                <a:solidFill>
                  <a:srgbClr val="0070C0"/>
                </a:solidFill>
                <a:latin typeface="Arial"/>
                <a:ea typeface="Arial"/>
                <a:cs typeface="Arial"/>
              </a:defRPr>
            </a:lvl8pPr>
            <a:lvl9pPr algn="l">
              <a:defRPr sz="1800" b="1">
                <a:solidFill>
                  <a:srgbClr val="0070C0"/>
                </a:solidFill>
                <a:latin typeface="Arial"/>
                <a:ea typeface="Arial"/>
                <a:cs typeface="Arial"/>
              </a:defRPr>
            </a:lvl9pPr>
          </a:lstStyle>
          <a:p xmlns:a="http://schemas.openxmlformats.org/drawingml/2006/main">
            <a:pPr algn="l">
              <a:defRPr sz="1800" b="1">
                <a:solidFill>
                  <a:srgbClr val="0070C0"/>
                </a:solidFill>
                <a:latin typeface="Arial"/>
                <a:ea typeface="Arial"/>
                <a:cs typeface="Arial"/>
              </a:defRPr>
            </a:pPr>
            <a:r>
              <a:rPr sz="1800" b="1">
                <a:solidFill>
                  <a:srgbClr val="0070C0"/>
                </a:solidFill>
                <a:latin typeface="Arial"/>
                <a:ea typeface="Arial"/>
                <a:cs typeface="Arial"/>
              </a:rPr>
              <a:t>05</a:t>
            </a:r>
          </a:p>
        </p:txBody>
      </p:sp>
      <p:sp>
        <p:nvSpPr>
          <p:cNvPr id="17" name="current-content-141">
            <a:extLst xmlns:a="http://schemas.openxmlformats.org/drawingml/2006/main">
              <a:ext uri="{FF2B5EF4-FFF2-40B4-BE49-F238E27FC236}">
                <a16:creationId xmlns:a16="http://schemas.microsoft.com/office/drawing/2014/main" id="{2049C812-0B17-4E51-831A-66C4257DFBAB}"/>
              </a:ext>
            </a:extLst>
          </p:cNvPr>
          <p:cNvSpPr>
            <a:spLocks xmlns:a="http://schemas.openxmlformats.org/drawingml/2006/main" noGrp="1"/>
          </p:cNvSpPr>
          <p:nvPr/>
        </p:nvSpPr>
        <p:spPr>
          <a:xfrm xmlns:a="http://schemas.openxmlformats.org/drawingml/2006/main">
            <a:off x="5619750" y="311467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Verify deduction</a:t>
            </a:r>
          </a:p>
        </p:txBody>
      </p:sp>
      <p:sp>
        <p:nvSpPr>
          <p:cNvPr id="18" name="current-content-142">
            <a:extLst xmlns:a="http://schemas.openxmlformats.org/drawingml/2006/main">
              <a:ext uri="{FF2B5EF4-FFF2-40B4-BE49-F238E27FC236}">
                <a16:creationId xmlns:a16="http://schemas.microsoft.com/office/drawing/2014/main" id="{7E9645B3-F04D-4071-8038-4B0362DBE3C9}"/>
              </a:ext>
            </a:extLst>
          </p:cNvPr>
          <p:cNvSpPr>
            <a:spLocks xmlns:a="http://schemas.openxmlformats.org/drawingml/2006/main" noGrp="1"/>
          </p:cNvSpPr>
          <p:nvPr/>
        </p:nvSpPr>
        <p:spPr>
          <a:xfrm xmlns:a="http://schemas.openxmlformats.org/drawingml/2006/main">
            <a:off x="4857750" y="356235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defRPr sz="1800" b="1">
                <a:solidFill>
                  <a:srgbClr val="0070C0"/>
                </a:solidFill>
                <a:latin typeface="Arial"/>
                <a:ea typeface="Arial"/>
                <a:cs typeface="Arial"/>
              </a:defRPr>
            </a:lvl1pPr>
            <a:lvl2pPr algn="l">
              <a:defRPr sz="1800" b="1">
                <a:solidFill>
                  <a:srgbClr val="0070C0"/>
                </a:solidFill>
                <a:latin typeface="Arial"/>
                <a:ea typeface="Arial"/>
                <a:cs typeface="Arial"/>
              </a:defRPr>
            </a:lvl2pPr>
            <a:lvl3pPr algn="l">
              <a:defRPr sz="1800" b="1">
                <a:solidFill>
                  <a:srgbClr val="0070C0"/>
                </a:solidFill>
                <a:latin typeface="Arial"/>
                <a:ea typeface="Arial"/>
                <a:cs typeface="Arial"/>
              </a:defRPr>
            </a:lvl3pPr>
            <a:lvl4pPr algn="l">
              <a:defRPr sz="1800" b="1">
                <a:solidFill>
                  <a:srgbClr val="0070C0"/>
                </a:solidFill>
                <a:latin typeface="Arial"/>
                <a:ea typeface="Arial"/>
                <a:cs typeface="Arial"/>
              </a:defRPr>
            </a:lvl4pPr>
            <a:lvl5pPr algn="l">
              <a:defRPr sz="1800" b="1">
                <a:solidFill>
                  <a:srgbClr val="0070C0"/>
                </a:solidFill>
                <a:latin typeface="Arial"/>
                <a:ea typeface="Arial"/>
                <a:cs typeface="Arial"/>
              </a:defRPr>
            </a:lvl5pPr>
            <a:lvl6pPr algn="l">
              <a:defRPr sz="1800" b="1">
                <a:solidFill>
                  <a:srgbClr val="0070C0"/>
                </a:solidFill>
                <a:latin typeface="Arial"/>
                <a:ea typeface="Arial"/>
                <a:cs typeface="Arial"/>
              </a:defRPr>
            </a:lvl6pPr>
            <a:lvl7pPr algn="l">
              <a:defRPr sz="1800" b="1">
                <a:solidFill>
                  <a:srgbClr val="0070C0"/>
                </a:solidFill>
                <a:latin typeface="Arial"/>
                <a:ea typeface="Arial"/>
                <a:cs typeface="Arial"/>
              </a:defRPr>
            </a:lvl7pPr>
            <a:lvl8pPr algn="l">
              <a:defRPr sz="1800" b="1">
                <a:solidFill>
                  <a:srgbClr val="0070C0"/>
                </a:solidFill>
                <a:latin typeface="Arial"/>
                <a:ea typeface="Arial"/>
                <a:cs typeface="Arial"/>
              </a:defRPr>
            </a:lvl8pPr>
            <a:lvl9pPr algn="l">
              <a:defRPr sz="1800" b="1">
                <a:solidFill>
                  <a:srgbClr val="0070C0"/>
                </a:solidFill>
                <a:latin typeface="Arial"/>
                <a:ea typeface="Arial"/>
                <a:cs typeface="Arial"/>
              </a:defRPr>
            </a:lvl9pPr>
          </a:lstStyle>
          <a:p xmlns:a="http://schemas.openxmlformats.org/drawingml/2006/main">
            <a:pPr algn="l">
              <a:defRPr sz="1800" b="1">
                <a:solidFill>
                  <a:srgbClr val="0070C0"/>
                </a:solidFill>
                <a:latin typeface="Arial"/>
                <a:ea typeface="Arial"/>
                <a:cs typeface="Arial"/>
              </a:defRPr>
            </a:pPr>
            <a:r>
              <a:rPr sz="1800" b="1">
                <a:solidFill>
                  <a:srgbClr val="0070C0"/>
                </a:solidFill>
                <a:latin typeface="Arial"/>
                <a:ea typeface="Arial"/>
                <a:cs typeface="Arial"/>
              </a:rPr>
              <a:t>06</a:t>
            </a:r>
          </a:p>
        </p:txBody>
      </p:sp>
      <p:sp>
        <p:nvSpPr>
          <p:cNvPr id="19" name="current-content-143">
            <a:extLst xmlns:a="http://schemas.openxmlformats.org/drawingml/2006/main">
              <a:ext uri="{FF2B5EF4-FFF2-40B4-BE49-F238E27FC236}">
                <a16:creationId xmlns:a16="http://schemas.microsoft.com/office/drawing/2014/main" id="{102256EE-C4ED-4CEB-8F02-5B9C4967CB96}"/>
              </a:ext>
            </a:extLst>
          </p:cNvPr>
          <p:cNvSpPr>
            <a:spLocks xmlns:a="http://schemas.openxmlformats.org/drawingml/2006/main" noGrp="1"/>
          </p:cNvSpPr>
          <p:nvPr/>
        </p:nvSpPr>
        <p:spPr>
          <a:xfrm xmlns:a="http://schemas.openxmlformats.org/drawingml/2006/main">
            <a:off x="5619750" y="356235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Verify reports</a:t>
            </a:r>
          </a:p>
        </p:txBody>
      </p:sp>
      <p:sp>
        <p:nvSpPr>
          <p:cNvPr id="20" name="current-content-144">
            <a:extLst xmlns:a="http://schemas.openxmlformats.org/drawingml/2006/main">
              <a:ext uri="{FF2B5EF4-FFF2-40B4-BE49-F238E27FC236}">
                <a16:creationId xmlns:a16="http://schemas.microsoft.com/office/drawing/2014/main" id="{76D77CC0-3558-4305-AB48-71C350E46D80}"/>
              </a:ext>
            </a:extLst>
          </p:cNvPr>
          <p:cNvSpPr>
            <a:spLocks xmlns:a="http://schemas.openxmlformats.org/drawingml/2006/main" noGrp="1"/>
          </p:cNvSpPr>
          <p:nvPr/>
        </p:nvSpPr>
        <p:spPr>
          <a:xfrm xmlns:a="http://schemas.openxmlformats.org/drawingml/2006/main">
            <a:off x="533400" y="4267200"/>
            <a:ext cx="8058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1">
                <a:solidFill>
                  <a:srgbClr val="0070C0"/>
                </a:solidFill>
                <a:latin typeface="Raleway"/>
                <a:ea typeface="Raleway"/>
                <a:cs typeface="Raleway"/>
              </a:defRPr>
            </a:defPPr>
            <a:lvl1pPr algn="ctr">
              <a:defRPr sz="2325" b="1">
                <a:solidFill>
                  <a:srgbClr val="0070C0"/>
                </a:solidFill>
                <a:latin typeface="Raleway"/>
                <a:ea typeface="Raleway"/>
                <a:cs typeface="Raleway"/>
              </a:defRPr>
            </a:lvl1pPr>
            <a:lvl2pPr algn="ctr">
              <a:defRPr sz="2325" b="1">
                <a:solidFill>
                  <a:srgbClr val="0070C0"/>
                </a:solidFill>
                <a:latin typeface="Raleway"/>
                <a:ea typeface="Raleway"/>
                <a:cs typeface="Raleway"/>
              </a:defRPr>
            </a:lvl2pPr>
            <a:lvl3pPr algn="ctr">
              <a:defRPr sz="2325" b="1">
                <a:solidFill>
                  <a:srgbClr val="0070C0"/>
                </a:solidFill>
                <a:latin typeface="Raleway"/>
                <a:ea typeface="Raleway"/>
                <a:cs typeface="Raleway"/>
              </a:defRPr>
            </a:lvl3pPr>
            <a:lvl4pPr algn="ctr">
              <a:defRPr sz="2325" b="1">
                <a:solidFill>
                  <a:srgbClr val="0070C0"/>
                </a:solidFill>
                <a:latin typeface="Raleway"/>
                <a:ea typeface="Raleway"/>
                <a:cs typeface="Raleway"/>
              </a:defRPr>
            </a:lvl4pPr>
            <a:lvl5pPr algn="ctr">
              <a:defRPr sz="2325" b="1">
                <a:solidFill>
                  <a:srgbClr val="0070C0"/>
                </a:solidFill>
                <a:latin typeface="Raleway"/>
                <a:ea typeface="Raleway"/>
                <a:cs typeface="Raleway"/>
              </a:defRPr>
            </a:lvl5pPr>
            <a:lvl6pPr algn="ctr">
              <a:defRPr sz="2325" b="1">
                <a:solidFill>
                  <a:srgbClr val="0070C0"/>
                </a:solidFill>
                <a:latin typeface="Raleway"/>
                <a:ea typeface="Raleway"/>
                <a:cs typeface="Raleway"/>
              </a:defRPr>
            </a:lvl6pPr>
            <a:lvl7pPr algn="ctr">
              <a:defRPr sz="2325" b="1">
                <a:solidFill>
                  <a:srgbClr val="0070C0"/>
                </a:solidFill>
                <a:latin typeface="Raleway"/>
                <a:ea typeface="Raleway"/>
                <a:cs typeface="Raleway"/>
              </a:defRPr>
            </a:lvl7pPr>
            <a:lvl8pPr algn="ctr">
              <a:defRPr sz="2325" b="1">
                <a:solidFill>
                  <a:srgbClr val="0070C0"/>
                </a:solidFill>
                <a:latin typeface="Raleway"/>
                <a:ea typeface="Raleway"/>
                <a:cs typeface="Raleway"/>
              </a:defRPr>
            </a:lvl8pPr>
            <a:lvl9pPr algn="ctr">
              <a:defRPr sz="2325" b="1">
                <a:solidFill>
                  <a:srgbClr val="0070C0"/>
                </a:solidFill>
                <a:latin typeface="Raleway"/>
                <a:ea typeface="Raleway"/>
                <a:cs typeface="Raleway"/>
              </a:defRPr>
            </a:lvl9pPr>
          </a:lstStyle>
          <a:p xmlns:a="http://schemas.openxmlformats.org/drawingml/2006/main">
            <a:pPr algn="ctr">
              <a:defRPr sz="2325" b="1">
                <a:solidFill>
                  <a:srgbClr val="0070C0"/>
                </a:solidFill>
                <a:latin typeface="Raleway"/>
                <a:ea typeface="Raleway"/>
                <a:cs typeface="Raleway"/>
              </a:defRPr>
            </a:pPr>
            <a:r>
              <a:rPr sz="2325" b="1">
                <a:solidFill>
                  <a:srgbClr val="0070C0"/>
                </a:solidFill>
                <a:latin typeface="Raleway"/>
                <a:ea typeface="Raleway"/>
                <a:cs typeface="Raleway"/>
              </a:rPr>
              <a:t>LIVE SYSTEM DEMONSTRATION</a:t>
            </a:r>
          </a:p>
        </p:txBody>
      </p:sp>
    </p:spTree>
    <p:extLst>
      <p:ext uri="{BB962C8B-B14F-4D97-AF65-F5344CB8AC3E}">
        <p14:creationId xmlns:p14="http://schemas.microsoft.com/office/powerpoint/2010/main" val="675015445"/>
      </p:ext>
    </p:extLst>
  </p:cSld>
</p:sld>
</file>

<file path=ppt/theme/theme1.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2026-10-20T15:51:32.4980000Z</dcterms:created>
  <dcterms:modified xsi:type="dcterms:W3CDTF">2026-10-20T15:51:32.4980000Z</dcterms:modified>
</coreProperties>
</file>