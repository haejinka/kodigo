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a0329a1bee49d6" /><Relationship Type="http://schemas.openxmlformats.org/officeDocument/2006/relationships/extended-properties" Target="/docProps/app.xml" Id="Rc6ff46deb4fd4576" /><Relationship Type="http://schemas.openxmlformats.org/officeDocument/2006/relationships/officeDocument" Target="/ppt/presentation.xml" Id="R000bad4e13d94ec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80d7799cc4443f7"/>
  </p:sldMasterIdLst>
  <p:notesMasterIdLst>
    <p:notesMasterId xmlns:r="http://schemas.openxmlformats.org/officeDocument/2006/relationships" r:id="R9ba90420bb384035"/>
  </p:notesMasterIdLst>
  <p:sldIdLst>
    <p:sldId xmlns:r="http://schemas.openxmlformats.org/officeDocument/2006/relationships" id="256" r:id="R0c144fb960b14d3c"/>
    <p:sldId xmlns:r="http://schemas.openxmlformats.org/officeDocument/2006/relationships" id="257" r:id="R175a1d4b42ac442a"/>
    <p:sldId xmlns:r="http://schemas.openxmlformats.org/officeDocument/2006/relationships" id="258" r:id="R8c6e5e6a7f9c46cc"/>
    <p:sldId xmlns:r="http://schemas.openxmlformats.org/officeDocument/2006/relationships" id="259" r:id="Rc05f6f40c67942de"/>
    <p:sldId xmlns:r="http://schemas.openxmlformats.org/officeDocument/2006/relationships" id="260" r:id="R6bc9caf844bb4f41"/>
    <p:sldId xmlns:r="http://schemas.openxmlformats.org/officeDocument/2006/relationships" id="261" r:id="R9e2e28c237d74c0d"/>
    <p:sldId xmlns:r="http://schemas.openxmlformats.org/officeDocument/2006/relationships" id="262" r:id="R9fd1c860e3604d51"/>
    <p:sldId xmlns:r="http://schemas.openxmlformats.org/officeDocument/2006/relationships" id="263" r:id="R78b5583d44f94311"/>
    <p:sldId xmlns:r="http://schemas.openxmlformats.org/officeDocument/2006/relationships" id="264" r:id="R7e95b732d0b54778"/>
    <p:sldId xmlns:r="http://schemas.openxmlformats.org/officeDocument/2006/relationships" id="265" r:id="R629801a447b541ed"/>
    <p:sldId xmlns:r="http://schemas.openxmlformats.org/officeDocument/2006/relationships" id="266" r:id="Rcba53c7ae59f4e75"/>
    <p:sldId xmlns:r="http://schemas.openxmlformats.org/officeDocument/2006/relationships" id="267" r:id="R5393685276324518"/>
    <p:sldId xmlns:r="http://schemas.openxmlformats.org/officeDocument/2006/relationships" id="268" r:id="Rf195de01fc154094"/>
    <p:sldId xmlns:r="http://schemas.openxmlformats.org/officeDocument/2006/relationships" id="269" r:id="R936decc3fe934124"/>
    <p:sldId xmlns:r="http://schemas.openxmlformats.org/officeDocument/2006/relationships" id="270" r:id="Rd8d4150888a44ece"/>
    <p:sldId xmlns:r="http://schemas.openxmlformats.org/officeDocument/2006/relationships" id="271" r:id="R2806f63a140b47db"/>
  </p:sldIdLst>
  <p:sldSz cx="9144000" cy="5143500"/>
  <p:notesSz cx="6858000" cy="9144000"/>
  <p:embeddedFontLst>
    <p:embeddedFont>
      <p:font typeface="Cambria"/>
      <p:regular xmlns:r="http://schemas.openxmlformats.org/officeDocument/2006/relationships" r:id="R3bc7d4bda5634d75"/>
      <p:bold xmlns:r="http://schemas.openxmlformats.org/officeDocument/2006/relationships" r:id="R4a10e72636564443"/>
      <p:italic xmlns:r="http://schemas.openxmlformats.org/officeDocument/2006/relationships" r:id="R6295bb47f64745be"/>
      <p:boldItalic xmlns:r="http://schemas.openxmlformats.org/officeDocument/2006/relationships" r:id="Rdddf803bf8444fdc"/>
    </p:embeddedFont>
    <p:embeddedFont>
      <p:font typeface="Lato"/>
      <p:regular xmlns:r="http://schemas.openxmlformats.org/officeDocument/2006/relationships" r:id="R80b61d3dd1f541ed"/>
      <p:bold xmlns:r="http://schemas.openxmlformats.org/officeDocument/2006/relationships" r:id="Re129e05233c64b3e"/>
      <p:italic xmlns:r="http://schemas.openxmlformats.org/officeDocument/2006/relationships" r:id="Rd4c7fc12e9884288"/>
      <p:boldItalic xmlns:r="http://schemas.openxmlformats.org/officeDocument/2006/relationships" r:id="R7943f50d0d8b4a2e"/>
    </p:embeddedFont>
    <p:embeddedFont>
      <p:font typeface="Open Sans"/>
      <p:regular xmlns:r="http://schemas.openxmlformats.org/officeDocument/2006/relationships" r:id="R8b5ee313be294b5d"/>
      <p:bold xmlns:r="http://schemas.openxmlformats.org/officeDocument/2006/relationships" r:id="R5e06bdd871b8490b"/>
      <p:italic xmlns:r="http://schemas.openxmlformats.org/officeDocument/2006/relationships" r:id="R6878d2737c28481b"/>
      <p:boldItalic xmlns:r="http://schemas.openxmlformats.org/officeDocument/2006/relationships" r:id="R167fac266672493a"/>
    </p:embeddedFont>
    <p:embeddedFont>
      <p:font typeface="Raleway"/>
      <p:regular xmlns:r="http://schemas.openxmlformats.org/officeDocument/2006/relationships" r:id="R37f3a45e6c604e9c"/>
      <p:bold xmlns:r="http://schemas.openxmlformats.org/officeDocument/2006/relationships" r:id="R0c9de73af5b04804"/>
      <p:italic xmlns:r="http://schemas.openxmlformats.org/officeDocument/2006/relationships" r:id="R0fea103bd56d43e7"/>
      <p:boldItalic xmlns:r="http://schemas.openxmlformats.org/officeDocument/2006/relationships" r:id="R898d1e181d1445de"/>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9aebfc4660c4e6d" /><Relationship Type="http://schemas.openxmlformats.org/officeDocument/2006/relationships/slideMaster" Target="/ppt/slideMasters/slideMaster1.xml" Id="R980d7799cc4443f7" /><Relationship Type="http://schemas.openxmlformats.org/officeDocument/2006/relationships/notesMaster" Target="/ppt/notesMasters/notesMaster1.xml" Id="R9ba90420bb384035" /><Relationship Type="http://schemas.openxmlformats.org/officeDocument/2006/relationships/presProps" Target="/ppt/presProps.xml" Id="R3b167df543f141a2" /><Relationship Type="http://schemas.openxmlformats.org/officeDocument/2006/relationships/viewProps" Target="/ppt/viewProps.xml" Id="R6883658014fa47df" /><Relationship Type="http://schemas.openxmlformats.org/officeDocument/2006/relationships/tableStyles" Target="/ppt/tableStyles.xml" Id="Rf3dfc8b3f3494026" /><Relationship Type="http://schemas.openxmlformats.org/officeDocument/2006/relationships/font" Target="/ppt/fonts/font.dat" Id="R3bc7d4bda5634d75" /><Relationship Type="http://schemas.openxmlformats.org/officeDocument/2006/relationships/font" Target="/ppt/fonts/font2.dat" Id="R4a10e72636564443" /><Relationship Type="http://schemas.openxmlformats.org/officeDocument/2006/relationships/font" Target="/ppt/fonts/font3.dat" Id="R6295bb47f64745be" /><Relationship Type="http://schemas.openxmlformats.org/officeDocument/2006/relationships/font" Target="/ppt/fonts/font4.dat" Id="Rdddf803bf8444fdc" /><Relationship Type="http://schemas.openxmlformats.org/officeDocument/2006/relationships/font" Target="/ppt/fonts/font5.dat" Id="R80b61d3dd1f541ed" /><Relationship Type="http://schemas.openxmlformats.org/officeDocument/2006/relationships/font" Target="/ppt/fonts/font6.dat" Id="Re129e05233c64b3e" /><Relationship Type="http://schemas.openxmlformats.org/officeDocument/2006/relationships/font" Target="/ppt/fonts/font7.dat" Id="Rd4c7fc12e9884288" /><Relationship Type="http://schemas.openxmlformats.org/officeDocument/2006/relationships/font" Target="/ppt/fonts/font8.dat" Id="R7943f50d0d8b4a2e" /><Relationship Type="http://schemas.openxmlformats.org/officeDocument/2006/relationships/font" Target="/ppt/fonts/font9.dat" Id="R8b5ee313be294b5d" /><Relationship Type="http://schemas.openxmlformats.org/officeDocument/2006/relationships/font" Target="/ppt/fonts/font10.dat" Id="R5e06bdd871b8490b" /><Relationship Type="http://schemas.openxmlformats.org/officeDocument/2006/relationships/font" Target="/ppt/fonts/font11.dat" Id="R6878d2737c28481b" /><Relationship Type="http://schemas.openxmlformats.org/officeDocument/2006/relationships/font" Target="/ppt/fonts/font12.dat" Id="R167fac266672493a" /><Relationship Type="http://schemas.openxmlformats.org/officeDocument/2006/relationships/font" Target="/ppt/fonts/font13.dat" Id="R37f3a45e6c604e9c" /><Relationship Type="http://schemas.openxmlformats.org/officeDocument/2006/relationships/font" Target="/ppt/fonts/font14.dat" Id="R0c9de73af5b04804" /><Relationship Type="http://schemas.openxmlformats.org/officeDocument/2006/relationships/font" Target="/ppt/fonts/font15.dat" Id="R0fea103bd56d43e7" /><Relationship Type="http://schemas.openxmlformats.org/officeDocument/2006/relationships/font" Target="/ppt/fonts/font16.dat" Id="R898d1e181d1445de" /><Relationship Type="http://schemas.openxmlformats.org/officeDocument/2006/relationships/slide" Target="/ppt/slides/slide1.xml" Id="R0c144fb960b14d3c" /><Relationship Type="http://schemas.openxmlformats.org/officeDocument/2006/relationships/slide" Target="/ppt/slides/slide2.xml" Id="R175a1d4b42ac442a" /><Relationship Type="http://schemas.openxmlformats.org/officeDocument/2006/relationships/slide" Target="/ppt/slides/slide3.xml" Id="R8c6e5e6a7f9c46cc" /><Relationship Type="http://schemas.openxmlformats.org/officeDocument/2006/relationships/slide" Target="/ppt/slides/slide4.xml" Id="Rc05f6f40c67942de" /><Relationship Type="http://schemas.openxmlformats.org/officeDocument/2006/relationships/slide" Target="/ppt/slides/slide5.xml" Id="R6bc9caf844bb4f41" /><Relationship Type="http://schemas.openxmlformats.org/officeDocument/2006/relationships/slide" Target="/ppt/slides/slide6.xml" Id="R9e2e28c237d74c0d" /><Relationship Type="http://schemas.openxmlformats.org/officeDocument/2006/relationships/slide" Target="/ppt/slides/slide7.xml" Id="R9fd1c860e3604d51" /><Relationship Type="http://schemas.openxmlformats.org/officeDocument/2006/relationships/slide" Target="/ppt/slides/slide8.xml" Id="R78b5583d44f94311" /><Relationship Type="http://schemas.openxmlformats.org/officeDocument/2006/relationships/slide" Target="/ppt/slides/slide9.xml" Id="R7e95b732d0b54778" /><Relationship Type="http://schemas.openxmlformats.org/officeDocument/2006/relationships/slide" Target="/ppt/slides/slide10.xml" Id="R629801a447b541ed" /><Relationship Type="http://schemas.openxmlformats.org/officeDocument/2006/relationships/slide" Target="/ppt/slides/slide11.xml" Id="Rcba53c7ae59f4e75" /><Relationship Type="http://schemas.openxmlformats.org/officeDocument/2006/relationships/slide" Target="/ppt/slides/slide12.xml" Id="R5393685276324518" /><Relationship Type="http://schemas.openxmlformats.org/officeDocument/2006/relationships/slide" Target="/ppt/slides/slide13.xml" Id="Rf195de01fc154094" /><Relationship Type="http://schemas.openxmlformats.org/officeDocument/2006/relationships/slide" Target="/ppt/slides/slide14.xml" Id="R936decc3fe934124" /><Relationship Type="http://schemas.openxmlformats.org/officeDocument/2006/relationships/slide" Target="/ppt/slides/slide15.xml" Id="Rd8d4150888a44ece" /><Relationship Type="http://schemas.openxmlformats.org/officeDocument/2006/relationships/slide" Target="/ppt/slides/slide16.xml" Id="R2806f63a140b47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3b3e095dab48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9f6bd5e11647a6" /><Relationship Type="http://schemas.openxmlformats.org/officeDocument/2006/relationships/notesMaster" Target="/ppt/notesMasters/notesMaster1.xml" Id="Rea5fc805ffcf4a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71ae321cd6471a" /><Relationship Type="http://schemas.openxmlformats.org/officeDocument/2006/relationships/notesMaster" Target="/ppt/notesMasters/notesMaster1.xml" Id="R3bb26eeec85040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30f35643864f45" /><Relationship Type="http://schemas.openxmlformats.org/officeDocument/2006/relationships/notesMaster" Target="/ppt/notesMasters/notesMaster1.xml" Id="R3b30297c03fc43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6c328f47a64e6c" /><Relationship Type="http://schemas.openxmlformats.org/officeDocument/2006/relationships/notesMaster" Target="/ppt/notesMasters/notesMaster1.xml" Id="R7f07368bbef640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9eec94ad9e425c" /><Relationship Type="http://schemas.openxmlformats.org/officeDocument/2006/relationships/notesMaster" Target="/ppt/notesMasters/notesMaster1.xml" Id="R893b58ff4a4a40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2d8e80d498496c" /><Relationship Type="http://schemas.openxmlformats.org/officeDocument/2006/relationships/notesMaster" Target="/ppt/notesMasters/notesMaster1.xml" Id="Rae6c548772a342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327dd165224fa3" /><Relationship Type="http://schemas.openxmlformats.org/officeDocument/2006/relationships/notesMaster" Target="/ppt/notesMasters/notesMaster1.xml" Id="R82757425b99a42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7690a16faf40a2" /><Relationship Type="http://schemas.openxmlformats.org/officeDocument/2006/relationships/notesMaster" Target="/ppt/notesMasters/notesMaster1.xml" Id="R20da81ad4cab40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7ecbd4c68247ea" /><Relationship Type="http://schemas.openxmlformats.org/officeDocument/2006/relationships/notesMaster" Target="/ppt/notesMasters/notesMaster1.xml" Id="R8b8960c012d848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17d8f07ea74ad5" /><Relationship Type="http://schemas.openxmlformats.org/officeDocument/2006/relationships/notesMaster" Target="/ppt/notesMasters/notesMaster1.xml" Id="R388ac2fac44a49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47271b513349db" /><Relationship Type="http://schemas.openxmlformats.org/officeDocument/2006/relationships/notesMaster" Target="/ppt/notesMasters/notesMaster1.xml" Id="Rb98ccaf2b3364d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86f203d93044b8" /><Relationship Type="http://schemas.openxmlformats.org/officeDocument/2006/relationships/notesMaster" Target="/ppt/notesMasters/notesMaster1.xml" Id="Rbb2cce32f58048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fee00f851d47a6" /><Relationship Type="http://schemas.openxmlformats.org/officeDocument/2006/relationships/notesMaster" Target="/ppt/notesMasters/notesMaster1.xml" Id="R3b2fd6d6a78c40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0c7b5013d4453d" /><Relationship Type="http://schemas.openxmlformats.org/officeDocument/2006/relationships/notesMaster" Target="/ppt/notesMasters/notesMaster1.xml" Id="Rd70b27409ab148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4c4c5935714176" /><Relationship Type="http://schemas.openxmlformats.org/officeDocument/2006/relationships/notesMaster" Target="/ppt/notesMasters/notesMaster1.xml" Id="R0689d236015e48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1fd407f5954a78" /><Relationship Type="http://schemas.openxmlformats.org/officeDocument/2006/relationships/notesMaster" Target="/ppt/notesMasters/notesMaster1.xml" Id="R158bbcadce214f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0:45.</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1:05.</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0:55.</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4bdbf1bf08463a" /><Relationship Type="http://schemas.openxmlformats.org/officeDocument/2006/relationships/image" Target="/ppt/media/image2.png" Id="R6e698682254f4b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bc4a0af262472b" /><Relationship Type="http://schemas.openxmlformats.org/officeDocument/2006/relationships/image" Target="/ppt/media/image3.png" Id="R39361590358046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05dac92a5445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a330a84e6e4c0c" /><Relationship Type="http://schemas.openxmlformats.org/officeDocument/2006/relationships/image" Target="/ppt/media/image4.png" Id="R747af7dfab1847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6d2d58e33647d7" /><Relationship Type="http://schemas.openxmlformats.org/officeDocument/2006/relationships/image" Target="/ppt/media/image5.png" Id="Ra47de35ff90741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bd505250ef4d94" /><Relationship Type="http://schemas.openxmlformats.org/officeDocument/2006/relationships/image" Target="/ppt/media/image6.png" Id="R1faee28469aa436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c73db507dbb4553" /><Relationship Type="http://schemas.openxmlformats.org/officeDocument/2006/relationships/image" Target="/ppt/media/image7.png" Id="Rc8623809e64b41b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9d32c7ee7834028" /><Relationship Type="http://schemas.openxmlformats.org/officeDocument/2006/relationships/image" Target="/ppt/media/image8.png" Id="R9176018d4b7d474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cbed343d1e94632" /><Relationship Type="http://schemas.openxmlformats.org/officeDocument/2006/relationships/image" Target="/ppt/media/image9.png" Id="R311ed538bf7540f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faa25db03594cca" /><Relationship Type="http://schemas.openxmlformats.org/officeDocument/2006/relationships/image" Target="/ppt/media/image10.png" Id="R492f4e3dfdce4bb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ae6a0476a1c408e" /><Relationship Type="http://schemas.openxmlformats.org/officeDocument/2006/relationships/image" Target="/ppt/media/image11.png" Id="Rf5f529b0c5ec4a9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e202f7ad72b4ed8" /><Relationship Type="http://schemas.openxmlformats.org/officeDocument/2006/relationships/image" Target="/ppt/media/image12.png" Id="Rce64c15111d14e9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6ad074594904a2e" /><Relationship Type="http://schemas.openxmlformats.org/officeDocument/2006/relationships/image" Target="/ppt/media/image13.png" Id="R518df32113854ab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abb5a84790444732"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C0B950BB-F9DB-42F5-A09A-0814DB73BBB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e698682254f4b7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EFC177B2-15B4-4874-B075-1331AD3205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93615903580463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D40BB3D4-FBAA-43F4-98F3-0738E24A744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47af7dfab18478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B0FC8126-8410-44E5-927D-087E4894EB8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47de35ff90741c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3BC459D1-B4EA-4C8D-AF6C-E8022572BC9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faee28469aa436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65224B87-6292-4864-98EA-35AA657FB74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8623809e64b41b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A804B797-F451-4BA8-9A9E-285D28A6E75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76018d4b7d474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9EB8ABBD-5A4A-445D-96D5-2B2E941C950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11ed538bf7540f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F12D02D2-7668-4EDA-A983-24CA3DC8145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92f4e3dfdce4bb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1E468DF7-C6AA-45C2-9D9F-36FCC72CBFD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f529b0c5ec4a9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B4A6B96F-A947-41C6-8E7A-6A4CDC5C9E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e64c15111d14e9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67A20646-4A93-4856-B0F5-1E7687415E2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8df32113854ab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ddf74973f2543cc" /><Relationship Type="http://schemas.openxmlformats.org/officeDocument/2006/relationships/theme" Target="/ppt/slideMasters/theme/theme2.xml" Id="R923380dd8a6c49f8" /><Relationship Type="http://schemas.openxmlformats.org/officeDocument/2006/relationships/slideLayout" Target="/ppt/slideLayouts/slideLayout1.xml" Id="R69415bf6597242e6" /><Relationship Type="http://schemas.openxmlformats.org/officeDocument/2006/relationships/slideLayout" Target="/ppt/slideLayouts/slideLayout2.xml" Id="Rda0e2ff87b564a39" /><Relationship Type="http://schemas.openxmlformats.org/officeDocument/2006/relationships/slideLayout" Target="/ppt/slideLayouts/slideLayout3.xml" Id="Rf4d05eb39a8446cf" /><Relationship Type="http://schemas.openxmlformats.org/officeDocument/2006/relationships/slideLayout" Target="/ppt/slideLayouts/slideLayout4.xml" Id="R04ace84cee214da0" /><Relationship Type="http://schemas.openxmlformats.org/officeDocument/2006/relationships/slideLayout" Target="/ppt/slideLayouts/slideLayout5.xml" Id="Rc318ec5d233144a4" /><Relationship Type="http://schemas.openxmlformats.org/officeDocument/2006/relationships/slideLayout" Target="/ppt/slideLayouts/slideLayout6.xml" Id="Rd6c5242dae5e4dba" /><Relationship Type="http://schemas.openxmlformats.org/officeDocument/2006/relationships/slideLayout" Target="/ppt/slideLayouts/slideLayout7.xml" Id="R317942f9280542cc" /><Relationship Type="http://schemas.openxmlformats.org/officeDocument/2006/relationships/slideLayout" Target="/ppt/slideLayouts/slideLayout8.xml" Id="R2297f2fa7d4b4ea3" /><Relationship Type="http://schemas.openxmlformats.org/officeDocument/2006/relationships/slideLayout" Target="/ppt/slideLayouts/slideLayout9.xml" Id="Rd81ab492f5d9430f" /><Relationship Type="http://schemas.openxmlformats.org/officeDocument/2006/relationships/slideLayout" Target="/ppt/slideLayouts/slideLayout10.xml" Id="Rc89b2b6651e54da2" /><Relationship Type="http://schemas.openxmlformats.org/officeDocument/2006/relationships/slideLayout" Target="/ppt/slideLayouts/slideLayout11.xml" Id="R983b13f51d774ab7" /><Relationship Type="http://schemas.openxmlformats.org/officeDocument/2006/relationships/slideLayout" Target="/ppt/slideLayouts/slideLayout12.xml" Id="R4654f97d044b4ef9" /><Relationship Type="http://schemas.openxmlformats.org/officeDocument/2006/relationships/slideLayout" Target="/ppt/slideLayouts/slideLayout13.xml" Id="R408d5414192b444c" /><Relationship Type="http://schemas.openxmlformats.org/officeDocument/2006/relationships/slideLayout" Target="/ppt/slideLayouts/slideLayout14.xml" Id="Rc856ba309cc84f1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611CD27D-4908-4342-8537-80FF3ADB50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df74973f2543c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9415bf6597242e6"/>
    <p:sldLayoutId xmlns:r="http://schemas.openxmlformats.org/officeDocument/2006/relationships" id="2147483650" r:id="Rda0e2ff87b564a39"/>
    <p:sldLayoutId xmlns:r="http://schemas.openxmlformats.org/officeDocument/2006/relationships" id="2147483651" r:id="Rf4d05eb39a8446cf"/>
    <p:sldLayoutId xmlns:r="http://schemas.openxmlformats.org/officeDocument/2006/relationships" id="2147483652" r:id="R04ace84cee214da0"/>
    <p:sldLayoutId xmlns:r="http://schemas.openxmlformats.org/officeDocument/2006/relationships" id="2147483653" r:id="Rc318ec5d233144a4"/>
    <p:sldLayoutId xmlns:r="http://schemas.openxmlformats.org/officeDocument/2006/relationships" id="2147483654" r:id="Rd6c5242dae5e4dba"/>
    <p:sldLayoutId xmlns:r="http://schemas.openxmlformats.org/officeDocument/2006/relationships" id="2147483655" r:id="R317942f9280542cc"/>
    <p:sldLayoutId xmlns:r="http://schemas.openxmlformats.org/officeDocument/2006/relationships" id="2147483656" r:id="R2297f2fa7d4b4ea3"/>
    <p:sldLayoutId xmlns:r="http://schemas.openxmlformats.org/officeDocument/2006/relationships" id="2147483657" r:id="Rd81ab492f5d9430f"/>
    <p:sldLayoutId xmlns:r="http://schemas.openxmlformats.org/officeDocument/2006/relationships" id="2147483658" r:id="Rc89b2b6651e54da2"/>
    <p:sldLayoutId xmlns:r="http://schemas.openxmlformats.org/officeDocument/2006/relationships" id="2147483659" r:id="R983b13f51d774ab7"/>
    <p:sldLayoutId xmlns:r="http://schemas.openxmlformats.org/officeDocument/2006/relationships" id="2147483660" r:id="R4654f97d044b4ef9"/>
    <p:sldLayoutId xmlns:r="http://schemas.openxmlformats.org/officeDocument/2006/relationships" id="2147483661" r:id="R408d5414192b444c"/>
    <p:sldLayoutId xmlns:r="http://schemas.openxmlformats.org/officeDocument/2006/relationships" id="2147483662" r:id="Rc856ba309cc84f1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593037257c4d2c" /><Relationship Type="http://schemas.openxmlformats.org/officeDocument/2006/relationships/image" Target="/ppt/media/image14.png" Id="R9f2958978ba643cf" /><Relationship Type="http://schemas.openxmlformats.org/officeDocument/2006/relationships/notesSlide" Target="/ppt/notesSlides/notesSlide1.xml" Id="R94fc50923dbf4c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b72672ca36545bb" /><Relationship Type="http://schemas.openxmlformats.org/officeDocument/2006/relationships/image" Target="/ppt/media/image15.png" Id="R1ac019eebc9044e8" /><Relationship Type="http://schemas.openxmlformats.org/officeDocument/2006/relationships/notesSlide" Target="/ppt/notesSlides/notesSlide2.xml" Id="R63832f9135c047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b938e4219260431b" /><Relationship Type="http://schemas.openxmlformats.org/officeDocument/2006/relationships/image" Target="/ppt/media/image15.png" Id="R6221f0cfaead4666" /><Relationship Type="http://schemas.openxmlformats.org/officeDocument/2006/relationships/image" Target="/ppt/media/image16.png" Id="Rf4dfea6ff31b484f" /><Relationship Type="http://schemas.openxmlformats.org/officeDocument/2006/relationships/notesSlide" Target="/ppt/notesSlides/notesSlide3.xml" Id="R1da00fa6f07541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09fca8bfcf1649dc" /><Relationship Type="http://schemas.openxmlformats.org/officeDocument/2006/relationships/image" Target="/ppt/media/image15.png" Id="R818045eb34104c5b" /><Relationship Type="http://schemas.openxmlformats.org/officeDocument/2006/relationships/notesSlide" Target="/ppt/notesSlides/notesSlide4.xml" Id="Rb0efcc0a202c47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22b45b4f47c842fc" /><Relationship Type="http://schemas.openxmlformats.org/officeDocument/2006/relationships/image" Target="/ppt/media/image15.png" Id="R133e7041720f4caf" /><Relationship Type="http://schemas.openxmlformats.org/officeDocument/2006/relationships/notesSlide" Target="/ppt/notesSlides/notesSlide5.xml" Id="R569153abd29e4f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40e96af8afe149ca" /><Relationship Type="http://schemas.openxmlformats.org/officeDocument/2006/relationships/image" Target="/ppt/media/image15.png" Id="R78996265488e4ef2" /><Relationship Type="http://schemas.openxmlformats.org/officeDocument/2006/relationships/notesSlide" Target="/ppt/notesSlides/notesSlide6.xml" Id="Rc1fccdbf77f047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8a5ae59559c14f27" /><Relationship Type="http://schemas.openxmlformats.org/officeDocument/2006/relationships/image" Target="/ppt/media/image15.png" Id="Ra989806616d14e67" /><Relationship Type="http://schemas.openxmlformats.org/officeDocument/2006/relationships/notesSlide" Target="/ppt/notesSlides/notesSlide7.xml" Id="Rde8f6af92faf43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79c5684c6c144e3" /><Relationship Type="http://schemas.openxmlformats.org/officeDocument/2006/relationships/image" Target="/ppt/media/image15.png" Id="R9ff5fb2597aa4c67" /><Relationship Type="http://schemas.openxmlformats.org/officeDocument/2006/relationships/notesSlide" Target="/ppt/notesSlides/notesSlide8.xml" Id="R051202e5eaf640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557d337e61e841bc" /><Relationship Type="http://schemas.openxmlformats.org/officeDocument/2006/relationships/image" Target="/ppt/media/image15.png" Id="Rb83e660a8d064979" /><Relationship Type="http://schemas.openxmlformats.org/officeDocument/2006/relationships/image" Target="/ppt/media/image17.png" Id="Re9b14b8f4f5640c8" /><Relationship Type="http://schemas.openxmlformats.org/officeDocument/2006/relationships/notesSlide" Target="/ppt/notesSlides/notesSlide9.xml" Id="R2ad3dc896b4b48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eebb1559e1a64a02" /><Relationship Type="http://schemas.openxmlformats.org/officeDocument/2006/relationships/image" Target="/ppt/media/image15.png" Id="Rcb97fa49c13c4652" /><Relationship Type="http://schemas.openxmlformats.org/officeDocument/2006/relationships/notesSlide" Target="/ppt/notesSlides/notesSlide10.xml" Id="Rfb084ceaea2240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bd08859f62cc4125" /><Relationship Type="http://schemas.openxmlformats.org/officeDocument/2006/relationships/image" Target="/ppt/media/image15.png" Id="Ra3caf8da2a2b4a93" /><Relationship Type="http://schemas.openxmlformats.org/officeDocument/2006/relationships/notesSlide" Target="/ppt/notesSlides/notesSlide11.xml" Id="Re05e77c5391b44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b222ac962a56488e" /><Relationship Type="http://schemas.openxmlformats.org/officeDocument/2006/relationships/image" Target="/ppt/media/image15.png" Id="R00325558ad654c98" /><Relationship Type="http://schemas.openxmlformats.org/officeDocument/2006/relationships/notesSlide" Target="/ppt/notesSlides/notesSlide12.xml" Id="R6a66f039fc3842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e60a19abd529479f" /><Relationship Type="http://schemas.openxmlformats.org/officeDocument/2006/relationships/image" Target="/ppt/media/image15.png" Id="R6754fffab2224de4" /><Relationship Type="http://schemas.openxmlformats.org/officeDocument/2006/relationships/notesSlide" Target="/ppt/notesSlides/notesSlide13.xml" Id="Red134f9ee4774b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787c4ad8d6a64ec3" /><Relationship Type="http://schemas.openxmlformats.org/officeDocument/2006/relationships/image" Target="/ppt/media/image15.png" Id="Rc5085454c3ad42d1" /><Relationship Type="http://schemas.openxmlformats.org/officeDocument/2006/relationships/notesSlide" Target="/ppt/notesSlides/notesSlide14.xml" Id="Rde999928e4074b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aa89610f7e444122" /><Relationship Type="http://schemas.openxmlformats.org/officeDocument/2006/relationships/image" Target="/ppt/media/image15.png" Id="R6769278fc5f1412f" /><Relationship Type="http://schemas.openxmlformats.org/officeDocument/2006/relationships/notesSlide" Target="/ppt/notesSlides/notesSlide15.xml" Id="R84e7eeaf03d54a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653395295d134ff4" /><Relationship Type="http://schemas.openxmlformats.org/officeDocument/2006/relationships/image" Target="/ppt/media/image15.png" Id="R973b93df8c23462d" /><Relationship Type="http://schemas.openxmlformats.org/officeDocument/2006/relationships/notesSlide" Target="/ppt/notesSlides/notesSlide16.xml" Id="R921e5febf5bf443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59F470F3-29DF-49BB-87BA-3B45A6B66BD3}"/>
              </a:ext>
            </a:extLst>
          </p:cNvPr>
          <p:cNvPicPr>
            <a:picLocks xmlns:a="http://schemas.openxmlformats.org/drawingml/2006/main" noChangeAspect="1"/>
          </p:cNvPicPr>
          <p:nvPr/>
        </p:nvPicPr>
        <p:blipFill>
          <a:blip xmlns:r="http://schemas.openxmlformats.org/officeDocument/2006/relationships" xmlns:a="http://schemas.openxmlformats.org/drawingml/2006/main" r:embed="R9f2958978ba643cf"/>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16</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191F5AC9-FCFB-49D2-B497-2697A20F7AD1}"/>
              </a:ext>
            </a:extLst>
          </p:cNvPr>
          <p:cNvPicPr>
            <a:picLocks xmlns:a="http://schemas.openxmlformats.org/drawingml/2006/main" noChangeAspect="1"/>
          </p:cNvPicPr>
          <p:nvPr/>
        </p:nvPicPr>
        <p:blipFill>
          <a:blip xmlns:r="http://schemas.openxmlformats.org/officeDocument/2006/relationships" xmlns:a="http://schemas.openxmlformats.org/drawingml/2006/main" r:embed="R1ac019eebc9044e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D00B4037-9933-4CEE-A06C-E1A80CFA5313}"/>
              </a:ext>
            </a:extLst>
          </p:cNvPr>
          <p:cNvPicPr>
            <a:picLocks xmlns:a="http://schemas.openxmlformats.org/drawingml/2006/main" noChangeAspect="1"/>
          </p:cNvPicPr>
          <p:nvPr/>
        </p:nvPicPr>
        <p:blipFill>
          <a:blip xmlns:r="http://schemas.openxmlformats.org/officeDocument/2006/relationships" xmlns:a="http://schemas.openxmlformats.org/drawingml/2006/main" r:embed="R6221f0cfaead466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xmlns:a="http://schemas.openxmlformats.org/drawingml/2006/main">
            <a:pPr algn="l">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E644580A-22AD-4C5D-9796-55BD8AB200BD}"/>
              </a:ext>
            </a:extLst>
          </p:cNvPr>
          <p:cNvPicPr>
            <a:picLocks xmlns:a="http://schemas.openxmlformats.org/drawingml/2006/main" noChangeAspect="1"/>
          </p:cNvPicPr>
          <p:nvPr/>
        </p:nvPicPr>
        <p:blipFill>
          <a:blip xmlns:r="http://schemas.openxmlformats.org/officeDocument/2006/relationships" xmlns:a="http://schemas.openxmlformats.org/drawingml/2006/main" r:embed="Rf4dfea6ff31b484f"/>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defRPr sz="1500" b="1">
                <a:solidFill>
                  <a:srgbClr val="202C61"/>
                </a:solidFill>
                <a:latin typeface="Arial"/>
                <a:ea typeface="Arial"/>
                <a:cs typeface="Arial"/>
              </a:defRPr>
            </a:lvl1pPr>
            <a:lvl2pPr algn="l">
              <a:defRPr sz="1500" b="1">
                <a:solidFill>
                  <a:srgbClr val="202C61"/>
                </a:solidFill>
                <a:latin typeface="Arial"/>
                <a:ea typeface="Arial"/>
                <a:cs typeface="Arial"/>
              </a:defRPr>
            </a:lvl2pPr>
            <a:lvl3pPr algn="l">
              <a:defRPr sz="1500" b="1">
                <a:solidFill>
                  <a:srgbClr val="202C61"/>
                </a:solidFill>
                <a:latin typeface="Arial"/>
                <a:ea typeface="Arial"/>
                <a:cs typeface="Arial"/>
              </a:defRPr>
            </a:lvl3pPr>
            <a:lvl4pPr algn="l">
              <a:defRPr sz="1500" b="1">
                <a:solidFill>
                  <a:srgbClr val="202C61"/>
                </a:solidFill>
                <a:latin typeface="Arial"/>
                <a:ea typeface="Arial"/>
                <a:cs typeface="Arial"/>
              </a:defRPr>
            </a:lvl4pPr>
            <a:lvl5pPr algn="l">
              <a:defRPr sz="1500" b="1">
                <a:solidFill>
                  <a:srgbClr val="202C61"/>
                </a:solidFill>
                <a:latin typeface="Arial"/>
                <a:ea typeface="Arial"/>
                <a:cs typeface="Arial"/>
              </a:defRPr>
            </a:lvl5pPr>
            <a:lvl6pPr algn="l">
              <a:defRPr sz="1500" b="1">
                <a:solidFill>
                  <a:srgbClr val="202C61"/>
                </a:solidFill>
                <a:latin typeface="Arial"/>
                <a:ea typeface="Arial"/>
                <a:cs typeface="Arial"/>
              </a:defRPr>
            </a:lvl6pPr>
            <a:lvl7pPr algn="l">
              <a:defRPr sz="1500" b="1">
                <a:solidFill>
                  <a:srgbClr val="202C61"/>
                </a:solidFill>
                <a:latin typeface="Arial"/>
                <a:ea typeface="Arial"/>
                <a:cs typeface="Arial"/>
              </a:defRPr>
            </a:lvl7pPr>
            <a:lvl8pPr algn="l">
              <a:defRPr sz="1500" b="1">
                <a:solidFill>
                  <a:srgbClr val="202C61"/>
                </a:solidFill>
                <a:latin typeface="Arial"/>
                <a:ea typeface="Arial"/>
                <a:cs typeface="Arial"/>
              </a:defRPr>
            </a:lvl8pPr>
            <a:lvl9pPr algn="l">
              <a:defRPr sz="1500" b="1">
                <a:solidFill>
                  <a:srgbClr val="202C61"/>
                </a:solidFill>
                <a:latin typeface="Arial"/>
                <a:ea typeface="Arial"/>
                <a:cs typeface="Arial"/>
              </a:defRPr>
            </a:lvl9pPr>
          </a:lstStyle>
          <a:p xmlns:a="http://schemas.openxmlformats.org/drawingml/2006/main">
            <a:pPr algn="l">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defRPr sz="1500" b="1">
                <a:solidFill>
                  <a:srgbClr val="202C61"/>
                </a:solidFill>
                <a:latin typeface="Arial"/>
                <a:ea typeface="Arial"/>
                <a:cs typeface="Arial"/>
              </a:defRPr>
            </a:lvl1pPr>
            <a:lvl2pPr algn="l">
              <a:defRPr sz="1500" b="1">
                <a:solidFill>
                  <a:srgbClr val="202C61"/>
                </a:solidFill>
                <a:latin typeface="Arial"/>
                <a:ea typeface="Arial"/>
                <a:cs typeface="Arial"/>
              </a:defRPr>
            </a:lvl2pPr>
            <a:lvl3pPr algn="l">
              <a:defRPr sz="1500" b="1">
                <a:solidFill>
                  <a:srgbClr val="202C61"/>
                </a:solidFill>
                <a:latin typeface="Arial"/>
                <a:ea typeface="Arial"/>
                <a:cs typeface="Arial"/>
              </a:defRPr>
            </a:lvl3pPr>
            <a:lvl4pPr algn="l">
              <a:defRPr sz="1500" b="1">
                <a:solidFill>
                  <a:srgbClr val="202C61"/>
                </a:solidFill>
                <a:latin typeface="Arial"/>
                <a:ea typeface="Arial"/>
                <a:cs typeface="Arial"/>
              </a:defRPr>
            </a:lvl4pPr>
            <a:lvl5pPr algn="l">
              <a:defRPr sz="1500" b="1">
                <a:solidFill>
                  <a:srgbClr val="202C61"/>
                </a:solidFill>
                <a:latin typeface="Arial"/>
                <a:ea typeface="Arial"/>
                <a:cs typeface="Arial"/>
              </a:defRPr>
            </a:lvl5pPr>
            <a:lvl6pPr algn="l">
              <a:defRPr sz="1500" b="1">
                <a:solidFill>
                  <a:srgbClr val="202C61"/>
                </a:solidFill>
                <a:latin typeface="Arial"/>
                <a:ea typeface="Arial"/>
                <a:cs typeface="Arial"/>
              </a:defRPr>
            </a:lvl6pPr>
            <a:lvl7pPr algn="l">
              <a:defRPr sz="1500" b="1">
                <a:solidFill>
                  <a:srgbClr val="202C61"/>
                </a:solidFill>
                <a:latin typeface="Arial"/>
                <a:ea typeface="Arial"/>
                <a:cs typeface="Arial"/>
              </a:defRPr>
            </a:lvl7pPr>
            <a:lvl8pPr algn="l">
              <a:defRPr sz="1500" b="1">
                <a:solidFill>
                  <a:srgbClr val="202C61"/>
                </a:solidFill>
                <a:latin typeface="Arial"/>
                <a:ea typeface="Arial"/>
                <a:cs typeface="Arial"/>
              </a:defRPr>
            </a:lvl8pPr>
            <a:lvl9pPr algn="l">
              <a:defRPr sz="1500" b="1">
                <a:solidFill>
                  <a:srgbClr val="202C61"/>
                </a:solidFill>
                <a:latin typeface="Arial"/>
                <a:ea typeface="Arial"/>
                <a:cs typeface="Arial"/>
              </a:defRPr>
            </a:lvl9pPr>
          </a:lstStyle>
          <a:p xmlns:a="http://schemas.openxmlformats.org/drawingml/2006/main">
            <a:pPr algn="l">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defRPr sz="1500" b="1">
                <a:solidFill>
                  <a:srgbClr val="202C61"/>
                </a:solidFill>
                <a:latin typeface="Arial"/>
                <a:ea typeface="Arial"/>
                <a:cs typeface="Arial"/>
              </a:defRPr>
            </a:lvl1pPr>
            <a:lvl2pPr algn="l">
              <a:defRPr sz="1500" b="1">
                <a:solidFill>
                  <a:srgbClr val="202C61"/>
                </a:solidFill>
                <a:latin typeface="Arial"/>
                <a:ea typeface="Arial"/>
                <a:cs typeface="Arial"/>
              </a:defRPr>
            </a:lvl2pPr>
            <a:lvl3pPr algn="l">
              <a:defRPr sz="1500" b="1">
                <a:solidFill>
                  <a:srgbClr val="202C61"/>
                </a:solidFill>
                <a:latin typeface="Arial"/>
                <a:ea typeface="Arial"/>
                <a:cs typeface="Arial"/>
              </a:defRPr>
            </a:lvl3pPr>
            <a:lvl4pPr algn="l">
              <a:defRPr sz="1500" b="1">
                <a:solidFill>
                  <a:srgbClr val="202C61"/>
                </a:solidFill>
                <a:latin typeface="Arial"/>
                <a:ea typeface="Arial"/>
                <a:cs typeface="Arial"/>
              </a:defRPr>
            </a:lvl4pPr>
            <a:lvl5pPr algn="l">
              <a:defRPr sz="1500" b="1">
                <a:solidFill>
                  <a:srgbClr val="202C61"/>
                </a:solidFill>
                <a:latin typeface="Arial"/>
                <a:ea typeface="Arial"/>
                <a:cs typeface="Arial"/>
              </a:defRPr>
            </a:lvl5pPr>
            <a:lvl6pPr algn="l">
              <a:defRPr sz="1500" b="1">
                <a:solidFill>
                  <a:srgbClr val="202C61"/>
                </a:solidFill>
                <a:latin typeface="Arial"/>
                <a:ea typeface="Arial"/>
                <a:cs typeface="Arial"/>
              </a:defRPr>
            </a:lvl6pPr>
            <a:lvl7pPr algn="l">
              <a:defRPr sz="1500" b="1">
                <a:solidFill>
                  <a:srgbClr val="202C61"/>
                </a:solidFill>
                <a:latin typeface="Arial"/>
                <a:ea typeface="Arial"/>
                <a:cs typeface="Arial"/>
              </a:defRPr>
            </a:lvl7pPr>
            <a:lvl8pPr algn="l">
              <a:defRPr sz="1500" b="1">
                <a:solidFill>
                  <a:srgbClr val="202C61"/>
                </a:solidFill>
                <a:latin typeface="Arial"/>
                <a:ea typeface="Arial"/>
                <a:cs typeface="Arial"/>
              </a:defRPr>
            </a:lvl8pPr>
            <a:lvl9pPr algn="l">
              <a:defRPr sz="1500" b="1">
                <a:solidFill>
                  <a:srgbClr val="202C61"/>
                </a:solidFill>
                <a:latin typeface="Arial"/>
                <a:ea typeface="Arial"/>
                <a:cs typeface="Arial"/>
              </a:defRPr>
            </a:lvl9pPr>
          </a:lstStyle>
          <a:p xmlns:a="http://schemas.openxmlformats.org/drawingml/2006/main">
            <a:pPr algn="l">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C8604393-EA6A-499B-99E8-569DB600C033}"/>
              </a:ext>
            </a:extLst>
          </p:cNvPr>
          <p:cNvPicPr>
            <a:picLocks xmlns:a="http://schemas.openxmlformats.org/drawingml/2006/main" noChangeAspect="1"/>
          </p:cNvPicPr>
          <p:nvPr/>
        </p:nvPicPr>
        <p:blipFill>
          <a:blip xmlns:r="http://schemas.openxmlformats.org/officeDocument/2006/relationships" xmlns:a="http://schemas.openxmlformats.org/drawingml/2006/main" r:embed="R818045eb34104c5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B09A6878-57E8-4B2E-8806-55CC3A85CAFF}"/>
              </a:ext>
            </a:extLst>
          </p:cNvPr>
          <p:cNvPicPr>
            <a:picLocks xmlns:a="http://schemas.openxmlformats.org/drawingml/2006/main" noChangeAspect="1"/>
          </p:cNvPicPr>
          <p:nvPr/>
        </p:nvPicPr>
        <p:blipFill>
          <a:blip xmlns:r="http://schemas.openxmlformats.org/officeDocument/2006/relationships" xmlns:a="http://schemas.openxmlformats.org/drawingml/2006/main" r:embed="R133e7041720f4ca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67450EB6-8A24-4B30-8625-932EA4116AF2}"/>
              </a:ext>
            </a:extLst>
          </p:cNvPr>
          <p:cNvPicPr>
            <a:picLocks xmlns:a="http://schemas.openxmlformats.org/drawingml/2006/main" noChangeAspect="1"/>
          </p:cNvPicPr>
          <p:nvPr/>
        </p:nvPicPr>
        <p:blipFill>
          <a:blip xmlns:r="http://schemas.openxmlformats.org/officeDocument/2006/relationships" xmlns:a="http://schemas.openxmlformats.org/drawingml/2006/main" r:embed="R78996265488e4ef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83BE31D4-D29F-408D-8D6E-686A1384F1E8}"/>
              </a:ext>
            </a:extLst>
          </p:cNvPr>
          <p:cNvPicPr>
            <a:picLocks xmlns:a="http://schemas.openxmlformats.org/drawingml/2006/main" noChangeAspect="1"/>
          </p:cNvPicPr>
          <p:nvPr/>
        </p:nvPicPr>
        <p:blipFill>
          <a:blip xmlns:r="http://schemas.openxmlformats.org/officeDocument/2006/relationships" xmlns:a="http://schemas.openxmlformats.org/drawingml/2006/main" r:embed="Ra989806616d14e6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929D4ED2-2BBB-4714-8D15-95CA44FC9195}"/>
              </a:ext>
            </a:extLst>
          </p:cNvPr>
          <p:cNvPicPr>
            <a:picLocks xmlns:a="http://schemas.openxmlformats.org/drawingml/2006/main" noChangeAspect="1"/>
          </p:cNvPicPr>
          <p:nvPr/>
        </p:nvPicPr>
        <p:blipFill>
          <a:blip xmlns:r="http://schemas.openxmlformats.org/officeDocument/2006/relationships" xmlns:a="http://schemas.openxmlformats.org/drawingml/2006/main" r:embed="R9ff5fb2597aa4c6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0CDE34F4-07A0-4326-A5A5-BF8C933856F5}"/>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7524A04D-CB22-48DF-AF72-926B2AC38373}"/>
              </a:ext>
            </a:extLst>
          </p:cNvPr>
          <p:cNvPicPr>
            <a:picLocks xmlns:a="http://schemas.openxmlformats.org/drawingml/2006/main" noChangeAspect="1"/>
          </p:cNvPicPr>
          <p:nvPr/>
        </p:nvPicPr>
        <p:blipFill>
          <a:blip xmlns:r="http://schemas.openxmlformats.org/officeDocument/2006/relationships" xmlns:a="http://schemas.openxmlformats.org/drawingml/2006/main" r:embed="Rb83e660a8d06497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EB3F95A8-1127-4ABB-88F2-8B6B28975BB2}"/>
              </a:ext>
            </a:extLst>
          </p:cNvPr>
          <p:cNvPicPr>
            <a:picLocks xmlns:a="http://schemas.openxmlformats.org/drawingml/2006/main" noChangeAspect="1"/>
          </p:cNvPicPr>
          <p:nvPr/>
        </p:nvPicPr>
        <p:blipFill>
          <a:blip xmlns:r="http://schemas.openxmlformats.org/officeDocument/2006/relationships" xmlns:a="http://schemas.openxmlformats.org/drawingml/2006/main" r:embed="Re9b14b8f4f5640c8"/>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DF651784-BFAC-4FE6-B5CD-B92E1CEC864A}"/>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B3E7963E-316F-4B6D-B3C8-574F797D2357}"/>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BB8833E8-D044-4471-A76A-ACF628E41453}"/>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A9F4CB22-4CF7-4BCE-B2E9-D76C015309EB}"/>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A3C1BD68-D717-464A-A7CF-01A83E996807}"/>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4B696BF6-C47B-4FCE-83A3-BBFEA13E8B7B}"/>
              </a:ext>
            </a:extLst>
          </p:cNvPr>
          <p:cNvPicPr>
            <a:picLocks xmlns:a="http://schemas.openxmlformats.org/drawingml/2006/main" noChangeAspect="1"/>
          </p:cNvPicPr>
          <p:nvPr/>
        </p:nvPicPr>
        <p:blipFill>
          <a:blip xmlns:r="http://schemas.openxmlformats.org/officeDocument/2006/relationships" xmlns:a="http://schemas.openxmlformats.org/drawingml/2006/main" r:embed="Rcb97fa49c13c465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defRPr sz="1425" b="1">
                <a:solidFill>
                  <a:srgbClr val="202C61"/>
                </a:solidFill>
                <a:latin typeface="Arial"/>
                <a:ea typeface="Arial"/>
                <a:cs typeface="Arial"/>
              </a:defRPr>
            </a:lvl1pPr>
            <a:lvl2pPr algn="l">
              <a:defRPr sz="1425" b="1">
                <a:solidFill>
                  <a:srgbClr val="202C61"/>
                </a:solidFill>
                <a:latin typeface="Arial"/>
                <a:ea typeface="Arial"/>
                <a:cs typeface="Arial"/>
              </a:defRPr>
            </a:lvl2pPr>
            <a:lvl3pPr algn="l">
              <a:defRPr sz="1425" b="1">
                <a:solidFill>
                  <a:srgbClr val="202C61"/>
                </a:solidFill>
                <a:latin typeface="Arial"/>
                <a:ea typeface="Arial"/>
                <a:cs typeface="Arial"/>
              </a:defRPr>
            </a:lvl3pPr>
            <a:lvl4pPr algn="l">
              <a:defRPr sz="1425" b="1">
                <a:solidFill>
                  <a:srgbClr val="202C61"/>
                </a:solidFill>
                <a:latin typeface="Arial"/>
                <a:ea typeface="Arial"/>
                <a:cs typeface="Arial"/>
              </a:defRPr>
            </a:lvl4pPr>
            <a:lvl5pPr algn="l">
              <a:defRPr sz="1425" b="1">
                <a:solidFill>
                  <a:srgbClr val="202C61"/>
                </a:solidFill>
                <a:latin typeface="Arial"/>
                <a:ea typeface="Arial"/>
                <a:cs typeface="Arial"/>
              </a:defRPr>
            </a:lvl5pPr>
            <a:lvl6pPr algn="l">
              <a:defRPr sz="1425" b="1">
                <a:solidFill>
                  <a:srgbClr val="202C61"/>
                </a:solidFill>
                <a:latin typeface="Arial"/>
                <a:ea typeface="Arial"/>
                <a:cs typeface="Arial"/>
              </a:defRPr>
            </a:lvl6pPr>
            <a:lvl7pPr algn="l">
              <a:defRPr sz="1425" b="1">
                <a:solidFill>
                  <a:srgbClr val="202C61"/>
                </a:solidFill>
                <a:latin typeface="Arial"/>
                <a:ea typeface="Arial"/>
                <a:cs typeface="Arial"/>
              </a:defRPr>
            </a:lvl7pPr>
            <a:lvl8pPr algn="l">
              <a:defRPr sz="1425" b="1">
                <a:solidFill>
                  <a:srgbClr val="202C61"/>
                </a:solidFill>
                <a:latin typeface="Arial"/>
                <a:ea typeface="Arial"/>
                <a:cs typeface="Arial"/>
              </a:defRPr>
            </a:lvl8pPr>
            <a:lvl9pPr algn="l">
              <a:defRPr sz="1425" b="1">
                <a:solidFill>
                  <a:srgbClr val="202C61"/>
                </a:solidFill>
                <a:latin typeface="Arial"/>
                <a:ea typeface="Arial"/>
                <a:cs typeface="Arial"/>
              </a:defRPr>
            </a:lvl9pPr>
          </a:lstStyle>
          <a:p xmlns:a="http://schemas.openxmlformats.org/drawingml/2006/main">
            <a:pPr algn="l">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defRPr sz="1425" b="1">
                <a:solidFill>
                  <a:srgbClr val="202C61"/>
                </a:solidFill>
                <a:latin typeface="Arial"/>
                <a:ea typeface="Arial"/>
                <a:cs typeface="Arial"/>
              </a:defRPr>
            </a:lvl1pPr>
            <a:lvl2pPr algn="l">
              <a:defRPr sz="1425" b="1">
                <a:solidFill>
                  <a:srgbClr val="202C61"/>
                </a:solidFill>
                <a:latin typeface="Arial"/>
                <a:ea typeface="Arial"/>
                <a:cs typeface="Arial"/>
              </a:defRPr>
            </a:lvl2pPr>
            <a:lvl3pPr algn="l">
              <a:defRPr sz="1425" b="1">
                <a:solidFill>
                  <a:srgbClr val="202C61"/>
                </a:solidFill>
                <a:latin typeface="Arial"/>
                <a:ea typeface="Arial"/>
                <a:cs typeface="Arial"/>
              </a:defRPr>
            </a:lvl3pPr>
            <a:lvl4pPr algn="l">
              <a:defRPr sz="1425" b="1">
                <a:solidFill>
                  <a:srgbClr val="202C61"/>
                </a:solidFill>
                <a:latin typeface="Arial"/>
                <a:ea typeface="Arial"/>
                <a:cs typeface="Arial"/>
              </a:defRPr>
            </a:lvl4pPr>
            <a:lvl5pPr algn="l">
              <a:defRPr sz="1425" b="1">
                <a:solidFill>
                  <a:srgbClr val="202C61"/>
                </a:solidFill>
                <a:latin typeface="Arial"/>
                <a:ea typeface="Arial"/>
                <a:cs typeface="Arial"/>
              </a:defRPr>
            </a:lvl5pPr>
            <a:lvl6pPr algn="l">
              <a:defRPr sz="1425" b="1">
                <a:solidFill>
                  <a:srgbClr val="202C61"/>
                </a:solidFill>
                <a:latin typeface="Arial"/>
                <a:ea typeface="Arial"/>
                <a:cs typeface="Arial"/>
              </a:defRPr>
            </a:lvl6pPr>
            <a:lvl7pPr algn="l">
              <a:defRPr sz="1425" b="1">
                <a:solidFill>
                  <a:srgbClr val="202C61"/>
                </a:solidFill>
                <a:latin typeface="Arial"/>
                <a:ea typeface="Arial"/>
                <a:cs typeface="Arial"/>
              </a:defRPr>
            </a:lvl7pPr>
            <a:lvl8pPr algn="l">
              <a:defRPr sz="1425" b="1">
                <a:solidFill>
                  <a:srgbClr val="202C61"/>
                </a:solidFill>
                <a:latin typeface="Arial"/>
                <a:ea typeface="Arial"/>
                <a:cs typeface="Arial"/>
              </a:defRPr>
            </a:lvl8pPr>
            <a:lvl9pPr algn="l">
              <a:defRPr sz="1425" b="1">
                <a:solidFill>
                  <a:srgbClr val="202C61"/>
                </a:solidFill>
                <a:latin typeface="Arial"/>
                <a:ea typeface="Arial"/>
                <a:cs typeface="Arial"/>
              </a:defRPr>
            </a:lvl9pPr>
          </a:lstStyle>
          <a:p xmlns:a="http://schemas.openxmlformats.org/drawingml/2006/main">
            <a:pPr algn="l">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defRPr sz="1013" b="0">
                <a:solidFill>
                  <a:srgbClr val="595959"/>
                </a:solidFill>
                <a:latin typeface="Arial"/>
                <a:ea typeface="Arial"/>
                <a:cs typeface="Arial"/>
              </a:defRPr>
            </a:lvl1pPr>
            <a:lvl2pPr algn="ctr">
              <a:defRPr sz="1013" b="0">
                <a:solidFill>
                  <a:srgbClr val="595959"/>
                </a:solidFill>
                <a:latin typeface="Arial"/>
                <a:ea typeface="Arial"/>
                <a:cs typeface="Arial"/>
              </a:defRPr>
            </a:lvl2pPr>
            <a:lvl3pPr algn="ctr">
              <a:defRPr sz="1013" b="0">
                <a:solidFill>
                  <a:srgbClr val="595959"/>
                </a:solidFill>
                <a:latin typeface="Arial"/>
                <a:ea typeface="Arial"/>
                <a:cs typeface="Arial"/>
              </a:defRPr>
            </a:lvl3pPr>
            <a:lvl4pPr algn="ctr">
              <a:defRPr sz="1013" b="0">
                <a:solidFill>
                  <a:srgbClr val="595959"/>
                </a:solidFill>
                <a:latin typeface="Arial"/>
                <a:ea typeface="Arial"/>
                <a:cs typeface="Arial"/>
              </a:defRPr>
            </a:lvl4pPr>
            <a:lvl5pPr algn="ctr">
              <a:defRPr sz="1013" b="0">
                <a:solidFill>
                  <a:srgbClr val="595959"/>
                </a:solidFill>
                <a:latin typeface="Arial"/>
                <a:ea typeface="Arial"/>
                <a:cs typeface="Arial"/>
              </a:defRPr>
            </a:lvl5pPr>
            <a:lvl6pPr algn="ctr">
              <a:defRPr sz="1013" b="0">
                <a:solidFill>
                  <a:srgbClr val="595959"/>
                </a:solidFill>
                <a:latin typeface="Arial"/>
                <a:ea typeface="Arial"/>
                <a:cs typeface="Arial"/>
              </a:defRPr>
            </a:lvl6pPr>
            <a:lvl7pPr algn="ctr">
              <a:defRPr sz="1013" b="0">
                <a:solidFill>
                  <a:srgbClr val="595959"/>
                </a:solidFill>
                <a:latin typeface="Arial"/>
                <a:ea typeface="Arial"/>
                <a:cs typeface="Arial"/>
              </a:defRPr>
            </a:lvl7pPr>
            <a:lvl8pPr algn="ctr">
              <a:defRPr sz="1013" b="0">
                <a:solidFill>
                  <a:srgbClr val="595959"/>
                </a:solidFill>
                <a:latin typeface="Arial"/>
                <a:ea typeface="Arial"/>
                <a:cs typeface="Arial"/>
              </a:defRPr>
            </a:lvl8pPr>
            <a:lvl9pPr algn="ctr">
              <a:defRPr sz="1013" b="0">
                <a:solidFill>
                  <a:srgbClr val="595959"/>
                </a:solidFill>
                <a:latin typeface="Arial"/>
                <a:ea typeface="Arial"/>
                <a:cs typeface="Arial"/>
              </a:defRPr>
            </a:lvl9pPr>
          </a:lstStyle>
          <a:p xmlns:a="http://schemas.openxmlformats.org/drawingml/2006/main">
            <a:pPr algn="ctr">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defRPr sz="1013" b="0">
                <a:solidFill>
                  <a:srgbClr val="595959"/>
                </a:solidFill>
                <a:latin typeface="Arial"/>
                <a:ea typeface="Arial"/>
                <a:cs typeface="Arial"/>
              </a:defRPr>
            </a:lvl1pPr>
            <a:lvl2pPr algn="ctr">
              <a:defRPr sz="1013" b="0">
                <a:solidFill>
                  <a:srgbClr val="595959"/>
                </a:solidFill>
                <a:latin typeface="Arial"/>
                <a:ea typeface="Arial"/>
                <a:cs typeface="Arial"/>
              </a:defRPr>
            </a:lvl2pPr>
            <a:lvl3pPr algn="ctr">
              <a:defRPr sz="1013" b="0">
                <a:solidFill>
                  <a:srgbClr val="595959"/>
                </a:solidFill>
                <a:latin typeface="Arial"/>
                <a:ea typeface="Arial"/>
                <a:cs typeface="Arial"/>
              </a:defRPr>
            </a:lvl3pPr>
            <a:lvl4pPr algn="ctr">
              <a:defRPr sz="1013" b="0">
                <a:solidFill>
                  <a:srgbClr val="595959"/>
                </a:solidFill>
                <a:latin typeface="Arial"/>
                <a:ea typeface="Arial"/>
                <a:cs typeface="Arial"/>
              </a:defRPr>
            </a:lvl4pPr>
            <a:lvl5pPr algn="ctr">
              <a:defRPr sz="1013" b="0">
                <a:solidFill>
                  <a:srgbClr val="595959"/>
                </a:solidFill>
                <a:latin typeface="Arial"/>
                <a:ea typeface="Arial"/>
                <a:cs typeface="Arial"/>
              </a:defRPr>
            </a:lvl5pPr>
            <a:lvl6pPr algn="ctr">
              <a:defRPr sz="1013" b="0">
                <a:solidFill>
                  <a:srgbClr val="595959"/>
                </a:solidFill>
                <a:latin typeface="Arial"/>
                <a:ea typeface="Arial"/>
                <a:cs typeface="Arial"/>
              </a:defRPr>
            </a:lvl6pPr>
            <a:lvl7pPr algn="ctr">
              <a:defRPr sz="1013" b="0">
                <a:solidFill>
                  <a:srgbClr val="595959"/>
                </a:solidFill>
                <a:latin typeface="Arial"/>
                <a:ea typeface="Arial"/>
                <a:cs typeface="Arial"/>
              </a:defRPr>
            </a:lvl7pPr>
            <a:lvl8pPr algn="ctr">
              <a:defRPr sz="1013" b="0">
                <a:solidFill>
                  <a:srgbClr val="595959"/>
                </a:solidFill>
                <a:latin typeface="Arial"/>
                <a:ea typeface="Arial"/>
                <a:cs typeface="Arial"/>
              </a:defRPr>
            </a:lvl8pPr>
            <a:lvl9pPr algn="ctr">
              <a:defRPr sz="1013" b="0">
                <a:solidFill>
                  <a:srgbClr val="595959"/>
                </a:solidFill>
                <a:latin typeface="Arial"/>
                <a:ea typeface="Arial"/>
                <a:cs typeface="Arial"/>
              </a:defRPr>
            </a:lvl9pPr>
          </a:lstStyle>
          <a:p xmlns:a="http://schemas.openxmlformats.org/drawingml/2006/main">
            <a:pPr algn="ctr">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defRPr sz="1013" b="0">
                <a:solidFill>
                  <a:srgbClr val="595959"/>
                </a:solidFill>
                <a:latin typeface="Arial"/>
                <a:ea typeface="Arial"/>
                <a:cs typeface="Arial"/>
              </a:defRPr>
            </a:lvl1pPr>
            <a:lvl2pPr algn="ctr">
              <a:defRPr sz="1013" b="0">
                <a:solidFill>
                  <a:srgbClr val="595959"/>
                </a:solidFill>
                <a:latin typeface="Arial"/>
                <a:ea typeface="Arial"/>
                <a:cs typeface="Arial"/>
              </a:defRPr>
            </a:lvl2pPr>
            <a:lvl3pPr algn="ctr">
              <a:defRPr sz="1013" b="0">
                <a:solidFill>
                  <a:srgbClr val="595959"/>
                </a:solidFill>
                <a:latin typeface="Arial"/>
                <a:ea typeface="Arial"/>
                <a:cs typeface="Arial"/>
              </a:defRPr>
            </a:lvl3pPr>
            <a:lvl4pPr algn="ctr">
              <a:defRPr sz="1013" b="0">
                <a:solidFill>
                  <a:srgbClr val="595959"/>
                </a:solidFill>
                <a:latin typeface="Arial"/>
                <a:ea typeface="Arial"/>
                <a:cs typeface="Arial"/>
              </a:defRPr>
            </a:lvl4pPr>
            <a:lvl5pPr algn="ctr">
              <a:defRPr sz="1013" b="0">
                <a:solidFill>
                  <a:srgbClr val="595959"/>
                </a:solidFill>
                <a:latin typeface="Arial"/>
                <a:ea typeface="Arial"/>
                <a:cs typeface="Arial"/>
              </a:defRPr>
            </a:lvl5pPr>
            <a:lvl6pPr algn="ctr">
              <a:defRPr sz="1013" b="0">
                <a:solidFill>
                  <a:srgbClr val="595959"/>
                </a:solidFill>
                <a:latin typeface="Arial"/>
                <a:ea typeface="Arial"/>
                <a:cs typeface="Arial"/>
              </a:defRPr>
            </a:lvl6pPr>
            <a:lvl7pPr algn="ctr">
              <a:defRPr sz="1013" b="0">
                <a:solidFill>
                  <a:srgbClr val="595959"/>
                </a:solidFill>
                <a:latin typeface="Arial"/>
                <a:ea typeface="Arial"/>
                <a:cs typeface="Arial"/>
              </a:defRPr>
            </a:lvl7pPr>
            <a:lvl8pPr algn="ctr">
              <a:defRPr sz="1013" b="0">
                <a:solidFill>
                  <a:srgbClr val="595959"/>
                </a:solidFill>
                <a:latin typeface="Arial"/>
                <a:ea typeface="Arial"/>
                <a:cs typeface="Arial"/>
              </a:defRPr>
            </a:lvl8pPr>
            <a:lvl9pPr algn="ctr">
              <a:defRPr sz="1013" b="0">
                <a:solidFill>
                  <a:srgbClr val="595959"/>
                </a:solidFill>
                <a:latin typeface="Arial"/>
                <a:ea typeface="Arial"/>
                <a:cs typeface="Arial"/>
              </a:defRPr>
            </a:lvl9pPr>
          </a:lstStyle>
          <a:p xmlns:a="http://schemas.openxmlformats.org/drawingml/2006/main">
            <a:pPr algn="ctr">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defRPr sz="1013" b="0">
                <a:solidFill>
                  <a:srgbClr val="595959"/>
                </a:solidFill>
                <a:latin typeface="Arial"/>
                <a:ea typeface="Arial"/>
                <a:cs typeface="Arial"/>
              </a:defRPr>
            </a:lvl1pPr>
            <a:lvl2pPr algn="ctr">
              <a:defRPr sz="1013" b="0">
                <a:solidFill>
                  <a:srgbClr val="595959"/>
                </a:solidFill>
                <a:latin typeface="Arial"/>
                <a:ea typeface="Arial"/>
                <a:cs typeface="Arial"/>
              </a:defRPr>
            </a:lvl2pPr>
            <a:lvl3pPr algn="ctr">
              <a:defRPr sz="1013" b="0">
                <a:solidFill>
                  <a:srgbClr val="595959"/>
                </a:solidFill>
                <a:latin typeface="Arial"/>
                <a:ea typeface="Arial"/>
                <a:cs typeface="Arial"/>
              </a:defRPr>
            </a:lvl3pPr>
            <a:lvl4pPr algn="ctr">
              <a:defRPr sz="1013" b="0">
                <a:solidFill>
                  <a:srgbClr val="595959"/>
                </a:solidFill>
                <a:latin typeface="Arial"/>
                <a:ea typeface="Arial"/>
                <a:cs typeface="Arial"/>
              </a:defRPr>
            </a:lvl4pPr>
            <a:lvl5pPr algn="ctr">
              <a:defRPr sz="1013" b="0">
                <a:solidFill>
                  <a:srgbClr val="595959"/>
                </a:solidFill>
                <a:latin typeface="Arial"/>
                <a:ea typeface="Arial"/>
                <a:cs typeface="Arial"/>
              </a:defRPr>
            </a:lvl5pPr>
            <a:lvl6pPr algn="ctr">
              <a:defRPr sz="1013" b="0">
                <a:solidFill>
                  <a:srgbClr val="595959"/>
                </a:solidFill>
                <a:latin typeface="Arial"/>
                <a:ea typeface="Arial"/>
                <a:cs typeface="Arial"/>
              </a:defRPr>
            </a:lvl6pPr>
            <a:lvl7pPr algn="ctr">
              <a:defRPr sz="1013" b="0">
                <a:solidFill>
                  <a:srgbClr val="595959"/>
                </a:solidFill>
                <a:latin typeface="Arial"/>
                <a:ea typeface="Arial"/>
                <a:cs typeface="Arial"/>
              </a:defRPr>
            </a:lvl7pPr>
            <a:lvl8pPr algn="ctr">
              <a:defRPr sz="1013" b="0">
                <a:solidFill>
                  <a:srgbClr val="595959"/>
                </a:solidFill>
                <a:latin typeface="Arial"/>
                <a:ea typeface="Arial"/>
                <a:cs typeface="Arial"/>
              </a:defRPr>
            </a:lvl8pPr>
            <a:lvl9pPr algn="ctr">
              <a:defRPr sz="1013" b="0">
                <a:solidFill>
                  <a:srgbClr val="595959"/>
                </a:solidFill>
                <a:latin typeface="Arial"/>
                <a:ea typeface="Arial"/>
                <a:cs typeface="Arial"/>
              </a:defRPr>
            </a:lvl9pPr>
          </a:lstStyle>
          <a:p xmlns:a="http://schemas.openxmlformats.org/drawingml/2006/main">
            <a:pPr algn="ctr">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DAC810E7-665C-4E35-A7C0-368F6A71A638}"/>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BC7A05A5-CBF5-4E08-BFF7-0554D4BD58FF}"/>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D9358CD0-42AC-400F-ABAC-B86D52A67D39}"/>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62CD600C-F134-4A6B-AEA1-1EFA55B64991}"/>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CABA0CDC-28F3-4E83-B7F8-DED763178F83}"/>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DF2906FC-FD84-4F35-A39C-C0AB67885046}"/>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68BE6900-B4AB-4465-B0AF-948E887E6A1A}"/>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D7242F09-2FA6-48BB-9DB4-6E26CC642C7D}"/>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46BE18AA-6DAA-423F-8EE0-BB7AD4E23705}"/>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DD3B2A19-ABAD-465F-A7B2-9CB67BBD9968}"/>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9B6720CC-BDF0-41B6-8499-0519A8425852}"/>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93713254-23FE-4EB3-98D4-977ED36D4AA6}"/>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FD4A0DB1-1368-4812-97DC-DB63CF027B08}"/>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FCA37F81-F34D-4C0F-AEF3-3FCDBB4CB084}"/>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7BE8DCA2-4A84-4A03-A6E2-5DBBC3EBDA11}"/>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CB859AD5-21AC-4159-A1C0-F2DC0805A9F6}"/>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1B0E77FF-2EB7-48DE-B7A5-495C6449AEF7}"/>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A9E0B28E-CB8F-4969-8C59-15019D8119F2}"/>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183F116C-8BD8-475C-A8AB-A8776152720D}"/>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555DA8D9-ED2F-4FF1-BB47-CEBC881CD646}"/>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79B0F2F2-3123-4F87-B839-527D04B57F6A}"/>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C0C9A374-6C14-47DF-9983-91A2A972152E}"/>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12857F0C-517E-4894-8C9A-77E2C31F7ECA}"/>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F7E73B2B-8029-47F8-96E3-3FEA033F9D99}"/>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9B99D157-4887-4AE1-8489-21C279D5C860}"/>
              </a:ext>
            </a:extLst>
          </p:cNvPr>
          <p:cNvPicPr>
            <a:picLocks xmlns:a="http://schemas.openxmlformats.org/drawingml/2006/main" noChangeAspect="1"/>
          </p:cNvPicPr>
          <p:nvPr/>
        </p:nvPicPr>
        <p:blipFill>
          <a:blip xmlns:r="http://schemas.openxmlformats.org/officeDocument/2006/relationships" xmlns:a="http://schemas.openxmlformats.org/drawingml/2006/main" r:embed="Ra3caf8da2a2b4a9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defRPr sz="1425" b="1">
                <a:solidFill>
                  <a:srgbClr val="202C61"/>
                </a:solidFill>
                <a:latin typeface="Arial"/>
                <a:ea typeface="Arial"/>
                <a:cs typeface="Arial"/>
              </a:defRPr>
            </a:lvl1pPr>
            <a:lvl2pPr algn="ctr">
              <a:defRPr sz="1425" b="1">
                <a:solidFill>
                  <a:srgbClr val="202C61"/>
                </a:solidFill>
                <a:latin typeface="Arial"/>
                <a:ea typeface="Arial"/>
                <a:cs typeface="Arial"/>
              </a:defRPr>
            </a:lvl2pPr>
            <a:lvl3pPr algn="ctr">
              <a:defRPr sz="1425" b="1">
                <a:solidFill>
                  <a:srgbClr val="202C61"/>
                </a:solidFill>
                <a:latin typeface="Arial"/>
                <a:ea typeface="Arial"/>
                <a:cs typeface="Arial"/>
              </a:defRPr>
            </a:lvl3pPr>
            <a:lvl4pPr algn="ctr">
              <a:defRPr sz="1425" b="1">
                <a:solidFill>
                  <a:srgbClr val="202C61"/>
                </a:solidFill>
                <a:latin typeface="Arial"/>
                <a:ea typeface="Arial"/>
                <a:cs typeface="Arial"/>
              </a:defRPr>
            </a:lvl4pPr>
            <a:lvl5pPr algn="ctr">
              <a:defRPr sz="1425" b="1">
                <a:solidFill>
                  <a:srgbClr val="202C61"/>
                </a:solidFill>
                <a:latin typeface="Arial"/>
                <a:ea typeface="Arial"/>
                <a:cs typeface="Arial"/>
              </a:defRPr>
            </a:lvl5pPr>
            <a:lvl6pPr algn="ctr">
              <a:defRPr sz="1425" b="1">
                <a:solidFill>
                  <a:srgbClr val="202C61"/>
                </a:solidFill>
                <a:latin typeface="Arial"/>
                <a:ea typeface="Arial"/>
                <a:cs typeface="Arial"/>
              </a:defRPr>
            </a:lvl6pPr>
            <a:lvl7pPr algn="ctr">
              <a:defRPr sz="1425" b="1">
                <a:solidFill>
                  <a:srgbClr val="202C61"/>
                </a:solidFill>
                <a:latin typeface="Arial"/>
                <a:ea typeface="Arial"/>
                <a:cs typeface="Arial"/>
              </a:defRPr>
            </a:lvl7pPr>
            <a:lvl8pPr algn="ctr">
              <a:defRPr sz="1425" b="1">
                <a:solidFill>
                  <a:srgbClr val="202C61"/>
                </a:solidFill>
                <a:latin typeface="Arial"/>
                <a:ea typeface="Arial"/>
                <a:cs typeface="Arial"/>
              </a:defRPr>
            </a:lvl8pPr>
            <a:lvl9pPr algn="ctr">
              <a:defRPr sz="1425" b="1">
                <a:solidFill>
                  <a:srgbClr val="202C61"/>
                </a:solidFill>
                <a:latin typeface="Arial"/>
                <a:ea typeface="Arial"/>
                <a:cs typeface="Arial"/>
              </a:defRPr>
            </a:lvl9pPr>
          </a:lstStyle>
          <a:p xmlns:a="http://schemas.openxmlformats.org/drawingml/2006/main">
            <a:pPr algn="ctr">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289F8439-08C1-4B46-A031-912197EDCC93}"/>
              </a:ext>
            </a:extLst>
          </p:cNvPr>
          <p:cNvPicPr>
            <a:picLocks xmlns:a="http://schemas.openxmlformats.org/drawingml/2006/main" noChangeAspect="1"/>
          </p:cNvPicPr>
          <p:nvPr/>
        </p:nvPicPr>
        <p:blipFill>
          <a:blip xmlns:r="http://schemas.openxmlformats.org/officeDocument/2006/relationships" xmlns:a="http://schemas.openxmlformats.org/drawingml/2006/main" r:embed="R00325558ad654c9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7B3BEAD8-ED59-43DC-80BE-3DC63EE86A2C}"/>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13A6B53C-347E-4E70-9FC0-F3C4157AADA4}"/>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A49380BF-D284-48FA-9EC9-46F08FDFCC6A}"/>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7AEDA84A-A670-40B8-8895-8B2F00EAE44E}"/>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F66C9F2F-ABA1-4F0D-8942-DF5208BAC733}"/>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3221FD04-0D3C-4A67-BC34-61A21D6E47BC}"/>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05188C78-B5AE-4139-96D0-FAA7D70043EA}"/>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881B3E32-0F82-4197-9011-EA3B4FFF190A}"/>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A48945F9-8322-44D2-B86F-2476D7DCAD71}"/>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81207597-F644-4BA5-AA39-9132EB247A6F}"/>
              </a:ext>
            </a:extLst>
          </p:cNvPr>
          <p:cNvPicPr>
            <a:picLocks xmlns:a="http://schemas.openxmlformats.org/drawingml/2006/main" noChangeAspect="1"/>
          </p:cNvPicPr>
          <p:nvPr/>
        </p:nvPicPr>
        <p:blipFill>
          <a:blip xmlns:r="http://schemas.openxmlformats.org/officeDocument/2006/relationships" xmlns:a="http://schemas.openxmlformats.org/drawingml/2006/main" r:embed="R6754fffab2224de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62FB1C9C-9670-4FB0-B2F5-9D30AE6DD2DD}"/>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904D90C8-59C3-494F-A618-A79B6DB1604C}"/>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2660C420-99BF-42FC-823E-73ED20B84CFB}"/>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40B8D921-9737-4C7D-BC2F-D76879FDB409}"/>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4456D487-5A1F-4E0C-AEF7-4FE63777AD8A}"/>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4C539548-5727-4348-BB9C-AE87D796D0FC}"/>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1392BB7B-B741-4082-A3B5-93B16EE28FF2}"/>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E1C38C6C-6B63-4CA6-9D32-DEE67115E6DC}"/>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D71B0889-4787-4607-8764-3004C7733155}"/>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2349A343-298D-4C5F-93BE-BA03B62C252D}"/>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6685B099-7BFD-4A77-8B37-3F1B40C6B57B}"/>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4F06A661-EA4F-4CE8-9537-42E2753783D8}"/>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B2C8E22C-AD83-4F24-A9E3-1E63A5F203C0}"/>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04971D1D-A292-4E28-A39F-CCC93D15A559}"/>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F98AE691-7CC2-4E38-BEA5-DBA6A05A697D}"/>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BF3F7E4F-DDB2-442A-B857-0C349EEE3806}"/>
              </a:ext>
            </a:extLst>
          </p:cNvPr>
          <p:cNvPicPr>
            <a:picLocks xmlns:a="http://schemas.openxmlformats.org/drawingml/2006/main" noChangeAspect="1"/>
          </p:cNvPicPr>
          <p:nvPr/>
        </p:nvPicPr>
        <p:blipFill>
          <a:blip xmlns:r="http://schemas.openxmlformats.org/officeDocument/2006/relationships" xmlns:a="http://schemas.openxmlformats.org/drawingml/2006/main" r:embed="Rc5085454c3ad42d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defRPr sz="1350" b="0">
                <a:solidFill>
                  <a:srgbClr val="171717"/>
                </a:solidFill>
                <a:latin typeface="Arial"/>
                <a:ea typeface="Arial"/>
                <a:cs typeface="Arial"/>
              </a:defRPr>
            </a:lvl1pPr>
            <a:lvl2pPr algn="ctr">
              <a:defRPr sz="1350" b="0">
                <a:solidFill>
                  <a:srgbClr val="171717"/>
                </a:solidFill>
                <a:latin typeface="Arial"/>
                <a:ea typeface="Arial"/>
                <a:cs typeface="Arial"/>
              </a:defRPr>
            </a:lvl2pPr>
            <a:lvl3pPr algn="ctr">
              <a:defRPr sz="1350" b="0">
                <a:solidFill>
                  <a:srgbClr val="171717"/>
                </a:solidFill>
                <a:latin typeface="Arial"/>
                <a:ea typeface="Arial"/>
                <a:cs typeface="Arial"/>
              </a:defRPr>
            </a:lvl3pPr>
            <a:lvl4pPr algn="ctr">
              <a:defRPr sz="1350" b="0">
                <a:solidFill>
                  <a:srgbClr val="171717"/>
                </a:solidFill>
                <a:latin typeface="Arial"/>
                <a:ea typeface="Arial"/>
                <a:cs typeface="Arial"/>
              </a:defRPr>
            </a:lvl4pPr>
            <a:lvl5pPr algn="ctr">
              <a:defRPr sz="1350" b="0">
                <a:solidFill>
                  <a:srgbClr val="171717"/>
                </a:solidFill>
                <a:latin typeface="Arial"/>
                <a:ea typeface="Arial"/>
                <a:cs typeface="Arial"/>
              </a:defRPr>
            </a:lvl5pPr>
            <a:lvl6pPr algn="ctr">
              <a:defRPr sz="1350" b="0">
                <a:solidFill>
                  <a:srgbClr val="171717"/>
                </a:solidFill>
                <a:latin typeface="Arial"/>
                <a:ea typeface="Arial"/>
                <a:cs typeface="Arial"/>
              </a:defRPr>
            </a:lvl6pPr>
            <a:lvl7pPr algn="ctr">
              <a:defRPr sz="1350" b="0">
                <a:solidFill>
                  <a:srgbClr val="171717"/>
                </a:solidFill>
                <a:latin typeface="Arial"/>
                <a:ea typeface="Arial"/>
                <a:cs typeface="Arial"/>
              </a:defRPr>
            </a:lvl7pPr>
            <a:lvl8pPr algn="ctr">
              <a:defRPr sz="1350" b="0">
                <a:solidFill>
                  <a:srgbClr val="171717"/>
                </a:solidFill>
                <a:latin typeface="Arial"/>
                <a:ea typeface="Arial"/>
                <a:cs typeface="Arial"/>
              </a:defRPr>
            </a:lvl8pPr>
            <a:lvl9pPr algn="ctr">
              <a:defRPr sz="1350" b="0">
                <a:solidFill>
                  <a:srgbClr val="171717"/>
                </a:solidFill>
                <a:latin typeface="Arial"/>
                <a:ea typeface="Arial"/>
                <a:cs typeface="Arial"/>
              </a:defRPr>
            </a:lvl9pPr>
          </a:lstStyle>
          <a:p xmlns:a="http://schemas.openxmlformats.org/drawingml/2006/main">
            <a:pPr algn="ctr">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defRPr sz="1275" b="1">
                <a:solidFill>
                  <a:srgbClr val="19713C"/>
                </a:solidFill>
                <a:latin typeface="Arial"/>
                <a:ea typeface="Arial"/>
                <a:cs typeface="Arial"/>
              </a:defRPr>
            </a:lvl1pPr>
            <a:lvl2pPr algn="l">
              <a:defRPr sz="1275" b="1">
                <a:solidFill>
                  <a:srgbClr val="19713C"/>
                </a:solidFill>
                <a:latin typeface="Arial"/>
                <a:ea typeface="Arial"/>
                <a:cs typeface="Arial"/>
              </a:defRPr>
            </a:lvl2pPr>
            <a:lvl3pPr algn="l">
              <a:defRPr sz="1275" b="1">
                <a:solidFill>
                  <a:srgbClr val="19713C"/>
                </a:solidFill>
                <a:latin typeface="Arial"/>
                <a:ea typeface="Arial"/>
                <a:cs typeface="Arial"/>
              </a:defRPr>
            </a:lvl3pPr>
            <a:lvl4pPr algn="l">
              <a:defRPr sz="1275" b="1">
                <a:solidFill>
                  <a:srgbClr val="19713C"/>
                </a:solidFill>
                <a:latin typeface="Arial"/>
                <a:ea typeface="Arial"/>
                <a:cs typeface="Arial"/>
              </a:defRPr>
            </a:lvl4pPr>
            <a:lvl5pPr algn="l">
              <a:defRPr sz="1275" b="1">
                <a:solidFill>
                  <a:srgbClr val="19713C"/>
                </a:solidFill>
                <a:latin typeface="Arial"/>
                <a:ea typeface="Arial"/>
                <a:cs typeface="Arial"/>
              </a:defRPr>
            </a:lvl5pPr>
            <a:lvl6pPr algn="l">
              <a:defRPr sz="1275" b="1">
                <a:solidFill>
                  <a:srgbClr val="19713C"/>
                </a:solidFill>
                <a:latin typeface="Arial"/>
                <a:ea typeface="Arial"/>
                <a:cs typeface="Arial"/>
              </a:defRPr>
            </a:lvl6pPr>
            <a:lvl7pPr algn="l">
              <a:defRPr sz="1275" b="1">
                <a:solidFill>
                  <a:srgbClr val="19713C"/>
                </a:solidFill>
                <a:latin typeface="Arial"/>
                <a:ea typeface="Arial"/>
                <a:cs typeface="Arial"/>
              </a:defRPr>
            </a:lvl7pPr>
            <a:lvl8pPr algn="l">
              <a:defRPr sz="1275" b="1">
                <a:solidFill>
                  <a:srgbClr val="19713C"/>
                </a:solidFill>
                <a:latin typeface="Arial"/>
                <a:ea typeface="Arial"/>
                <a:cs typeface="Arial"/>
              </a:defRPr>
            </a:lvl8pPr>
            <a:lvl9pPr algn="l">
              <a:defRPr sz="1275" b="1">
                <a:solidFill>
                  <a:srgbClr val="19713C"/>
                </a:solidFill>
                <a:latin typeface="Arial"/>
                <a:ea typeface="Arial"/>
                <a:cs typeface="Arial"/>
              </a:defRPr>
            </a:lvl9pPr>
          </a:lstStyle>
          <a:p xmlns:a="http://schemas.openxmlformats.org/drawingml/2006/main">
            <a:pPr algn="l">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defRPr sz="1200" b="1">
                <a:solidFill>
                  <a:srgbClr val="9D5B00"/>
                </a:solidFill>
                <a:latin typeface="Arial"/>
                <a:ea typeface="Arial"/>
                <a:cs typeface="Arial"/>
              </a:defRPr>
            </a:lvl1pPr>
            <a:lvl2pPr algn="l">
              <a:defRPr sz="1200" b="1">
                <a:solidFill>
                  <a:srgbClr val="9D5B00"/>
                </a:solidFill>
                <a:latin typeface="Arial"/>
                <a:ea typeface="Arial"/>
                <a:cs typeface="Arial"/>
              </a:defRPr>
            </a:lvl2pPr>
            <a:lvl3pPr algn="l">
              <a:defRPr sz="1200" b="1">
                <a:solidFill>
                  <a:srgbClr val="9D5B00"/>
                </a:solidFill>
                <a:latin typeface="Arial"/>
                <a:ea typeface="Arial"/>
                <a:cs typeface="Arial"/>
              </a:defRPr>
            </a:lvl3pPr>
            <a:lvl4pPr algn="l">
              <a:defRPr sz="1200" b="1">
                <a:solidFill>
                  <a:srgbClr val="9D5B00"/>
                </a:solidFill>
                <a:latin typeface="Arial"/>
                <a:ea typeface="Arial"/>
                <a:cs typeface="Arial"/>
              </a:defRPr>
            </a:lvl4pPr>
            <a:lvl5pPr algn="l">
              <a:defRPr sz="1200" b="1">
                <a:solidFill>
                  <a:srgbClr val="9D5B00"/>
                </a:solidFill>
                <a:latin typeface="Arial"/>
                <a:ea typeface="Arial"/>
                <a:cs typeface="Arial"/>
              </a:defRPr>
            </a:lvl5pPr>
            <a:lvl6pPr algn="l">
              <a:defRPr sz="1200" b="1">
                <a:solidFill>
                  <a:srgbClr val="9D5B00"/>
                </a:solidFill>
                <a:latin typeface="Arial"/>
                <a:ea typeface="Arial"/>
                <a:cs typeface="Arial"/>
              </a:defRPr>
            </a:lvl6pPr>
            <a:lvl7pPr algn="l">
              <a:defRPr sz="1200" b="1">
                <a:solidFill>
                  <a:srgbClr val="9D5B00"/>
                </a:solidFill>
                <a:latin typeface="Arial"/>
                <a:ea typeface="Arial"/>
                <a:cs typeface="Arial"/>
              </a:defRPr>
            </a:lvl7pPr>
            <a:lvl8pPr algn="l">
              <a:defRPr sz="1200" b="1">
                <a:solidFill>
                  <a:srgbClr val="9D5B00"/>
                </a:solidFill>
                <a:latin typeface="Arial"/>
                <a:ea typeface="Arial"/>
                <a:cs typeface="Arial"/>
              </a:defRPr>
            </a:lvl8pPr>
            <a:lvl9pPr algn="l">
              <a:defRPr sz="1200" b="1">
                <a:solidFill>
                  <a:srgbClr val="9D5B00"/>
                </a:solidFill>
                <a:latin typeface="Arial"/>
                <a:ea typeface="Arial"/>
                <a:cs typeface="Arial"/>
              </a:defRPr>
            </a:lvl9pPr>
          </a:lstStyle>
          <a:p xmlns:a="http://schemas.openxmlformats.org/drawingml/2006/main">
            <a:pPr algn="l">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defRPr sz="1725" b="1">
                <a:solidFill>
                  <a:srgbClr val="202C61"/>
                </a:solidFill>
                <a:latin typeface="Raleway"/>
                <a:ea typeface="Raleway"/>
                <a:cs typeface="Raleway"/>
              </a:defRPr>
            </a:lvl1pPr>
            <a:lvl2pPr algn="l">
              <a:defRPr sz="1725" b="1">
                <a:solidFill>
                  <a:srgbClr val="202C61"/>
                </a:solidFill>
                <a:latin typeface="Raleway"/>
                <a:ea typeface="Raleway"/>
                <a:cs typeface="Raleway"/>
              </a:defRPr>
            </a:lvl2pPr>
            <a:lvl3pPr algn="l">
              <a:defRPr sz="1725" b="1">
                <a:solidFill>
                  <a:srgbClr val="202C61"/>
                </a:solidFill>
                <a:latin typeface="Raleway"/>
                <a:ea typeface="Raleway"/>
                <a:cs typeface="Raleway"/>
              </a:defRPr>
            </a:lvl3pPr>
            <a:lvl4pPr algn="l">
              <a:defRPr sz="1725" b="1">
                <a:solidFill>
                  <a:srgbClr val="202C61"/>
                </a:solidFill>
                <a:latin typeface="Raleway"/>
                <a:ea typeface="Raleway"/>
                <a:cs typeface="Raleway"/>
              </a:defRPr>
            </a:lvl4pPr>
            <a:lvl5pPr algn="l">
              <a:defRPr sz="1725" b="1">
                <a:solidFill>
                  <a:srgbClr val="202C61"/>
                </a:solidFill>
                <a:latin typeface="Raleway"/>
                <a:ea typeface="Raleway"/>
                <a:cs typeface="Raleway"/>
              </a:defRPr>
            </a:lvl5pPr>
            <a:lvl6pPr algn="l">
              <a:defRPr sz="1725" b="1">
                <a:solidFill>
                  <a:srgbClr val="202C61"/>
                </a:solidFill>
                <a:latin typeface="Raleway"/>
                <a:ea typeface="Raleway"/>
                <a:cs typeface="Raleway"/>
              </a:defRPr>
            </a:lvl6pPr>
            <a:lvl7pPr algn="l">
              <a:defRPr sz="1725" b="1">
                <a:solidFill>
                  <a:srgbClr val="202C61"/>
                </a:solidFill>
                <a:latin typeface="Raleway"/>
                <a:ea typeface="Raleway"/>
                <a:cs typeface="Raleway"/>
              </a:defRPr>
            </a:lvl7pPr>
            <a:lvl8pPr algn="l">
              <a:defRPr sz="1725" b="1">
                <a:solidFill>
                  <a:srgbClr val="202C61"/>
                </a:solidFill>
                <a:latin typeface="Raleway"/>
                <a:ea typeface="Raleway"/>
                <a:cs typeface="Raleway"/>
              </a:defRPr>
            </a:lvl8pPr>
            <a:lvl9pPr algn="l">
              <a:defRPr sz="1725" b="1">
                <a:solidFill>
                  <a:srgbClr val="202C61"/>
                </a:solidFill>
                <a:latin typeface="Raleway"/>
                <a:ea typeface="Raleway"/>
                <a:cs typeface="Raleway"/>
              </a:defRPr>
            </a:lvl9pPr>
          </a:lstStyle>
          <a:p xmlns:a="http://schemas.openxmlformats.org/drawingml/2006/main">
            <a:pPr algn="l">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defRPr sz="1650" b="1">
                <a:solidFill>
                  <a:srgbClr val="9D5B00"/>
                </a:solidFill>
                <a:latin typeface="Arial"/>
                <a:ea typeface="Arial"/>
                <a:cs typeface="Arial"/>
              </a:defRPr>
            </a:lvl1pPr>
            <a:lvl2pPr algn="l">
              <a:defRPr sz="1650" b="1">
                <a:solidFill>
                  <a:srgbClr val="9D5B00"/>
                </a:solidFill>
                <a:latin typeface="Arial"/>
                <a:ea typeface="Arial"/>
                <a:cs typeface="Arial"/>
              </a:defRPr>
            </a:lvl2pPr>
            <a:lvl3pPr algn="l">
              <a:defRPr sz="1650" b="1">
                <a:solidFill>
                  <a:srgbClr val="9D5B00"/>
                </a:solidFill>
                <a:latin typeface="Arial"/>
                <a:ea typeface="Arial"/>
                <a:cs typeface="Arial"/>
              </a:defRPr>
            </a:lvl3pPr>
            <a:lvl4pPr algn="l">
              <a:defRPr sz="1650" b="1">
                <a:solidFill>
                  <a:srgbClr val="9D5B00"/>
                </a:solidFill>
                <a:latin typeface="Arial"/>
                <a:ea typeface="Arial"/>
                <a:cs typeface="Arial"/>
              </a:defRPr>
            </a:lvl4pPr>
            <a:lvl5pPr algn="l">
              <a:defRPr sz="1650" b="1">
                <a:solidFill>
                  <a:srgbClr val="9D5B00"/>
                </a:solidFill>
                <a:latin typeface="Arial"/>
                <a:ea typeface="Arial"/>
                <a:cs typeface="Arial"/>
              </a:defRPr>
            </a:lvl5pPr>
            <a:lvl6pPr algn="l">
              <a:defRPr sz="1650" b="1">
                <a:solidFill>
                  <a:srgbClr val="9D5B00"/>
                </a:solidFill>
                <a:latin typeface="Arial"/>
                <a:ea typeface="Arial"/>
                <a:cs typeface="Arial"/>
              </a:defRPr>
            </a:lvl6pPr>
            <a:lvl7pPr algn="l">
              <a:defRPr sz="1650" b="1">
                <a:solidFill>
                  <a:srgbClr val="9D5B00"/>
                </a:solidFill>
                <a:latin typeface="Arial"/>
                <a:ea typeface="Arial"/>
                <a:cs typeface="Arial"/>
              </a:defRPr>
            </a:lvl7pPr>
            <a:lvl8pPr algn="l">
              <a:defRPr sz="1650" b="1">
                <a:solidFill>
                  <a:srgbClr val="9D5B00"/>
                </a:solidFill>
                <a:latin typeface="Arial"/>
                <a:ea typeface="Arial"/>
                <a:cs typeface="Arial"/>
              </a:defRPr>
            </a:lvl8pPr>
            <a:lvl9pPr algn="l">
              <a:defRPr sz="1650" b="1">
                <a:solidFill>
                  <a:srgbClr val="9D5B00"/>
                </a:solidFill>
                <a:latin typeface="Arial"/>
                <a:ea typeface="Arial"/>
                <a:cs typeface="Arial"/>
              </a:defRPr>
            </a:lvl9pPr>
          </a:lstStyle>
          <a:p xmlns:a="http://schemas.openxmlformats.org/drawingml/2006/main">
            <a:pPr algn="l">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defRPr sz="1650" b="1">
                <a:solidFill>
                  <a:srgbClr val="19713C"/>
                </a:solidFill>
                <a:latin typeface="Arial"/>
                <a:ea typeface="Arial"/>
                <a:cs typeface="Arial"/>
              </a:defRPr>
            </a:lvl1pPr>
            <a:lvl2pPr algn="l">
              <a:defRPr sz="1650" b="1">
                <a:solidFill>
                  <a:srgbClr val="19713C"/>
                </a:solidFill>
                <a:latin typeface="Arial"/>
                <a:ea typeface="Arial"/>
                <a:cs typeface="Arial"/>
              </a:defRPr>
            </a:lvl2pPr>
            <a:lvl3pPr algn="l">
              <a:defRPr sz="1650" b="1">
                <a:solidFill>
                  <a:srgbClr val="19713C"/>
                </a:solidFill>
                <a:latin typeface="Arial"/>
                <a:ea typeface="Arial"/>
                <a:cs typeface="Arial"/>
              </a:defRPr>
            </a:lvl3pPr>
            <a:lvl4pPr algn="l">
              <a:defRPr sz="1650" b="1">
                <a:solidFill>
                  <a:srgbClr val="19713C"/>
                </a:solidFill>
                <a:latin typeface="Arial"/>
                <a:ea typeface="Arial"/>
                <a:cs typeface="Arial"/>
              </a:defRPr>
            </a:lvl4pPr>
            <a:lvl5pPr algn="l">
              <a:defRPr sz="1650" b="1">
                <a:solidFill>
                  <a:srgbClr val="19713C"/>
                </a:solidFill>
                <a:latin typeface="Arial"/>
                <a:ea typeface="Arial"/>
                <a:cs typeface="Arial"/>
              </a:defRPr>
            </a:lvl5pPr>
            <a:lvl6pPr algn="l">
              <a:defRPr sz="1650" b="1">
                <a:solidFill>
                  <a:srgbClr val="19713C"/>
                </a:solidFill>
                <a:latin typeface="Arial"/>
                <a:ea typeface="Arial"/>
                <a:cs typeface="Arial"/>
              </a:defRPr>
            </a:lvl6pPr>
            <a:lvl7pPr algn="l">
              <a:defRPr sz="1650" b="1">
                <a:solidFill>
                  <a:srgbClr val="19713C"/>
                </a:solidFill>
                <a:latin typeface="Arial"/>
                <a:ea typeface="Arial"/>
                <a:cs typeface="Arial"/>
              </a:defRPr>
            </a:lvl7pPr>
            <a:lvl8pPr algn="l">
              <a:defRPr sz="1650" b="1">
                <a:solidFill>
                  <a:srgbClr val="19713C"/>
                </a:solidFill>
                <a:latin typeface="Arial"/>
                <a:ea typeface="Arial"/>
                <a:cs typeface="Arial"/>
              </a:defRPr>
            </a:lvl8pPr>
            <a:lvl9pPr algn="l">
              <a:defRPr sz="1650" b="1">
                <a:solidFill>
                  <a:srgbClr val="19713C"/>
                </a:solidFill>
                <a:latin typeface="Arial"/>
                <a:ea typeface="Arial"/>
                <a:cs typeface="Arial"/>
              </a:defRPr>
            </a:lvl9pPr>
          </a:lstStyle>
          <a:p xmlns:a="http://schemas.openxmlformats.org/drawingml/2006/main">
            <a:pPr algn="l">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defRPr sz="1200" b="0">
                <a:solidFill>
                  <a:srgbClr val="595959"/>
                </a:solidFill>
                <a:latin typeface="Arial"/>
                <a:ea typeface="Arial"/>
                <a:cs typeface="Arial"/>
              </a:defRPr>
            </a:lvl1pPr>
            <a:lvl2pPr algn="ctr">
              <a:defRPr sz="1200" b="0">
                <a:solidFill>
                  <a:srgbClr val="595959"/>
                </a:solidFill>
                <a:latin typeface="Arial"/>
                <a:ea typeface="Arial"/>
                <a:cs typeface="Arial"/>
              </a:defRPr>
            </a:lvl2pPr>
            <a:lvl3pPr algn="ctr">
              <a:defRPr sz="1200" b="0">
                <a:solidFill>
                  <a:srgbClr val="595959"/>
                </a:solidFill>
                <a:latin typeface="Arial"/>
                <a:ea typeface="Arial"/>
                <a:cs typeface="Arial"/>
              </a:defRPr>
            </a:lvl3pPr>
            <a:lvl4pPr algn="ctr">
              <a:defRPr sz="1200" b="0">
                <a:solidFill>
                  <a:srgbClr val="595959"/>
                </a:solidFill>
                <a:latin typeface="Arial"/>
                <a:ea typeface="Arial"/>
                <a:cs typeface="Arial"/>
              </a:defRPr>
            </a:lvl4pPr>
            <a:lvl5pPr algn="ctr">
              <a:defRPr sz="1200" b="0">
                <a:solidFill>
                  <a:srgbClr val="595959"/>
                </a:solidFill>
                <a:latin typeface="Arial"/>
                <a:ea typeface="Arial"/>
                <a:cs typeface="Arial"/>
              </a:defRPr>
            </a:lvl5pPr>
            <a:lvl6pPr algn="ctr">
              <a:defRPr sz="1200" b="0">
                <a:solidFill>
                  <a:srgbClr val="595959"/>
                </a:solidFill>
                <a:latin typeface="Arial"/>
                <a:ea typeface="Arial"/>
                <a:cs typeface="Arial"/>
              </a:defRPr>
            </a:lvl6pPr>
            <a:lvl7pPr algn="ctr">
              <a:defRPr sz="1200" b="0">
                <a:solidFill>
                  <a:srgbClr val="595959"/>
                </a:solidFill>
                <a:latin typeface="Arial"/>
                <a:ea typeface="Arial"/>
                <a:cs typeface="Arial"/>
              </a:defRPr>
            </a:lvl7pPr>
            <a:lvl8pPr algn="ctr">
              <a:defRPr sz="1200" b="0">
                <a:solidFill>
                  <a:srgbClr val="595959"/>
                </a:solidFill>
                <a:latin typeface="Arial"/>
                <a:ea typeface="Arial"/>
                <a:cs typeface="Arial"/>
              </a:defRPr>
            </a:lvl8pPr>
            <a:lvl9pPr algn="ctr">
              <a:defRPr sz="1200" b="0">
                <a:solidFill>
                  <a:srgbClr val="595959"/>
                </a:solidFill>
                <a:latin typeface="Arial"/>
                <a:ea typeface="Arial"/>
                <a:cs typeface="Arial"/>
              </a:defRPr>
            </a:lvl9pPr>
          </a:lstStyle>
          <a:p xmlns:a="http://schemas.openxmlformats.org/drawingml/2006/main">
            <a:pPr algn="ctr">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defRPr sz="1200" b="0">
                <a:solidFill>
                  <a:srgbClr val="595959"/>
                </a:solidFill>
                <a:latin typeface="Arial"/>
                <a:ea typeface="Arial"/>
                <a:cs typeface="Arial"/>
              </a:defRPr>
            </a:lvl1pPr>
            <a:lvl2pPr algn="ctr">
              <a:defRPr sz="1200" b="0">
                <a:solidFill>
                  <a:srgbClr val="595959"/>
                </a:solidFill>
                <a:latin typeface="Arial"/>
                <a:ea typeface="Arial"/>
                <a:cs typeface="Arial"/>
              </a:defRPr>
            </a:lvl2pPr>
            <a:lvl3pPr algn="ctr">
              <a:defRPr sz="1200" b="0">
                <a:solidFill>
                  <a:srgbClr val="595959"/>
                </a:solidFill>
                <a:latin typeface="Arial"/>
                <a:ea typeface="Arial"/>
                <a:cs typeface="Arial"/>
              </a:defRPr>
            </a:lvl3pPr>
            <a:lvl4pPr algn="ctr">
              <a:defRPr sz="1200" b="0">
                <a:solidFill>
                  <a:srgbClr val="595959"/>
                </a:solidFill>
                <a:latin typeface="Arial"/>
                <a:ea typeface="Arial"/>
                <a:cs typeface="Arial"/>
              </a:defRPr>
            </a:lvl4pPr>
            <a:lvl5pPr algn="ctr">
              <a:defRPr sz="1200" b="0">
                <a:solidFill>
                  <a:srgbClr val="595959"/>
                </a:solidFill>
                <a:latin typeface="Arial"/>
                <a:ea typeface="Arial"/>
                <a:cs typeface="Arial"/>
              </a:defRPr>
            </a:lvl5pPr>
            <a:lvl6pPr algn="ctr">
              <a:defRPr sz="1200" b="0">
                <a:solidFill>
                  <a:srgbClr val="595959"/>
                </a:solidFill>
                <a:latin typeface="Arial"/>
                <a:ea typeface="Arial"/>
                <a:cs typeface="Arial"/>
              </a:defRPr>
            </a:lvl6pPr>
            <a:lvl7pPr algn="ctr">
              <a:defRPr sz="1200" b="0">
                <a:solidFill>
                  <a:srgbClr val="595959"/>
                </a:solidFill>
                <a:latin typeface="Arial"/>
                <a:ea typeface="Arial"/>
                <a:cs typeface="Arial"/>
              </a:defRPr>
            </a:lvl7pPr>
            <a:lvl8pPr algn="ctr">
              <a:defRPr sz="1200" b="0">
                <a:solidFill>
                  <a:srgbClr val="595959"/>
                </a:solidFill>
                <a:latin typeface="Arial"/>
                <a:ea typeface="Arial"/>
                <a:cs typeface="Arial"/>
              </a:defRPr>
            </a:lvl8pPr>
            <a:lvl9pPr algn="ctr">
              <a:defRPr sz="1200" b="0">
                <a:solidFill>
                  <a:srgbClr val="595959"/>
                </a:solidFill>
                <a:latin typeface="Arial"/>
                <a:ea typeface="Arial"/>
                <a:cs typeface="Arial"/>
              </a:defRPr>
            </a:lvl9pPr>
          </a:lstStyle>
          <a:p xmlns:a="http://schemas.openxmlformats.org/drawingml/2006/main">
            <a:pPr algn="ctr">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A73CCF93-2BC7-4376-8F47-93C243A825B9}"/>
              </a:ext>
            </a:extLst>
          </p:cNvPr>
          <p:cNvPicPr>
            <a:picLocks xmlns:a="http://schemas.openxmlformats.org/drawingml/2006/main" noChangeAspect="1"/>
          </p:cNvPicPr>
          <p:nvPr/>
        </p:nvPicPr>
        <p:blipFill>
          <a:blip xmlns:r="http://schemas.openxmlformats.org/officeDocument/2006/relationships" xmlns:a="http://schemas.openxmlformats.org/drawingml/2006/main" r:embed="R6769278fc5f1412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63C34632-2B7F-4F33-A2A8-7DDB6CE80B51}"/>
              </a:ext>
            </a:extLst>
          </p:cNvPr>
          <p:cNvPicPr>
            <a:picLocks xmlns:a="http://schemas.openxmlformats.org/drawingml/2006/main" noChangeAspect="1"/>
          </p:cNvPicPr>
          <p:nvPr/>
        </p:nvPicPr>
        <p:blipFill>
          <a:blip xmlns:r="http://schemas.openxmlformats.org/officeDocument/2006/relationships" xmlns:a="http://schemas.openxmlformats.org/drawingml/2006/main" r:embed="R973b93df8c23462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2026-10-27T14:33:10.0460000Z</dcterms:created>
  <dcterms:modified xsi:type="dcterms:W3CDTF">2026-10-27T14:33:10.0460000Z</dcterms:modified>
</coreProperties>
</file>