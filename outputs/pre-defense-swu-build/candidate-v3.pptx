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7ea2cf7b094836" /><Relationship Type="http://schemas.openxmlformats.org/officeDocument/2006/relationships/extended-properties" Target="/docProps/app.xml" Id="R141ce303ba3e48f7" /><Relationship Type="http://schemas.openxmlformats.org/officeDocument/2006/relationships/officeDocument" Target="/ppt/presentation.xml" Id="Rbc5e5cad685b478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1a0dd32d8094519"/>
  </p:sldMasterIdLst>
  <p:notesMasterIdLst>
    <p:notesMasterId xmlns:r="http://schemas.openxmlformats.org/officeDocument/2006/relationships" r:id="R1ef9e1c7d4454d26"/>
  </p:notesMasterIdLst>
  <p:sldIdLst>
    <p:sldId xmlns:r="http://schemas.openxmlformats.org/officeDocument/2006/relationships" id="256" r:id="Rdbfd9f76a8854f73"/>
    <p:sldId xmlns:r="http://schemas.openxmlformats.org/officeDocument/2006/relationships" id="257" r:id="R0f6e2a4186e244ee"/>
    <p:sldId xmlns:r="http://schemas.openxmlformats.org/officeDocument/2006/relationships" id="258" r:id="Rdc452df9d07c4998"/>
    <p:sldId xmlns:r="http://schemas.openxmlformats.org/officeDocument/2006/relationships" id="259" r:id="Rc1ebb52a31dd4f51"/>
    <p:sldId xmlns:r="http://schemas.openxmlformats.org/officeDocument/2006/relationships" id="260" r:id="R6d694d39eae34235"/>
    <p:sldId xmlns:r="http://schemas.openxmlformats.org/officeDocument/2006/relationships" id="261" r:id="R96dfcb5cf83a4188"/>
    <p:sldId xmlns:r="http://schemas.openxmlformats.org/officeDocument/2006/relationships" id="262" r:id="R5bc44558b3ea4f42"/>
    <p:sldId xmlns:r="http://schemas.openxmlformats.org/officeDocument/2006/relationships" id="263" r:id="Rf4c1f606fbfa4dc8"/>
    <p:sldId xmlns:r="http://schemas.openxmlformats.org/officeDocument/2006/relationships" id="264" r:id="R031020b8333e401d"/>
    <p:sldId xmlns:r="http://schemas.openxmlformats.org/officeDocument/2006/relationships" id="265" r:id="Rea6faf49e76c4533"/>
    <p:sldId xmlns:r="http://schemas.openxmlformats.org/officeDocument/2006/relationships" id="266" r:id="R819726aeaa52414a"/>
    <p:sldId xmlns:r="http://schemas.openxmlformats.org/officeDocument/2006/relationships" id="267" r:id="R78c217c4b59f40e0"/>
    <p:sldId xmlns:r="http://schemas.openxmlformats.org/officeDocument/2006/relationships" id="268" r:id="R7af4ca0e5b8149d4"/>
    <p:sldId xmlns:r="http://schemas.openxmlformats.org/officeDocument/2006/relationships" id="269" r:id="R31bdaf9e25a447af"/>
    <p:sldId xmlns:r="http://schemas.openxmlformats.org/officeDocument/2006/relationships" id="270" r:id="R04a9c48fa76d451c"/>
    <p:sldId xmlns:r="http://schemas.openxmlformats.org/officeDocument/2006/relationships" id="271" r:id="R1a50155ca5f148f1"/>
    <p:sldId xmlns:r="http://schemas.openxmlformats.org/officeDocument/2006/relationships" id="272" r:id="R3c915d6f81c4492a"/>
  </p:sldIdLst>
  <p:sldSz cx="9144000" cy="5143500"/>
  <p:notesSz cx="6858000" cy="9144000"/>
  <p:embeddedFontLst>
    <p:embeddedFont>
      <p:font typeface="Raleway"/>
      <p:regular xmlns:r="http://schemas.openxmlformats.org/officeDocument/2006/relationships" r:id="R79ea6515463e4ca0"/>
      <p:bold xmlns:r="http://schemas.openxmlformats.org/officeDocument/2006/relationships" r:id="R208b61de6f6642cc"/>
      <p:italic xmlns:r="http://schemas.openxmlformats.org/officeDocument/2006/relationships" r:id="Rfef0166f4e9a46da"/>
      <p:boldItalic xmlns:r="http://schemas.openxmlformats.org/officeDocument/2006/relationships" r:id="R9e32554c53a14fc6"/>
    </p:embeddedFont>
    <p:embeddedFont>
      <p:font typeface="Lato"/>
      <p:regular xmlns:r="http://schemas.openxmlformats.org/officeDocument/2006/relationships" r:id="R46288eebdc1c4ccd"/>
      <p:bold xmlns:r="http://schemas.openxmlformats.org/officeDocument/2006/relationships" r:id="R1a71d3280e604990"/>
      <p:italic xmlns:r="http://schemas.openxmlformats.org/officeDocument/2006/relationships" r:id="Rb132fceaab6a4fba"/>
      <p:boldItalic xmlns:r="http://schemas.openxmlformats.org/officeDocument/2006/relationships" r:id="R9768119c703a4318"/>
    </p:embeddedFont>
    <p:embeddedFont>
      <p:font typeface="Open Sans"/>
      <p:regular xmlns:r="http://schemas.openxmlformats.org/officeDocument/2006/relationships" r:id="Rb99f2293bd3c44d7"/>
      <p:bold xmlns:r="http://schemas.openxmlformats.org/officeDocument/2006/relationships" r:id="Rb401694fa882421b"/>
      <p:italic xmlns:r="http://schemas.openxmlformats.org/officeDocument/2006/relationships" r:id="Re46c48a13c434352"/>
      <p:boldItalic xmlns:r="http://schemas.openxmlformats.org/officeDocument/2006/relationships" r:id="R516a5a9cb9db4290"/>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7938E3-529E-4631-9AF0-4512DD22AB8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1abd8390f61f4168" /><Relationship Type="http://schemas.openxmlformats.org/officeDocument/2006/relationships/slideMaster" Target="/ppt/slideMasters/slideMaster1.xml" Id="R31a0dd32d8094519" /><Relationship Type="http://schemas.openxmlformats.org/officeDocument/2006/relationships/notesMaster" Target="/ppt/notesMasters/notesMaster1.xml" Id="R1ef9e1c7d4454d26" /><Relationship Type="http://schemas.openxmlformats.org/officeDocument/2006/relationships/presProps" Target="/ppt/presProps.xml" Id="R500ac5c23e684ed0" /><Relationship Type="http://schemas.openxmlformats.org/officeDocument/2006/relationships/viewProps" Target="/ppt/viewProps.xml" Id="R6400fd39e6a54bf7" /><Relationship Type="http://schemas.openxmlformats.org/officeDocument/2006/relationships/tableStyles" Target="/ppt/tableStyles.xml" Id="R3e46fb9cefbb406c" /><Relationship Type="http://schemas.openxmlformats.org/officeDocument/2006/relationships/font" Target="/ppt/fonts/font.dat" Id="R79ea6515463e4ca0" /><Relationship Type="http://schemas.openxmlformats.org/officeDocument/2006/relationships/font" Target="/ppt/fonts/font2.dat" Id="R208b61de6f6642cc" /><Relationship Type="http://schemas.openxmlformats.org/officeDocument/2006/relationships/font" Target="/ppt/fonts/font3.dat" Id="Rfef0166f4e9a46da" /><Relationship Type="http://schemas.openxmlformats.org/officeDocument/2006/relationships/font" Target="/ppt/fonts/font4.dat" Id="R9e32554c53a14fc6" /><Relationship Type="http://schemas.openxmlformats.org/officeDocument/2006/relationships/font" Target="/ppt/fonts/font5.dat" Id="R46288eebdc1c4ccd" /><Relationship Type="http://schemas.openxmlformats.org/officeDocument/2006/relationships/font" Target="/ppt/fonts/font6.dat" Id="R1a71d3280e604990" /><Relationship Type="http://schemas.openxmlformats.org/officeDocument/2006/relationships/font" Target="/ppt/fonts/font7.dat" Id="Rb132fceaab6a4fba" /><Relationship Type="http://schemas.openxmlformats.org/officeDocument/2006/relationships/font" Target="/ppt/fonts/font8.dat" Id="R9768119c703a4318" /><Relationship Type="http://schemas.openxmlformats.org/officeDocument/2006/relationships/font" Target="/ppt/fonts/font9.dat" Id="Rb99f2293bd3c44d7" /><Relationship Type="http://schemas.openxmlformats.org/officeDocument/2006/relationships/font" Target="/ppt/fonts/font10.dat" Id="Rb401694fa882421b" /><Relationship Type="http://schemas.openxmlformats.org/officeDocument/2006/relationships/font" Target="/ppt/fonts/font11.dat" Id="Re46c48a13c434352" /><Relationship Type="http://schemas.openxmlformats.org/officeDocument/2006/relationships/font" Target="/ppt/fonts/font12.dat" Id="R516a5a9cb9db4290" /><Relationship Type="http://schemas.openxmlformats.org/officeDocument/2006/relationships/slide" Target="/ppt/slides/slide1.xml" Id="Rdbfd9f76a8854f73" /><Relationship Type="http://schemas.openxmlformats.org/officeDocument/2006/relationships/slide" Target="/ppt/slides/slide2.xml" Id="R0f6e2a4186e244ee" /><Relationship Type="http://schemas.openxmlformats.org/officeDocument/2006/relationships/slide" Target="/ppt/slides/slide3.xml" Id="Rdc452df9d07c4998" /><Relationship Type="http://schemas.openxmlformats.org/officeDocument/2006/relationships/slide" Target="/ppt/slides/slide4.xml" Id="Rc1ebb52a31dd4f51" /><Relationship Type="http://schemas.openxmlformats.org/officeDocument/2006/relationships/slide" Target="/ppt/slides/slide5.xml" Id="R6d694d39eae34235" /><Relationship Type="http://schemas.openxmlformats.org/officeDocument/2006/relationships/slide" Target="/ppt/slides/slide6.xml" Id="R96dfcb5cf83a4188" /><Relationship Type="http://schemas.openxmlformats.org/officeDocument/2006/relationships/slide" Target="/ppt/slides/slide7.xml" Id="R5bc44558b3ea4f42" /><Relationship Type="http://schemas.openxmlformats.org/officeDocument/2006/relationships/slide" Target="/ppt/slides/slide8.xml" Id="Rf4c1f606fbfa4dc8" /><Relationship Type="http://schemas.openxmlformats.org/officeDocument/2006/relationships/slide" Target="/ppt/slides/slide9.xml" Id="R031020b8333e401d" /><Relationship Type="http://schemas.openxmlformats.org/officeDocument/2006/relationships/slide" Target="/ppt/slides/slide10.xml" Id="Rea6faf49e76c4533" /><Relationship Type="http://schemas.openxmlformats.org/officeDocument/2006/relationships/slide" Target="/ppt/slides/slide11.xml" Id="R819726aeaa52414a" /><Relationship Type="http://schemas.openxmlformats.org/officeDocument/2006/relationships/slide" Target="/ppt/slides/slide12.xml" Id="R78c217c4b59f40e0" /><Relationship Type="http://schemas.openxmlformats.org/officeDocument/2006/relationships/slide" Target="/ppt/slides/slide13.xml" Id="R7af4ca0e5b8149d4" /><Relationship Type="http://schemas.openxmlformats.org/officeDocument/2006/relationships/slide" Target="/ppt/slides/slide14.xml" Id="R31bdaf9e25a447af" /><Relationship Type="http://schemas.openxmlformats.org/officeDocument/2006/relationships/slide" Target="/ppt/slides/slide15.xml" Id="R04a9c48fa76d451c" /><Relationship Type="http://schemas.openxmlformats.org/officeDocument/2006/relationships/slide" Target="/ppt/slides/slide16.xml" Id="R1a50155ca5f148f1" /><Relationship Type="http://schemas.openxmlformats.org/officeDocument/2006/relationships/slide" Target="/ppt/slides/slide17.xml" Id="R3c915d6f81c449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786524913149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ad842cf3bd4c60" /><Relationship Type="http://schemas.openxmlformats.org/officeDocument/2006/relationships/notesMaster" Target="/ppt/notesMasters/notesMaster1.xml" Id="R283b285a78094e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e902fe432146b7" /><Relationship Type="http://schemas.openxmlformats.org/officeDocument/2006/relationships/notesMaster" Target="/ppt/notesMasters/notesMaster1.xml" Id="R1b2d8ff10a094b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65834fd99374d1a" /><Relationship Type="http://schemas.openxmlformats.org/officeDocument/2006/relationships/notesMaster" Target="/ppt/notesMasters/notesMaster1.xml" Id="Rdafee75244554c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80e196a20e4738" /><Relationship Type="http://schemas.openxmlformats.org/officeDocument/2006/relationships/notesMaster" Target="/ppt/notesMasters/notesMaster1.xml" Id="Rcb1d4ec365b642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0a4447bcd4440e" /><Relationship Type="http://schemas.openxmlformats.org/officeDocument/2006/relationships/notesMaster" Target="/ppt/notesMasters/notesMaster1.xml" Id="R988978d0532042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c0cb6672bf44b0" /><Relationship Type="http://schemas.openxmlformats.org/officeDocument/2006/relationships/notesMaster" Target="/ppt/notesMasters/notesMaster1.xml" Id="R3cd1bba07d8145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825242b0e9450b" /><Relationship Type="http://schemas.openxmlformats.org/officeDocument/2006/relationships/notesMaster" Target="/ppt/notesMasters/notesMaster1.xml" Id="R839f0fb90e4647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be7892fede438c" /><Relationship Type="http://schemas.openxmlformats.org/officeDocument/2006/relationships/notesMaster" Target="/ppt/notesMasters/notesMaster1.xml" Id="R5bbaea6e7d7343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31816853614075" /><Relationship Type="http://schemas.openxmlformats.org/officeDocument/2006/relationships/notesMaster" Target="/ppt/notesMasters/notesMaster1.xml" Id="Rf9b289db68c042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afb45fcb4f4650" /><Relationship Type="http://schemas.openxmlformats.org/officeDocument/2006/relationships/notesMaster" Target="/ppt/notesMasters/notesMaster1.xml" Id="Rdcaee0fb0be443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8eae73a4b8d4167" /><Relationship Type="http://schemas.openxmlformats.org/officeDocument/2006/relationships/notesMaster" Target="/ppt/notesMasters/notesMaster1.xml" Id="Rccb35e57d83f4e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62bb5781b34836" /><Relationship Type="http://schemas.openxmlformats.org/officeDocument/2006/relationships/notesMaster" Target="/ppt/notesMasters/notesMaster1.xml" Id="R2460e19c60ae41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5f9caf3a174e52" /><Relationship Type="http://schemas.openxmlformats.org/officeDocument/2006/relationships/notesMaster" Target="/ppt/notesMasters/notesMaster1.xml" Id="Rf82325fcad8b43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671d3a930f43c4" /><Relationship Type="http://schemas.openxmlformats.org/officeDocument/2006/relationships/notesMaster" Target="/ppt/notesMasters/notesMaster1.xml" Id="Rce47a8e448534d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79fe05f65d642a2" /><Relationship Type="http://schemas.openxmlformats.org/officeDocument/2006/relationships/notesMaster" Target="/ppt/notesMasters/notesMaster1.xml" Id="Rc77524d2c2be476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f69ed9e18e4088" /><Relationship Type="http://schemas.openxmlformats.org/officeDocument/2006/relationships/notesMaster" Target="/ppt/notesMasters/notesMaster1.xml" Id="R9bace7a9bcad4e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aa73eda75d44cf" /><Relationship Type="http://schemas.openxmlformats.org/officeDocument/2006/relationships/notesMaster" Target="/ppt/notesMasters/notesMaster1.xml" Id="R54c6bb7efed24c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title page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Final defense SWU 002.pptx, agenda and slide order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manuscript describes small businesses that use separate records for sales, stock, and reconciliation. A sale can be written in one place while the inventory record still waits for an update. The scenario on this slide is illustrative: staff record a sale, stock information remains unchanged until later encoding, and the owner compares several records before deciding what to order. It summarizes the kind of fragmentation discussed in Chapters 1 and 4. It is not a new respondent account or a measurement of Kodigo’s performance. The design problem is how to connect the transaction and stock records so that later reports use a consistent recorded basis.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Chapters 1 and 4</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endParaRP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README.md, intended users and capabilities</a:t>
            </a:r>
            <a:endParaRPr/>
          </a:p>
          <a:p xmlns:a="http://schemas.openxmlformats.org/drawingml/2006/main">
            <a:pPr marL="457200" lvl="0" indent="-228600" algn="l">
              <a:lnSpc>
                <a:spcPct val="100000"/>
              </a:lnSpc>
              <a:spcBef>
                <a:spcPts val="0"/>
              </a:spcBef>
              <a:spcAft>
                <a:spcPts val="0"/>
              </a:spcAft>
              <a:buSzPts val="1100"/>
              <a:buNone/>
            </a:pPr>
            <a:r>
              <a:t>- kodigo-ui/src/App.tsx</a:t>
            </a:r>
            <a:endParaRP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endParaRP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endParaRPr/>
          </a:p>
          <a:p xmlns:a="http://schemas.openxmlformats.org/drawingml/2006/main">
            <a:pPr marL="457200" lvl="0" indent="-228600" algn="l">
              <a:lnSpc>
                <a:spcPct val="100000"/>
              </a:lnSpc>
              <a:spcBef>
                <a:spcPts val="0"/>
              </a:spcBef>
              <a:spcAft>
                <a:spcPts val="0"/>
              </a:spcAft>
              <a:buSzPts val="1100"/>
              <a:buNone/>
            </a:pPr>
            <a:r>
              <a:t>- kodigo-ui/src/pages/ReportsPage.tsx</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framework begins with authorized users and configured retail information. Kodigo processes sales, inventory changes, and purchasing information, then produces recorded transactions, stock history, and operational reports. Admin, Cashier, and Inventory participate in store operations according to their permissions. Super Admin handles invite-code governance separately. Supplier records are entered internally by authorized staff; there is no supplier-facing portal. Better visibility is a design purpose to evaluate, while the verifiable output of the implementation is the linked set of stored records.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 3: Conceptual Framework</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kodigo-ui/src/lib/reporting.ts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use-case view replaces the old two-role diagram with the current four-role structure. Admin manages assigned-store operations and users. Cashier processes sales and uses permitted transaction tools. Inventory maintains product and stock information and uses inventory-oriented reports. Super Admin generates owner invite codes through its own portal. The interface redirects unavailable routes, while database policies and protected functions also check role and store membership. TOTP enrollment is supported, and verified-factor accounts require appropriate AAL2 assurance for protected operations. These controls are implemented in source; live authorization still requires negative tests.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 RequireAdmin/RequireBackOffice/RequirePOSAccess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migration_28_member_account_rbac_hardening.sql</a:t>
            </a:r>
            <a:endParaRPr/>
          </a:p>
          <a:p xmlns:a="http://schemas.openxmlformats.org/drawingml/2006/main">
            <a:pPr marL="0" lvl="0" indent="0" algn="l">
              <a:lnSpc>
                <a:spcPct val="100000"/>
              </a:lnSpc>
              <a:spcBef>
                <a:spcPts val="0"/>
              </a:spcBef>
              <a:spcAft>
                <a:spcPts val="0"/>
              </a:spcAft>
              <a:buSzPts val="1100"/>
              <a:buNone/>
            </a:pPr>
            <a:r>
              <a:t>- supabase/migrations/20260803023252_enforce_mfa_assurance.sql</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kodigo-ui/src/lib/supabase.ts</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kodigo-ui/src/lib/branding.ts</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supabase_schema.sql, products/sales/sale_items</a:t>
            </a:r>
            <a:endParaRPr/>
          </a:p>
          <a:p xmlns:a="http://schemas.openxmlformats.org/drawingml/2006/main">
            <a:pPr marL="0" lvl="0" indent="0" algn="l">
              <a:lnSpc>
                <a:spcPct val="100000"/>
              </a:lnSpc>
              <a:spcBef>
                <a:spcPts val="0"/>
              </a:spcBef>
              <a:spcAft>
                <a:spcPts val="0"/>
              </a:spcAft>
              <a:buSzPts val="1100"/>
              <a:buNone/>
            </a:pPr>
            <a:r>
              <a:t>- migration_20_product_selling_options.sql</a:t>
            </a:r>
            <a:endParaRP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endParaRP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endParaRPr/>
          </a:p>
          <a:p xmlns:a="http://schemas.openxmlformats.org/drawingml/2006/main">
            <a:pPr marL="0" lvl="0" indent="0" algn="l">
              <a:lnSpc>
                <a:spcPct val="100000"/>
              </a:lnSpc>
              <a:spcBef>
                <a:spcPts val="0"/>
              </a:spcBef>
              <a:spcAft>
                <a:spcPts val="0"/>
              </a:spcAft>
              <a:buSzPts val="1100"/>
              <a:buNone/>
            </a:pPr>
            <a:r>
              <a:t>- migration_34_bulk_purchase_base_units.sql</a:t>
            </a:r>
            <a:endParaRPr/>
          </a:p>
          <a:p xmlns:a="http://schemas.openxmlformats.org/drawingml/2006/main">
            <a:pPr marL="0" lvl="0" indent="0" algn="l">
              <a:lnSpc>
                <a:spcPct val="100000"/>
              </a:lnSpc>
              <a:spcBef>
                <a:spcPts val="0"/>
              </a:spcBef>
              <a:spcAft>
                <a:spcPts val="0"/>
              </a:spcAft>
              <a:buSzPts val="1100"/>
              <a:buNone/>
            </a:pPr>
            <a:r>
              <a:t>- migration_37_unit_aware_inventory_workflow.sql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Online checkout calls process_pos_sale_v4. It delegates sale processing to version three and checks line discounts. The database validates the caller and assigned store, checks combined stock requirements, and recalculates prices and totals. Product locks protect concurrent stock consumption, while exceptions roll back the transaction. The stock trigger converts a bulk quantity into base units. For example, two packs of six consume twelve pieces from a stock of twenty-four, leaving twelve. That is illustrative arithmetic, not a recorded test outcome. Receiving also converts configured packages into base units and records cost and stock history. A separate authorized action applies a reviewed selling-price change. I will now hand over to Presenter 3 for the development platform, testing evidence, and demonstration plan.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kodigo-ui/src/lib/offline-sync.ts, pushSaleToSupabase</a:t>
            </a:r>
            <a:endParaRPr/>
          </a:p>
          <a:p xmlns:a="http://schemas.openxmlformats.org/drawingml/2006/main">
            <a:pPr marL="0" lvl="0" indent="0" algn="l">
              <a:lnSpc>
                <a:spcPct val="100000"/>
              </a:lnSpc>
              <a:spcBef>
                <a:spcPts val="0"/>
              </a:spcBef>
              <a:spcAft>
                <a:spcPts val="0"/>
              </a:spcAft>
              <a:buSzPts val="1100"/>
              <a:buNone/>
            </a:pPr>
            <a:r>
              <a:t>- supabase/migrations/20261019130000_client_revision_fixes.sql, process_pos_sale_v4/receive_product_stock</a:t>
            </a:r>
            <a:endParaRPr/>
          </a:p>
          <a:p xmlns:a="http://schemas.openxmlformats.org/drawingml/2006/main">
            <a:pPr marL="0" lvl="0" indent="0" algn="l">
              <a:lnSpc>
                <a:spcPct val="100000"/>
              </a:lnSpc>
              <a:spcBef>
                <a:spcPts val="0"/>
              </a:spcBef>
              <a:spcAft>
                <a:spcPts val="0"/>
              </a:spcAft>
              <a:buSzPts val="1100"/>
              <a:buNone/>
            </a:pPr>
            <a:r>
              <a:t>- supabase/migrations/20260930090000_vat_inclusive_pos_totals.sql, process_pos_sale_v3</a:t>
            </a:r>
            <a:endParaRPr/>
          </a:p>
          <a:p xmlns:a="http://schemas.openxmlformats.org/drawingml/2006/main">
            <a:pPr marL="0" lvl="0" indent="0" algn="l">
              <a:lnSpc>
                <a:spcPct val="100000"/>
              </a:lnSpc>
              <a:spcBef>
                <a:spcPts val="0"/>
              </a:spcBef>
              <a:spcAft>
                <a:spcPts val="0"/>
              </a:spcAft>
              <a:buSzPts val="1100"/>
              <a:buNone/>
            </a:pPr>
            <a:r>
              <a:t>- migration_34_bulk_purchase_base_units.sql, trg_deduct_stock_on_sale</a:t>
            </a:r>
            <a:endParaRPr/>
          </a:p>
          <a:p xmlns:a="http://schemas.openxmlformats.org/drawingml/2006/main">
            <a:pPr marL="0" lvl="0" indent="0" algn="l">
              <a:lnSpc>
                <a:spcPct val="100000"/>
              </a:lnSpc>
              <a:spcBef>
                <a:spcPts val="0"/>
              </a:spcBef>
              <a:spcAft>
                <a:spcPts val="0"/>
              </a:spcAft>
              <a:buSzPts val="1100"/>
              <a:buNone/>
            </a:pPr>
            <a:r>
              <a:t>- migration_37_unit_aware_inventory_workflow.sql, restock_product_inventory_v2</a:t>
            </a:r>
            <a:endParaRPr/>
          </a:p>
          <a:p xmlns:a="http://schemas.openxmlformats.org/drawingml/2006/main">
            <a:pPr marL="0" lvl="0" indent="0" algn="l">
              <a:lnSpc>
                <a:spcPct val="100000"/>
              </a:lnSpc>
              <a:spcBef>
                <a:spcPts val="0"/>
              </a:spcBef>
              <a:spcAft>
                <a:spcPts val="0"/>
              </a:spcAft>
              <a:buSzPts val="1100"/>
              <a:buNone/>
            </a:pPr>
            <a:r>
              <a:t>- kodigo-ui/src/stores/productStore.ts, adjustStock/updateSellingPrice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kodigo-ui/src/lib/hardware.ts</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seven existing reporting unit tests passed during the repository checks for this package. They cover allocations, refunds, calendar ranges, rankings, hardware-action separation, and historical unit-price calculations. TypeScript and ESLint also passed. Those results establish narrow local checks, not whole-system acceptance. The checkout, stock, and RLS integration harness was inspected but not run because it provisions and removes records. Live migration, MFA, role-isolation, concurrency, and transaction checks remain pending. Kodigo is online-first with bounded queues rather than complete offline operation. Error entries require reconciliation. Its descriptive calculations are deterministic, and neither receipt OCR nor predictive machine learning is implemented. It also does not replace a full accounting or tax-filing system.</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Software Development Methodology</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kodigo-ui/scripts/unit/reporting-calculations.test.mjs</a:t>
            </a:r>
            <a:endParaRPr/>
          </a:p>
          <a:p xmlns:a="http://schemas.openxmlformats.org/drawingml/2006/main">
            <a:pPr marL="0" lvl="0" indent="0" algn="l">
              <a:lnSpc>
                <a:spcPct val="100000"/>
              </a:lnSpc>
              <a:spcBef>
                <a:spcPts val="0"/>
              </a:spcBef>
              <a:spcAft>
                <a:spcPts val="0"/>
              </a:spcAft>
              <a:buSzPts val="1100"/>
              <a:buNone/>
            </a:pPr>
            <a:r>
              <a:t>- kodigo-ui/scripts/integration-checkout-stock-rls.mjs</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outputs/pre-defense-build, local check record dated 2026-10-20</a:t>
            </a:r>
            <a:endParaRPr/>
          </a:p>
          <a:p xmlns:a="http://schemas.openxmlformats.org/drawingml/2006/main">
            <a:pPr marL="0" lvl="0" indent="0" algn="l">
              <a:lnSpc>
                <a:spcPct val="100000"/>
              </a:lnSpc>
              <a:spcBef>
                <a:spcPts val="0"/>
              </a:spcBef>
              <a:spcAft>
                <a:spcPts val="0"/>
              </a:spcAft>
              <a:buSzPts val="1100"/>
              <a:buNone/>
            </a:pPr>
            <a:r>
              <a:t>- docs/Chapter 1-4 Manuscript v3.docx, Limitations of the System</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kodigo-ui/src/lib/sales-velocity.ts</a:t>
            </a:r>
            <a:endParaRPr/>
          </a:p>
          <a:p xmlns:a="http://schemas.openxmlformats.org/drawingml/2006/main">
            <a:pPr marL="0" lvl="0" indent="0" algn="l">
              <a:lnSpc>
                <a:spcPct val="100000"/>
              </a:lnSpc>
              <a:spcBef>
                <a:spcPts val="0"/>
              </a:spcBef>
              <a:spcAft>
                <a:spcPts val="0"/>
              </a:spcAft>
              <a:buSzPts val="1100"/>
              <a:buNone/>
            </a:pPr>
            <a:r>
              <a:t>- kodigo-ui/src/pages/RestockingPage.tsx</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32f8dcc6c446a2" /><Relationship Type="http://schemas.openxmlformats.org/officeDocument/2006/relationships/image" Target="/ppt/media/image2.png" Id="R64d235f264c54b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52799d0d0f4ea0" /><Relationship Type="http://schemas.openxmlformats.org/officeDocument/2006/relationships/image" Target="/ppt/media/image3.png" Id="Red787da0cccc4f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6dd3b1c4bc4c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4982ae438d48df" /><Relationship Type="http://schemas.openxmlformats.org/officeDocument/2006/relationships/image" Target="/ppt/media/image4.png" Id="R3fa55b0b013c42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5279b487e284741" /><Relationship Type="http://schemas.openxmlformats.org/officeDocument/2006/relationships/image" Target="/ppt/media/image5.png" Id="R4681d544f1eb49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a178fd8c5345db" /><Relationship Type="http://schemas.openxmlformats.org/officeDocument/2006/relationships/image" Target="/ppt/media/image6.png" Id="Rbb3b6677a64a402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2bb0fa795e54952" /><Relationship Type="http://schemas.openxmlformats.org/officeDocument/2006/relationships/image" Target="/ppt/media/image7.png" Id="Re944deda51f0428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956e51f270d4353" /><Relationship Type="http://schemas.openxmlformats.org/officeDocument/2006/relationships/image" Target="/ppt/media/image8.png" Id="R68cd6823e027420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f17ef2bc9e94630" /><Relationship Type="http://schemas.openxmlformats.org/officeDocument/2006/relationships/image" Target="/ppt/media/image9.png" Id="R4e0d81c1fa3a4e3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46165ac242644ae" /><Relationship Type="http://schemas.openxmlformats.org/officeDocument/2006/relationships/image" Target="/ppt/media/image10.png" Id="Rb541fc222c5a41b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575b4ea5e944bb1" /><Relationship Type="http://schemas.openxmlformats.org/officeDocument/2006/relationships/image" Target="/ppt/media/image11.png" Id="Rf981713e74ff45b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cf1fa1506bb4658" /><Relationship Type="http://schemas.openxmlformats.org/officeDocument/2006/relationships/image" Target="/ppt/media/image12.png" Id="R94e961e5c3c84c13"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08b5dd12efb74b18" /><Relationship Type="http://schemas.openxmlformats.org/officeDocument/2006/relationships/image" Target="/ppt/media/image13.png" Id="R89bdbf6e610e457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83eea65d1ba453d"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AB95558A-FB99-4498-8F8E-97DB423C33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d235f264c54bb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0178D95A-198B-4CD6-AE6B-4046C2EB4885}"/>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p:txBody>
      </p:sp>
      <p:sp>
        <p:nvSpPr>
          <p:cNvPr id="13" name="Google Shape;13;p34">
            <a:extLst xmlns:a="http://schemas.openxmlformats.org/drawingml/2006/main">
              <a:ext uri="{FF2B5EF4-FFF2-40B4-BE49-F238E27FC236}">
                <a16:creationId xmlns:a16="http://schemas.microsoft.com/office/drawing/2014/main" id="{01FE3D7A-BB36-4CEF-A63B-B3BE4CE914D8}"/>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p:txBody>
      </p:sp>
      <p:sp>
        <p:nvSpPr>
          <p:cNvPr id="14" name="Google Shape;14;p34">
            <a:extLst xmlns:a="http://schemas.openxmlformats.org/drawingml/2006/main">
              <a:ext uri="{FF2B5EF4-FFF2-40B4-BE49-F238E27FC236}">
                <a16:creationId xmlns:a16="http://schemas.microsoft.com/office/drawing/2014/main" id="{F5D2BD9C-C4FA-421E-B3B4-87979C58ADF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A0B5DA90-3799-42CD-BF05-62B4E5E2D95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d787da0cccc4fe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C920EBE6-15BB-43CF-94EE-DC406575664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18" name="Google Shape;18;p35">
            <a:extLst xmlns:a="http://schemas.openxmlformats.org/drawingml/2006/main">
              <a:ext uri="{FF2B5EF4-FFF2-40B4-BE49-F238E27FC236}">
                <a16:creationId xmlns:a16="http://schemas.microsoft.com/office/drawing/2014/main" id="{0B665494-FE11-4EBC-926B-0444D7A2555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19" name="Google Shape;19;p35">
            <a:extLst xmlns:a="http://schemas.openxmlformats.org/drawingml/2006/main">
              <a:ext uri="{FF2B5EF4-FFF2-40B4-BE49-F238E27FC236}">
                <a16:creationId xmlns:a16="http://schemas.microsoft.com/office/drawing/2014/main" id="{7CBA39D1-3CD1-499C-AB96-85745CBC93A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C0F2B059-B21E-4562-BC4D-FC2715517B2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36">
            <a:extLst xmlns:a="http://schemas.openxmlformats.org/drawingml/2006/main">
              <a:ext uri="{FF2B5EF4-FFF2-40B4-BE49-F238E27FC236}">
                <a16:creationId xmlns:a16="http://schemas.microsoft.com/office/drawing/2014/main" id="{7921E625-2363-4D5F-ACFC-88D5AA45C923}"/>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p:txBody>
      </p:sp>
      <p:sp>
        <p:nvSpPr>
          <p:cNvPr id="23" name="Google Shape;23;p36">
            <a:extLst xmlns:a="http://schemas.openxmlformats.org/drawingml/2006/main">
              <a:ext uri="{FF2B5EF4-FFF2-40B4-BE49-F238E27FC236}">
                <a16:creationId xmlns:a16="http://schemas.microsoft.com/office/drawing/2014/main" id="{58277E51-54D6-47BE-8199-74E921A93CC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4" name="Google Shape;24;p36">
            <a:extLst xmlns:a="http://schemas.openxmlformats.org/drawingml/2006/main">
              <a:ext uri="{FF2B5EF4-FFF2-40B4-BE49-F238E27FC236}">
                <a16:creationId xmlns:a16="http://schemas.microsoft.com/office/drawing/2014/main" id="{23908F1D-0A00-4D36-B96B-4AE6548D685E}"/>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5" name="Google Shape;25;p36">
            <a:extLst xmlns:a="http://schemas.openxmlformats.org/drawingml/2006/main">
              <a:ext uri="{FF2B5EF4-FFF2-40B4-BE49-F238E27FC236}">
                <a16:creationId xmlns:a16="http://schemas.microsoft.com/office/drawing/2014/main" id="{AD856C3C-C956-4925-BB9E-2F80E72843D4}"/>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517FF431-92B9-4BBB-BE6D-ABC6E625A4A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fa55b0b013c4205">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1EA9FD66-26F5-4881-BB8B-12511955E9F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681d544f1eb49e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2268DF73-2BBE-4F33-BD30-0C2C3DA6A9F4}"/>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1" name="Google Shape;31;p38">
            <a:extLst xmlns:a="http://schemas.openxmlformats.org/drawingml/2006/main">
              <a:ext uri="{FF2B5EF4-FFF2-40B4-BE49-F238E27FC236}">
                <a16:creationId xmlns:a16="http://schemas.microsoft.com/office/drawing/2014/main" id="{0EF53A45-7F4C-4B2E-BC2C-98F363AB995C}"/>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2" name="Google Shape;32;p38">
            <a:extLst xmlns:a="http://schemas.openxmlformats.org/drawingml/2006/main">
              <a:ext uri="{FF2B5EF4-FFF2-40B4-BE49-F238E27FC236}">
                <a16:creationId xmlns:a16="http://schemas.microsoft.com/office/drawing/2014/main" id="{6F9A8EA1-3EAE-4E0A-89C3-370E09E0D56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753DC3EB-825E-4151-95B6-B4B834C56B9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b3b6677a64a402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A3A0F3FD-4FB8-42A3-9C8A-F930430066B0}"/>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6" name="Google Shape;36;p39">
            <a:extLst xmlns:a="http://schemas.openxmlformats.org/drawingml/2006/main">
              <a:ext uri="{FF2B5EF4-FFF2-40B4-BE49-F238E27FC236}">
                <a16:creationId xmlns:a16="http://schemas.microsoft.com/office/drawing/2014/main" id="{5E919976-1557-41D0-9757-FD47DE90EF0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7" name="Google Shape;37;p39">
            <a:extLst xmlns:a="http://schemas.openxmlformats.org/drawingml/2006/main">
              <a:ext uri="{FF2B5EF4-FFF2-40B4-BE49-F238E27FC236}">
                <a16:creationId xmlns:a16="http://schemas.microsoft.com/office/drawing/2014/main" id="{A460C6C0-BE09-4728-A056-6CD80DD32AD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F2C7071F-2644-4675-800E-0EBF1C3849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944deda51f0428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47E78A35-2DC7-4ACF-AFEC-3AE9FC3D45A4}"/>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1" name="Google Shape;41;p40">
            <a:extLst xmlns:a="http://schemas.openxmlformats.org/drawingml/2006/main">
              <a:ext uri="{FF2B5EF4-FFF2-40B4-BE49-F238E27FC236}">
                <a16:creationId xmlns:a16="http://schemas.microsoft.com/office/drawing/2014/main" id="{29D905EF-941A-4E00-AA1C-F77C98787D0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2" name="Google Shape;42;p40">
            <a:extLst xmlns:a="http://schemas.openxmlformats.org/drawingml/2006/main">
              <a:ext uri="{FF2B5EF4-FFF2-40B4-BE49-F238E27FC236}">
                <a16:creationId xmlns:a16="http://schemas.microsoft.com/office/drawing/2014/main" id="{7E85ABAF-860A-4077-9D68-E714C4A34B6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7EE8748D-B723-4CC9-BFC1-5E9314380A0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8cd6823e027420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5FEBA8C9-0C95-412D-B285-238BB4D67DD5}"/>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6" name="Google Shape;46;p41">
            <a:extLst xmlns:a="http://schemas.openxmlformats.org/drawingml/2006/main">
              <a:ext uri="{FF2B5EF4-FFF2-40B4-BE49-F238E27FC236}">
                <a16:creationId xmlns:a16="http://schemas.microsoft.com/office/drawing/2014/main" id="{65816ECF-E800-4724-9E1A-7735744C9737}"/>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7" name="Google Shape;47;p41">
            <a:extLst xmlns:a="http://schemas.openxmlformats.org/drawingml/2006/main">
              <a:ext uri="{FF2B5EF4-FFF2-40B4-BE49-F238E27FC236}">
                <a16:creationId xmlns:a16="http://schemas.microsoft.com/office/drawing/2014/main" id="{4BA7A719-94FB-466F-A0F3-15B1767E817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6E05BEE2-B76C-4D25-8103-B0EB3A7B7BA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0d81c1fa3a4e3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71ACC56E-FDF1-4F61-81C6-92495842B50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1" name="Google Shape;51;p42">
            <a:extLst xmlns:a="http://schemas.openxmlformats.org/drawingml/2006/main">
              <a:ext uri="{FF2B5EF4-FFF2-40B4-BE49-F238E27FC236}">
                <a16:creationId xmlns:a16="http://schemas.microsoft.com/office/drawing/2014/main" id="{035F034A-B5B1-431F-A1C2-F3EE0A7D76DC}"/>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2" name="Google Shape;52;p42">
            <a:extLst xmlns:a="http://schemas.openxmlformats.org/drawingml/2006/main">
              <a:ext uri="{FF2B5EF4-FFF2-40B4-BE49-F238E27FC236}">
                <a16:creationId xmlns:a16="http://schemas.microsoft.com/office/drawing/2014/main" id="{936D167F-81BA-43F6-9332-964C0E38C4C9}"/>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49A3E449-313F-4CE1-8675-9716F8FE59D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541fc222c5a41b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5B20342F-615C-4188-992A-9123B1C257A8}"/>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6" name="Google Shape;56;p43">
            <a:extLst xmlns:a="http://schemas.openxmlformats.org/drawingml/2006/main">
              <a:ext uri="{FF2B5EF4-FFF2-40B4-BE49-F238E27FC236}">
                <a16:creationId xmlns:a16="http://schemas.microsoft.com/office/drawing/2014/main" id="{123BCEA6-07ED-49A7-A49E-2E6806525E08}"/>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7" name="Google Shape;57;p43">
            <a:extLst xmlns:a="http://schemas.openxmlformats.org/drawingml/2006/main">
              <a:ext uri="{FF2B5EF4-FFF2-40B4-BE49-F238E27FC236}">
                <a16:creationId xmlns:a16="http://schemas.microsoft.com/office/drawing/2014/main" id="{168FD37D-E6F1-4115-86B7-360A91489D1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B97F9BE0-EA9E-4A3F-A6DF-35B1988D48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81713e74ff45b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B9C71181-5C2C-4492-B072-D267A10A4FD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1" name="Google Shape;61;p44">
            <a:extLst xmlns:a="http://schemas.openxmlformats.org/drawingml/2006/main">
              <a:ext uri="{FF2B5EF4-FFF2-40B4-BE49-F238E27FC236}">
                <a16:creationId xmlns:a16="http://schemas.microsoft.com/office/drawing/2014/main" id="{9E5B10BB-BD13-4F60-95A7-6CC9A747F82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2" name="Google Shape;62;p44">
            <a:extLst xmlns:a="http://schemas.openxmlformats.org/drawingml/2006/main">
              <a:ext uri="{FF2B5EF4-FFF2-40B4-BE49-F238E27FC236}">
                <a16:creationId xmlns:a16="http://schemas.microsoft.com/office/drawing/2014/main" id="{E07E408F-179D-442E-AAFC-6C262D3E9AD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F106FF2F-2BC4-443A-973A-FF47754D97B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4e961e5c3c84c1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D47DA47-F7C5-4540-A1CF-351B4DDEDFD4}"/>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6" name="Google Shape;66;p45">
            <a:extLst xmlns:a="http://schemas.openxmlformats.org/drawingml/2006/main">
              <a:ext uri="{FF2B5EF4-FFF2-40B4-BE49-F238E27FC236}">
                <a16:creationId xmlns:a16="http://schemas.microsoft.com/office/drawing/2014/main" id="{6F55BE17-2AF1-4370-8A49-F0076B51F3E4}"/>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7" name="Google Shape;67;p45">
            <a:extLst xmlns:a="http://schemas.openxmlformats.org/drawingml/2006/main">
              <a:ext uri="{FF2B5EF4-FFF2-40B4-BE49-F238E27FC236}">
                <a16:creationId xmlns:a16="http://schemas.microsoft.com/office/drawing/2014/main" id="{11C3D574-3A3B-4B4B-8141-E1D79758A8D4}"/>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F839622E-476A-4EF7-A338-A9CC28A7669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9bdbf6e610e457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4258A88D-0669-4711-8E31-805DAEDC2C9D}"/>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71" name="Google Shape;71;p46">
            <a:extLst xmlns:a="http://schemas.openxmlformats.org/drawingml/2006/main">
              <a:ext uri="{FF2B5EF4-FFF2-40B4-BE49-F238E27FC236}">
                <a16:creationId xmlns:a16="http://schemas.microsoft.com/office/drawing/2014/main" id="{89813362-107E-4320-8792-4D3F3B41CBDD}"/>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72" name="Google Shape;72;p46">
            <a:extLst xmlns:a="http://schemas.openxmlformats.org/drawingml/2006/main">
              <a:ext uri="{FF2B5EF4-FFF2-40B4-BE49-F238E27FC236}">
                <a16:creationId xmlns:a16="http://schemas.microsoft.com/office/drawing/2014/main" id="{B26ED752-4DA1-4EC1-9DD7-03144F34C97E}"/>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C471939-FD9E-45F9-87B3-59CF8942F43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1232089D-8EAF-48E3-B916-FE5C390E004B}"/>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56dab989a3ac4aa1" /><Relationship Type="http://schemas.openxmlformats.org/officeDocument/2006/relationships/theme" Target="/ppt/slideMasters/theme/theme2.xml" Id="Rbe53bb48e2a24e59" /><Relationship Type="http://schemas.openxmlformats.org/officeDocument/2006/relationships/slideLayout" Target="/ppt/slideLayouts/slideLayout1.xml" Id="Rf7e18c1838394c04" /><Relationship Type="http://schemas.openxmlformats.org/officeDocument/2006/relationships/slideLayout" Target="/ppt/slideLayouts/slideLayout2.xml" Id="Rc7040c3207f44bd5" /><Relationship Type="http://schemas.openxmlformats.org/officeDocument/2006/relationships/slideLayout" Target="/ppt/slideLayouts/slideLayout3.xml" Id="R067218df7a444140" /><Relationship Type="http://schemas.openxmlformats.org/officeDocument/2006/relationships/slideLayout" Target="/ppt/slideLayouts/slideLayout4.xml" Id="R4dbc60762972499d" /><Relationship Type="http://schemas.openxmlformats.org/officeDocument/2006/relationships/slideLayout" Target="/ppt/slideLayouts/slideLayout5.xml" Id="R5e37b47fac924331" /><Relationship Type="http://schemas.openxmlformats.org/officeDocument/2006/relationships/slideLayout" Target="/ppt/slideLayouts/slideLayout6.xml" Id="Ra28919db66964cb2" /><Relationship Type="http://schemas.openxmlformats.org/officeDocument/2006/relationships/slideLayout" Target="/ppt/slideLayouts/slideLayout7.xml" Id="R5c334ea5023a461f" /><Relationship Type="http://schemas.openxmlformats.org/officeDocument/2006/relationships/slideLayout" Target="/ppt/slideLayouts/slideLayout8.xml" Id="Rbcffdd49e14f42e7" /><Relationship Type="http://schemas.openxmlformats.org/officeDocument/2006/relationships/slideLayout" Target="/ppt/slideLayouts/slideLayout9.xml" Id="R99295c0a855d4358" /><Relationship Type="http://schemas.openxmlformats.org/officeDocument/2006/relationships/slideLayout" Target="/ppt/slideLayouts/slideLayout10.xml" Id="R18cb3f5992c045a2" /><Relationship Type="http://schemas.openxmlformats.org/officeDocument/2006/relationships/slideLayout" Target="/ppt/slideLayouts/slideLayout11.xml" Id="R807fb4a372c540ef" /><Relationship Type="http://schemas.openxmlformats.org/officeDocument/2006/relationships/slideLayout" Target="/ppt/slideLayouts/slideLayout12.xml" Id="R53785461ae414d06" /><Relationship Type="http://schemas.openxmlformats.org/officeDocument/2006/relationships/slideLayout" Target="/ppt/slideLayouts/slideLayout13.xml" Id="R0637cee002e64243" /><Relationship Type="http://schemas.openxmlformats.org/officeDocument/2006/relationships/slideLayout" Target="/ppt/slideLayouts/slideLayout14.xml" Id="Rcef018350c0246d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5E3E1540-AE57-46A2-88BF-A4ED56AF999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p:txBody>
      </p:sp>
      <p:sp>
        <p:nvSpPr>
          <p:cNvPr id="7" name="Google Shape;7;p33">
            <a:extLst xmlns:a="http://schemas.openxmlformats.org/drawingml/2006/main">
              <a:ext uri="{FF2B5EF4-FFF2-40B4-BE49-F238E27FC236}">
                <a16:creationId xmlns:a16="http://schemas.microsoft.com/office/drawing/2014/main" id="{7F288276-E536-43D0-8D85-1EEFBB541F1B}"/>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p:txBody>
      </p:sp>
      <p:sp>
        <p:nvSpPr>
          <p:cNvPr id="8" name="Google Shape;8;p33">
            <a:extLst xmlns:a="http://schemas.openxmlformats.org/drawingml/2006/main">
              <a:ext uri="{FF2B5EF4-FFF2-40B4-BE49-F238E27FC236}">
                <a16:creationId xmlns:a16="http://schemas.microsoft.com/office/drawing/2014/main" id="{499BE5AC-E532-4CA3-A607-83356F66E5BA}"/>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7303B1BF-5E46-4F2E-9C4E-29133C7BF94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6dab989a3ac4aa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7e18c1838394c04"/>
    <p:sldLayoutId xmlns:r="http://schemas.openxmlformats.org/officeDocument/2006/relationships" id="2147483650" r:id="Rc7040c3207f44bd5"/>
    <p:sldLayoutId xmlns:r="http://schemas.openxmlformats.org/officeDocument/2006/relationships" id="2147483651" r:id="R067218df7a444140"/>
    <p:sldLayoutId xmlns:r="http://schemas.openxmlformats.org/officeDocument/2006/relationships" id="2147483652" r:id="R4dbc60762972499d"/>
    <p:sldLayoutId xmlns:r="http://schemas.openxmlformats.org/officeDocument/2006/relationships" id="2147483653" r:id="R5e37b47fac924331"/>
    <p:sldLayoutId xmlns:r="http://schemas.openxmlformats.org/officeDocument/2006/relationships" id="2147483654" r:id="Ra28919db66964cb2"/>
    <p:sldLayoutId xmlns:r="http://schemas.openxmlformats.org/officeDocument/2006/relationships" id="2147483655" r:id="R5c334ea5023a461f"/>
    <p:sldLayoutId xmlns:r="http://schemas.openxmlformats.org/officeDocument/2006/relationships" id="2147483656" r:id="Rbcffdd49e14f42e7"/>
    <p:sldLayoutId xmlns:r="http://schemas.openxmlformats.org/officeDocument/2006/relationships" id="2147483657" r:id="R99295c0a855d4358"/>
    <p:sldLayoutId xmlns:r="http://schemas.openxmlformats.org/officeDocument/2006/relationships" id="2147483658" r:id="R18cb3f5992c045a2"/>
    <p:sldLayoutId xmlns:r="http://schemas.openxmlformats.org/officeDocument/2006/relationships" id="2147483659" r:id="R807fb4a372c540ef"/>
    <p:sldLayoutId xmlns:r="http://schemas.openxmlformats.org/officeDocument/2006/relationships" id="2147483660" r:id="R53785461ae414d06"/>
    <p:sldLayoutId xmlns:r="http://schemas.openxmlformats.org/officeDocument/2006/relationships" id="2147483661" r:id="R0637cee002e64243"/>
    <p:sldLayoutId xmlns:r="http://schemas.openxmlformats.org/officeDocument/2006/relationships" id="2147483662" r:id="Rcef018350c0246d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dbc35bf4fd436a" /><Relationship Type="http://schemas.openxmlformats.org/officeDocument/2006/relationships/image" Target="/ppt/media/image14.png" Id="Raebba5113e054ad1" /><Relationship Type="http://schemas.openxmlformats.org/officeDocument/2006/relationships/notesSlide" Target="/ppt/notesSlides/notesSlide1.xml" Id="R7df666b884144f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f317545127644b8" /><Relationship Type="http://schemas.openxmlformats.org/officeDocument/2006/relationships/image" Target="/ppt/media/image15.png" Id="R1e4d0674709245db" /><Relationship Type="http://schemas.openxmlformats.org/officeDocument/2006/relationships/image" Target="/ppt/media/image16.png" Id="R11b1acdd883e4fb8" /><Relationship Type="http://schemas.openxmlformats.org/officeDocument/2006/relationships/notesSlide" Target="/ppt/notesSlides/notesSlide2.xml" Id="R4cc6a5f9a2994d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43eba897020142e6" /><Relationship Type="http://schemas.openxmlformats.org/officeDocument/2006/relationships/image" Target="/ppt/media/image17.png" Id="Rde2c5a7d50f742ba" /><Relationship Type="http://schemas.openxmlformats.org/officeDocument/2006/relationships/image" Target="/ppt/media/image18.png" Id="Re51d5fad4e3c4eef" /><Relationship Type="http://schemas.openxmlformats.org/officeDocument/2006/relationships/notesSlide" Target="/ppt/notesSlides/notesSlide3.xml" Id="Rd0944ac70c5843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1650c78ddc7048e0" /><Relationship Type="http://schemas.openxmlformats.org/officeDocument/2006/relationships/image" Target="/ppt/media/image19.png" Id="R126c79a68b604013" /><Relationship Type="http://schemas.openxmlformats.org/officeDocument/2006/relationships/image" Target="/ppt/media/image20.png" Id="R1e8512a5b16d4c64" /><Relationship Type="http://schemas.openxmlformats.org/officeDocument/2006/relationships/notesSlide" Target="/ppt/notesSlides/notesSlide4.xml" Id="R5199d31ba5384b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a594703fb8f54ca7" /><Relationship Type="http://schemas.openxmlformats.org/officeDocument/2006/relationships/image" Target="/ppt/media/image21.png" Id="R62e2a888798649ef" /><Relationship Type="http://schemas.openxmlformats.org/officeDocument/2006/relationships/image" Target="/ppt/media/image22.png" Id="R97c606dd202e480c" /><Relationship Type="http://schemas.openxmlformats.org/officeDocument/2006/relationships/notesSlide" Target="/ppt/notesSlides/notesSlide5.xml" Id="R5d713f0bfe2248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be61793a3bdc42b9" /><Relationship Type="http://schemas.openxmlformats.org/officeDocument/2006/relationships/image" Target="/ppt/media/image23.png" Id="R21da47d8902b47c3" /><Relationship Type="http://schemas.openxmlformats.org/officeDocument/2006/relationships/image" Target="/ppt/media/image24.png" Id="R8bc4e2b5699d42b9" /><Relationship Type="http://schemas.openxmlformats.org/officeDocument/2006/relationships/notesSlide" Target="/ppt/notesSlides/notesSlide6.xml" Id="Rae6d2119697a43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e7dbd3814a841d8" /><Relationship Type="http://schemas.openxmlformats.org/officeDocument/2006/relationships/image" Target="/ppt/media/image25.png" Id="Rccdea507db4641a1" /><Relationship Type="http://schemas.openxmlformats.org/officeDocument/2006/relationships/image" Target="/ppt/media/image26.png" Id="R1249eef773d9446b" /><Relationship Type="http://schemas.openxmlformats.org/officeDocument/2006/relationships/notesSlide" Target="/ppt/notesSlides/notesSlide7.xml" Id="R1efb9dfa54064f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3ce33653a0154148" /><Relationship Type="http://schemas.openxmlformats.org/officeDocument/2006/relationships/image" Target="/ppt/media/image27.png" Id="Rf83b89098e844b16" /><Relationship Type="http://schemas.openxmlformats.org/officeDocument/2006/relationships/image" Target="/ppt/media/image28.png" Id="R3c3a4bde54a64a55" /><Relationship Type="http://schemas.openxmlformats.org/officeDocument/2006/relationships/notesSlide" Target="/ppt/notesSlides/notesSlide8.xml" Id="Rf034c400ac5444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3f66774b3ac140ab" /><Relationship Type="http://schemas.openxmlformats.org/officeDocument/2006/relationships/image" Target="/ppt/media/image29.png" Id="R86acd6e12a554c14" /><Relationship Type="http://schemas.openxmlformats.org/officeDocument/2006/relationships/image" Target="/ppt/media/image30.png" Id="Re702c7a7a2ad47b2" /><Relationship Type="http://schemas.openxmlformats.org/officeDocument/2006/relationships/image" Target="/ppt/media/image31.png" Id="R8603a5a6f26e46f7" /><Relationship Type="http://schemas.openxmlformats.org/officeDocument/2006/relationships/notesSlide" Target="/ppt/notesSlides/notesSlide9.xml" Id="R58ab2feaece346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2878ce950b7d4da0" /><Relationship Type="http://schemas.openxmlformats.org/officeDocument/2006/relationships/image" Target="/ppt/media/image32.png" Id="Rcd05b5d4d97f40cb" /><Relationship Type="http://schemas.openxmlformats.org/officeDocument/2006/relationships/image" Target="/ppt/media/image33.png" Id="Rc8f0611ec9524d3f" /><Relationship Type="http://schemas.openxmlformats.org/officeDocument/2006/relationships/notesSlide" Target="/ppt/notesSlides/notesSlide10.xml" Id="R082c2bc7201e4b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bde16408f18748e4" /><Relationship Type="http://schemas.openxmlformats.org/officeDocument/2006/relationships/image" Target="/ppt/media/image34.png" Id="Rdc8aaab9890d4bd3" /><Relationship Type="http://schemas.openxmlformats.org/officeDocument/2006/relationships/image" Target="/ppt/media/image35.png" Id="R1b0ac800655241c7" /><Relationship Type="http://schemas.openxmlformats.org/officeDocument/2006/relationships/notesSlide" Target="/ppt/notesSlides/notesSlide11.xml" Id="Rcdff1c4fa49148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9dc133af8ac748ff" /><Relationship Type="http://schemas.openxmlformats.org/officeDocument/2006/relationships/image" Target="/ppt/media/image36.png" Id="R73c21daa77224c4d" /><Relationship Type="http://schemas.openxmlformats.org/officeDocument/2006/relationships/image" Target="/ppt/media/image37.png" Id="R12418d40f83445e0" /><Relationship Type="http://schemas.openxmlformats.org/officeDocument/2006/relationships/notesSlide" Target="/ppt/notesSlides/notesSlide12.xml" Id="R93b7bc3760b34d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05fbba82c10a40d5" /><Relationship Type="http://schemas.openxmlformats.org/officeDocument/2006/relationships/image" Target="/ppt/media/image38.png" Id="Rbf9b119c944c40c4" /><Relationship Type="http://schemas.openxmlformats.org/officeDocument/2006/relationships/image" Target="/ppt/media/image39.png" Id="R4e553aa693da4012" /><Relationship Type="http://schemas.openxmlformats.org/officeDocument/2006/relationships/notesSlide" Target="/ppt/notesSlides/notesSlide13.xml" Id="Rde3ac06e4d1340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637ee985e1ad47d0" /><Relationship Type="http://schemas.openxmlformats.org/officeDocument/2006/relationships/image" Target="/ppt/media/image40.png" Id="Ref78bb186a904896" /><Relationship Type="http://schemas.openxmlformats.org/officeDocument/2006/relationships/image" Target="/ppt/media/image41.png" Id="R14b2eed9985d43b3" /><Relationship Type="http://schemas.openxmlformats.org/officeDocument/2006/relationships/notesSlide" Target="/ppt/notesSlides/notesSlide14.xml" Id="R24e4c667c29244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c39fc922c8654403" /><Relationship Type="http://schemas.openxmlformats.org/officeDocument/2006/relationships/image" Target="/ppt/media/image42.png" Id="Ra09f54ed04ea4c7e" /><Relationship Type="http://schemas.openxmlformats.org/officeDocument/2006/relationships/image" Target="/ppt/media/image43.png" Id="R7c013c9ca71b4df3" /><Relationship Type="http://schemas.openxmlformats.org/officeDocument/2006/relationships/notesSlide" Target="/ppt/notesSlides/notesSlide15.xml" Id="Re26bfba5e1d142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5bd5d8ddfef44c9a" /><Relationship Type="http://schemas.openxmlformats.org/officeDocument/2006/relationships/image" Target="/ppt/media/image44.png" Id="Rcf6c6e9e8d7340ba" /><Relationship Type="http://schemas.openxmlformats.org/officeDocument/2006/relationships/image" Target="/ppt/media/image45.png" Id="R9829b11272954926" /><Relationship Type="http://schemas.openxmlformats.org/officeDocument/2006/relationships/notesSlide" Target="/ppt/notesSlides/notesSlide16.xml" Id="R9c95445c148540c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9b19af0bc6564003" /><Relationship Type="http://schemas.openxmlformats.org/officeDocument/2006/relationships/image" Target="/ppt/media/image46.png" Id="R4c7207c588434fc8" /><Relationship Type="http://schemas.openxmlformats.org/officeDocument/2006/relationships/image" Target="/ppt/media/image47.png" Id="Rc0a1d080f6f24798" /><Relationship Type="http://schemas.openxmlformats.org/officeDocument/2006/relationships/notesSlide" Target="/ppt/notesSlides/notesSlide17.xml" Id="R1269235a96e1447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506B911-E459-4723-87DD-BB6226345147}"/>
              </a:ext>
            </a:extLst>
          </p:cNvPr>
          <p:cNvPicPr>
            <a:picLocks xmlns:a="http://schemas.openxmlformats.org/drawingml/2006/main" noChangeAspect="1"/>
          </p:cNvPicPr>
          <p:nvPr/>
        </p:nvPicPr>
        <p:blipFill>
          <a:blip xmlns:r="http://schemas.openxmlformats.org/officeDocument/2006/relationships" xmlns:a="http://schemas.openxmlformats.org/drawingml/2006/main" r:embed="Raebba5113e054ad1"/>
          <a:srcRect xmlns:a="http://schemas.openxmlformats.org/drawingml/2006/main" l="67800" t="7800" r="3500" b="83300"/>
          <a:stretch xmlns:a="http://schemas.openxmlformats.org/drawingml/2006/main"/>
        </p:blipFill>
        <p:spPr>
          <a:xfrm xmlns:a="http://schemas.openxmlformats.org/drawingml/2006/main">
            <a:off x="533400" y="847725"/>
            <a:ext cx="4429125" cy="714375"/>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CA2EBDBF-30D2-4CCF-A315-DFD7145FAB7A}"/>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01 / 17</a:t>
            </a:r>
          </a:p>
        </p:txBody>
      </p:sp>
      <p:sp>
        <p:nvSpPr>
          <p:cNvPr id="3" name="current-content-34">
            <a:extLst xmlns:a="http://schemas.openxmlformats.org/drawingml/2006/main">
              <a:ext uri="{FF2B5EF4-FFF2-40B4-BE49-F238E27FC236}">
                <a16:creationId xmlns:a16="http://schemas.microsoft.com/office/drawing/2014/main" id="{8D007C2F-05F5-4A09-A241-66E35F0B4984}"/>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defRPr sz="1950" b="1">
                <a:solidFill>
                  <a:srgbClr val="0070C0"/>
                </a:solidFill>
                <a:latin typeface="Raleway"/>
                <a:ea typeface="Raleway"/>
                <a:cs typeface="Raleway"/>
              </a:defRPr>
            </a:lvl1pPr>
            <a:lvl2pPr algn="l">
              <a:defRPr sz="1950" b="1">
                <a:solidFill>
                  <a:srgbClr val="0070C0"/>
                </a:solidFill>
                <a:latin typeface="Raleway"/>
                <a:ea typeface="Raleway"/>
                <a:cs typeface="Raleway"/>
              </a:defRPr>
            </a:lvl2pPr>
            <a:lvl3pPr algn="l">
              <a:defRPr sz="1950" b="1">
                <a:solidFill>
                  <a:srgbClr val="0070C0"/>
                </a:solidFill>
                <a:latin typeface="Raleway"/>
                <a:ea typeface="Raleway"/>
                <a:cs typeface="Raleway"/>
              </a:defRPr>
            </a:lvl3pPr>
            <a:lvl4pPr algn="l">
              <a:defRPr sz="1950" b="1">
                <a:solidFill>
                  <a:srgbClr val="0070C0"/>
                </a:solidFill>
                <a:latin typeface="Raleway"/>
                <a:ea typeface="Raleway"/>
                <a:cs typeface="Raleway"/>
              </a:defRPr>
            </a:lvl4pPr>
            <a:lvl5pPr algn="l">
              <a:defRPr sz="1950" b="1">
                <a:solidFill>
                  <a:srgbClr val="0070C0"/>
                </a:solidFill>
                <a:latin typeface="Raleway"/>
                <a:ea typeface="Raleway"/>
                <a:cs typeface="Raleway"/>
              </a:defRPr>
            </a:lvl5pPr>
            <a:lvl6pPr algn="l">
              <a:defRPr sz="1950" b="1">
                <a:solidFill>
                  <a:srgbClr val="0070C0"/>
                </a:solidFill>
                <a:latin typeface="Raleway"/>
                <a:ea typeface="Raleway"/>
                <a:cs typeface="Raleway"/>
              </a:defRPr>
            </a:lvl6pPr>
            <a:lvl7pPr algn="l">
              <a:defRPr sz="1950" b="1">
                <a:solidFill>
                  <a:srgbClr val="0070C0"/>
                </a:solidFill>
                <a:latin typeface="Raleway"/>
                <a:ea typeface="Raleway"/>
                <a:cs typeface="Raleway"/>
              </a:defRPr>
            </a:lvl7pPr>
            <a:lvl8pPr algn="l">
              <a:defRPr sz="1950" b="1">
                <a:solidFill>
                  <a:srgbClr val="0070C0"/>
                </a:solidFill>
                <a:latin typeface="Raleway"/>
                <a:ea typeface="Raleway"/>
                <a:cs typeface="Raleway"/>
              </a:defRPr>
            </a:lvl8pPr>
            <a:lvl9pPr algn="l">
              <a:defRPr sz="1950" b="1">
                <a:solidFill>
                  <a:srgbClr val="0070C0"/>
                </a:solidFill>
                <a:latin typeface="Raleway"/>
                <a:ea typeface="Raleway"/>
                <a:cs typeface="Raleway"/>
              </a:defRPr>
            </a:lvl9pPr>
          </a:lstStyle>
          <a:p xmlns:a="http://schemas.openxmlformats.org/drawingml/2006/main">
            <a:pPr algn="l">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CCD4CD6F-3B7E-4D32-AFD5-59362EA20982}"/>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defRPr sz="1875" b="1">
                <a:solidFill>
                  <a:srgbClr val="171717"/>
                </a:solidFill>
                <a:latin typeface="Cambria"/>
                <a:ea typeface="Cambria"/>
                <a:cs typeface="Cambria"/>
              </a:defRPr>
            </a:lvl1pPr>
            <a:lvl2pPr algn="ctr">
              <a:defRPr sz="1875" b="1">
                <a:solidFill>
                  <a:srgbClr val="171717"/>
                </a:solidFill>
                <a:latin typeface="Cambria"/>
                <a:ea typeface="Cambria"/>
                <a:cs typeface="Cambria"/>
              </a:defRPr>
            </a:lvl2pPr>
            <a:lvl3pPr algn="ctr">
              <a:defRPr sz="1875" b="1">
                <a:solidFill>
                  <a:srgbClr val="171717"/>
                </a:solidFill>
                <a:latin typeface="Cambria"/>
                <a:ea typeface="Cambria"/>
                <a:cs typeface="Cambria"/>
              </a:defRPr>
            </a:lvl3pPr>
            <a:lvl4pPr algn="ctr">
              <a:defRPr sz="1875" b="1">
                <a:solidFill>
                  <a:srgbClr val="171717"/>
                </a:solidFill>
                <a:latin typeface="Cambria"/>
                <a:ea typeface="Cambria"/>
                <a:cs typeface="Cambria"/>
              </a:defRPr>
            </a:lvl4pPr>
            <a:lvl5pPr algn="ctr">
              <a:defRPr sz="1875" b="1">
                <a:solidFill>
                  <a:srgbClr val="171717"/>
                </a:solidFill>
                <a:latin typeface="Cambria"/>
                <a:ea typeface="Cambria"/>
                <a:cs typeface="Cambria"/>
              </a:defRPr>
            </a:lvl5pPr>
            <a:lvl6pPr algn="ctr">
              <a:defRPr sz="1875" b="1">
                <a:solidFill>
                  <a:srgbClr val="171717"/>
                </a:solidFill>
                <a:latin typeface="Cambria"/>
                <a:ea typeface="Cambria"/>
                <a:cs typeface="Cambria"/>
              </a:defRPr>
            </a:lvl6pPr>
            <a:lvl7pPr algn="ctr">
              <a:defRPr sz="1875" b="1">
                <a:solidFill>
                  <a:srgbClr val="171717"/>
                </a:solidFill>
                <a:latin typeface="Cambria"/>
                <a:ea typeface="Cambria"/>
                <a:cs typeface="Cambria"/>
              </a:defRPr>
            </a:lvl7pPr>
            <a:lvl8pPr algn="ctr">
              <a:defRPr sz="1875" b="1">
                <a:solidFill>
                  <a:srgbClr val="171717"/>
                </a:solidFill>
                <a:latin typeface="Cambria"/>
                <a:ea typeface="Cambria"/>
                <a:cs typeface="Cambria"/>
              </a:defRPr>
            </a:lvl8pPr>
            <a:lvl9pPr algn="ctr">
              <a:defRPr sz="1875" b="1">
                <a:solidFill>
                  <a:srgbClr val="171717"/>
                </a:solidFill>
                <a:latin typeface="Cambria"/>
                <a:ea typeface="Cambria"/>
                <a:cs typeface="Cambria"/>
              </a:defRPr>
            </a:lvl9pPr>
          </a:lstStyle>
          <a:p xmlns:a="http://schemas.openxmlformats.org/drawingml/2006/main">
            <a:pPr algn="ctr">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38B66ED3-26D0-4732-8A32-2F43342670B8}"/>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defRPr sz="1350" b="1">
                <a:solidFill>
                  <a:srgbClr val="171717"/>
                </a:solidFill>
                <a:latin typeface="Arial"/>
                <a:ea typeface="Arial"/>
                <a:cs typeface="Arial"/>
              </a:defRPr>
            </a:lvl1pPr>
            <a:lvl2pPr algn="ctr">
              <a:defRPr sz="1350" b="1">
                <a:solidFill>
                  <a:srgbClr val="171717"/>
                </a:solidFill>
                <a:latin typeface="Arial"/>
                <a:ea typeface="Arial"/>
                <a:cs typeface="Arial"/>
              </a:defRPr>
            </a:lvl2pPr>
            <a:lvl3pPr algn="ctr">
              <a:defRPr sz="1350" b="1">
                <a:solidFill>
                  <a:srgbClr val="171717"/>
                </a:solidFill>
                <a:latin typeface="Arial"/>
                <a:ea typeface="Arial"/>
                <a:cs typeface="Arial"/>
              </a:defRPr>
            </a:lvl3pPr>
            <a:lvl4pPr algn="ctr">
              <a:defRPr sz="1350" b="1">
                <a:solidFill>
                  <a:srgbClr val="171717"/>
                </a:solidFill>
                <a:latin typeface="Arial"/>
                <a:ea typeface="Arial"/>
                <a:cs typeface="Arial"/>
              </a:defRPr>
            </a:lvl4pPr>
            <a:lvl5pPr algn="ctr">
              <a:defRPr sz="1350" b="1">
                <a:solidFill>
                  <a:srgbClr val="171717"/>
                </a:solidFill>
                <a:latin typeface="Arial"/>
                <a:ea typeface="Arial"/>
                <a:cs typeface="Arial"/>
              </a:defRPr>
            </a:lvl5pPr>
            <a:lvl6pPr algn="ctr">
              <a:defRPr sz="1350" b="1">
                <a:solidFill>
                  <a:srgbClr val="171717"/>
                </a:solidFill>
                <a:latin typeface="Arial"/>
                <a:ea typeface="Arial"/>
                <a:cs typeface="Arial"/>
              </a:defRPr>
            </a:lvl6pPr>
            <a:lvl7pPr algn="ctr">
              <a:defRPr sz="1350" b="1">
                <a:solidFill>
                  <a:srgbClr val="171717"/>
                </a:solidFill>
                <a:latin typeface="Arial"/>
                <a:ea typeface="Arial"/>
                <a:cs typeface="Arial"/>
              </a:defRPr>
            </a:lvl7pPr>
            <a:lvl8pPr algn="ctr">
              <a:defRPr sz="1350" b="1">
                <a:solidFill>
                  <a:srgbClr val="171717"/>
                </a:solidFill>
                <a:latin typeface="Arial"/>
                <a:ea typeface="Arial"/>
                <a:cs typeface="Arial"/>
              </a:defRPr>
            </a:lvl8pPr>
            <a:lvl9pPr algn="ctr">
              <a:defRPr sz="1350" b="1">
                <a:solidFill>
                  <a:srgbClr val="171717"/>
                </a:solidFill>
                <a:latin typeface="Arial"/>
                <a:ea typeface="Arial"/>
                <a:cs typeface="Arial"/>
              </a:defRPr>
            </a:lvl9pPr>
          </a:lstStyle>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A7E97DBC-05C4-4DD0-BAC0-1A6E00033E16}"/>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72D9D35-13FD-410A-9D2A-DAA95F95F4AA}"/>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defRPr sz="975" b="0">
                <a:solidFill>
                  <a:srgbClr val="595959"/>
                </a:solidFill>
                <a:latin typeface="Arial"/>
                <a:ea typeface="Arial"/>
                <a:cs typeface="Arial"/>
              </a:defRPr>
            </a:lvl1pPr>
            <a:lvl2pPr algn="l">
              <a:defRPr sz="975" b="0">
                <a:solidFill>
                  <a:srgbClr val="595959"/>
                </a:solidFill>
                <a:latin typeface="Arial"/>
                <a:ea typeface="Arial"/>
                <a:cs typeface="Arial"/>
              </a:defRPr>
            </a:lvl2pPr>
            <a:lvl3pPr algn="l">
              <a:defRPr sz="975" b="0">
                <a:solidFill>
                  <a:srgbClr val="595959"/>
                </a:solidFill>
                <a:latin typeface="Arial"/>
                <a:ea typeface="Arial"/>
                <a:cs typeface="Arial"/>
              </a:defRPr>
            </a:lvl3pPr>
            <a:lvl4pPr algn="l">
              <a:defRPr sz="975" b="0">
                <a:solidFill>
                  <a:srgbClr val="595959"/>
                </a:solidFill>
                <a:latin typeface="Arial"/>
                <a:ea typeface="Arial"/>
                <a:cs typeface="Arial"/>
              </a:defRPr>
            </a:lvl4pPr>
            <a:lvl5pPr algn="l">
              <a:defRPr sz="975" b="0">
                <a:solidFill>
                  <a:srgbClr val="595959"/>
                </a:solidFill>
                <a:latin typeface="Arial"/>
                <a:ea typeface="Arial"/>
                <a:cs typeface="Arial"/>
              </a:defRPr>
            </a:lvl5pPr>
            <a:lvl6pPr algn="l">
              <a:defRPr sz="975" b="0">
                <a:solidFill>
                  <a:srgbClr val="595959"/>
                </a:solidFill>
                <a:latin typeface="Arial"/>
                <a:ea typeface="Arial"/>
                <a:cs typeface="Arial"/>
              </a:defRPr>
            </a:lvl6pPr>
            <a:lvl7pPr algn="l">
              <a:defRPr sz="975" b="0">
                <a:solidFill>
                  <a:srgbClr val="595959"/>
                </a:solidFill>
                <a:latin typeface="Arial"/>
                <a:ea typeface="Arial"/>
                <a:cs typeface="Arial"/>
              </a:defRPr>
            </a:lvl7pPr>
            <a:lvl8pPr algn="l">
              <a:defRPr sz="975" b="0">
                <a:solidFill>
                  <a:srgbClr val="595959"/>
                </a:solidFill>
                <a:latin typeface="Arial"/>
                <a:ea typeface="Arial"/>
                <a:cs typeface="Arial"/>
              </a:defRPr>
            </a:lvl8pPr>
            <a:lvl9pPr algn="l">
              <a:defRPr sz="975" b="0">
                <a:solidFill>
                  <a:srgbClr val="595959"/>
                </a:solidFill>
                <a:latin typeface="Arial"/>
                <a:ea typeface="Arial"/>
                <a:cs typeface="Arial"/>
              </a:defRPr>
            </a:lvl9pPr>
          </a:lstStyle>
          <a:p xmlns:a="http://schemas.openxmlformats.org/drawingml/2006/main">
            <a:pPr algn="l">
              <a:defRPr sz="975" b="0">
                <a:solidFill>
                  <a:srgbClr val="595959"/>
                </a:solidFill>
                <a:latin typeface="Arial"/>
                <a:ea typeface="Arial"/>
                <a:cs typeface="Arial"/>
              </a:defRPr>
            </a:pPr>
            <a:r>
              <a:rPr sz="975" b="0">
                <a:solidFill>
                  <a:srgbClr val="595959"/>
                </a:solidFill>
                <a:latin typeface="Arial"/>
                <a:ea typeface="Arial"/>
                <a:cs typeface="Arial"/>
              </a:rPr>
              <a:t>Adviser: [Adviser name]     Academic year: [Academic year]</a:t>
            </a:r>
          </a:p>
        </p:txBody>
      </p:sp>
    </p:spTree>
    <p:extLst>
      <p:ext uri="{BB962C8B-B14F-4D97-AF65-F5344CB8AC3E}">
        <p14:creationId xmlns:p14="http://schemas.microsoft.com/office/powerpoint/2010/main" val="3671123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0FADB10-A088-4DE6-8E06-F65FB716E59C}"/>
              </a:ext>
            </a:extLst>
          </p:cNvPr>
          <p:cNvPicPr>
            <a:picLocks xmlns:a="http://schemas.openxmlformats.org/drawingml/2006/main" noChangeAspect="1"/>
          </p:cNvPicPr>
          <p:nvPr/>
        </p:nvPicPr>
        <p:blipFill>
          <a:blip xmlns:r="http://schemas.openxmlformats.org/officeDocument/2006/relationships" xmlns:a="http://schemas.openxmlformats.org/drawingml/2006/main" r:embed="R1e4d0674709245db"/>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8BC623B3-EBB7-43A0-9D28-FC3B1CF12D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pic>
        <p:nvPicPr>
          <p:cNvPr id="3" name="">
            <a:extLst xmlns:a="http://schemas.openxmlformats.org/drawingml/2006/main">
              <a:ext uri="{FF2B5EF4-FFF2-40B4-BE49-F238E27FC236}">
                <a16:creationId xmlns:a16="http://schemas.microsoft.com/office/drawing/2014/main" id="{12E0B858-FB90-4558-9487-FA3CE39CCBBA}"/>
              </a:ext>
            </a:extLst>
          </p:cNvPr>
          <p:cNvPicPr>
            <a:picLocks xmlns:a="http://schemas.openxmlformats.org/drawingml/2006/main" noChangeAspect="1"/>
          </p:cNvPicPr>
          <p:nvPr/>
        </p:nvPicPr>
        <p:blipFill>
          <a:blip xmlns:r="http://schemas.openxmlformats.org/officeDocument/2006/relationships" xmlns:a="http://schemas.openxmlformats.org/drawingml/2006/main" r:embed="R11b1acdd883e4fb8"/>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3">
            <a:extLst xmlns:a="http://schemas.openxmlformats.org/drawingml/2006/main">
              <a:ext uri="{FF2B5EF4-FFF2-40B4-BE49-F238E27FC236}">
                <a16:creationId xmlns:a16="http://schemas.microsoft.com/office/drawing/2014/main" id="{DD5F7E09-77DA-4A6B-B6A8-1C99F75AED4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02 / 17</a:t>
            </a:r>
          </a:p>
        </p:txBody>
      </p:sp>
      <p:sp>
        <p:nvSpPr>
          <p:cNvPr id="5" name="current-content-39">
            <a:extLst xmlns:a="http://schemas.openxmlformats.org/drawingml/2006/main">
              <a:ext uri="{FF2B5EF4-FFF2-40B4-BE49-F238E27FC236}">
                <a16:creationId xmlns:a16="http://schemas.microsoft.com/office/drawing/2014/main" id="{6D4ED9DE-39C1-4A3F-B905-860B5E16D1D8}"/>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6" name="current-content-40">
            <a:extLst xmlns:a="http://schemas.openxmlformats.org/drawingml/2006/main">
              <a:ext uri="{FF2B5EF4-FFF2-40B4-BE49-F238E27FC236}">
                <a16:creationId xmlns:a16="http://schemas.microsoft.com/office/drawing/2014/main" id="{455D11D6-8855-4786-9743-8D022C6A8FBD}"/>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7" name="current-content-41">
            <a:extLst xmlns:a="http://schemas.openxmlformats.org/drawingml/2006/main">
              <a:ext uri="{FF2B5EF4-FFF2-40B4-BE49-F238E27FC236}">
                <a16:creationId xmlns:a16="http://schemas.microsoft.com/office/drawing/2014/main" id="{B02AA79A-55CF-418C-8296-8FBAB2961C55}"/>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8" name="current-content-42">
            <a:extLst xmlns:a="http://schemas.openxmlformats.org/drawingml/2006/main">
              <a:ext uri="{FF2B5EF4-FFF2-40B4-BE49-F238E27FC236}">
                <a16:creationId xmlns:a16="http://schemas.microsoft.com/office/drawing/2014/main" id="{492DB6BC-8C01-4851-87BE-0B6DE3B295AB}"/>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9" name="current-content-43">
            <a:extLst xmlns:a="http://schemas.openxmlformats.org/drawingml/2006/main">
              <a:ext uri="{FF2B5EF4-FFF2-40B4-BE49-F238E27FC236}">
                <a16:creationId xmlns:a16="http://schemas.microsoft.com/office/drawing/2014/main" id="{804A2CB9-7187-454F-9C79-B0BFE6D274EA}"/>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10" name="current-content-44">
            <a:extLst xmlns:a="http://schemas.openxmlformats.org/drawingml/2006/main">
              <a:ext uri="{FF2B5EF4-FFF2-40B4-BE49-F238E27FC236}">
                <a16:creationId xmlns:a16="http://schemas.microsoft.com/office/drawing/2014/main" id="{8157087E-3F1C-4562-AD1F-5B014894580B}"/>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1" name="current-content-45">
            <a:extLst xmlns:a="http://schemas.openxmlformats.org/drawingml/2006/main">
              <a:ext uri="{FF2B5EF4-FFF2-40B4-BE49-F238E27FC236}">
                <a16:creationId xmlns:a16="http://schemas.microsoft.com/office/drawing/2014/main" id="{27577D26-B954-4A27-9F32-C33F3FFDBBF4}"/>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2" name="current-content-46">
            <a:extLst xmlns:a="http://schemas.openxmlformats.org/drawingml/2006/main">
              <a:ext uri="{FF2B5EF4-FFF2-40B4-BE49-F238E27FC236}">
                <a16:creationId xmlns:a16="http://schemas.microsoft.com/office/drawing/2014/main" id="{59F84F0A-63A6-4EB9-B29D-3A3230B539A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94927851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809A26B-7878-45AB-8802-24512A9EAE96}"/>
              </a:ext>
            </a:extLst>
          </p:cNvPr>
          <p:cNvPicPr>
            <a:picLocks xmlns:a="http://schemas.openxmlformats.org/drawingml/2006/main" noChangeAspect="1"/>
          </p:cNvPicPr>
          <p:nvPr/>
        </p:nvPicPr>
        <p:blipFill>
          <a:blip xmlns:r="http://schemas.openxmlformats.org/officeDocument/2006/relationships" xmlns:a="http://schemas.openxmlformats.org/drawingml/2006/main" r:embed="Rde2c5a7d50f742ba"/>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D08D0661-0457-4A41-8CC2-F9B8DDE186B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pic>
        <p:nvPicPr>
          <p:cNvPr id="3" name="">
            <a:extLst xmlns:a="http://schemas.openxmlformats.org/drawingml/2006/main">
              <a:ext uri="{FF2B5EF4-FFF2-40B4-BE49-F238E27FC236}">
                <a16:creationId xmlns:a16="http://schemas.microsoft.com/office/drawing/2014/main" id="{09BA6DC2-2C04-43B9-819C-E4F94AFDB092}"/>
              </a:ext>
            </a:extLst>
          </p:cNvPr>
          <p:cNvPicPr>
            <a:picLocks xmlns:a="http://schemas.openxmlformats.org/drawingml/2006/main" noChangeAspect="1"/>
          </p:cNvPicPr>
          <p:nvPr/>
        </p:nvPicPr>
        <p:blipFill>
          <a:blip xmlns:r="http://schemas.openxmlformats.org/officeDocument/2006/relationships" xmlns:a="http://schemas.openxmlformats.org/drawingml/2006/main" r:embed="Re51d5fad4e3c4eef"/>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5">
            <a:extLst xmlns:a="http://schemas.openxmlformats.org/drawingml/2006/main">
              <a:ext uri="{FF2B5EF4-FFF2-40B4-BE49-F238E27FC236}">
                <a16:creationId xmlns:a16="http://schemas.microsoft.com/office/drawing/2014/main" id="{929386EA-5EFA-4372-A0C4-E11622CA7888}"/>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03 / 17</a:t>
            </a:r>
          </a:p>
        </p:txBody>
      </p:sp>
      <p:sp>
        <p:nvSpPr>
          <p:cNvPr id="5" name="current-content-47">
            <a:extLst xmlns:a="http://schemas.openxmlformats.org/drawingml/2006/main">
              <a:ext uri="{FF2B5EF4-FFF2-40B4-BE49-F238E27FC236}">
                <a16:creationId xmlns:a16="http://schemas.microsoft.com/office/drawing/2014/main" id="{C738DC33-ED5F-4800-970A-D1D71AAC67D3}"/>
              </a:ext>
            </a:extLst>
          </p:cNvPr>
          <p:cNvSpPr>
            <a:spLocks xmlns:a="http://schemas.openxmlformats.org/drawingml/2006/main" noGrp="1"/>
          </p:cNvSpPr>
          <p:nvPr/>
        </p:nvSpPr>
        <p:spPr>
          <a:xfrm xmlns:a="http://schemas.openxmlformats.org/drawingml/2006/main">
            <a:off x="533400" y="1266825"/>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Separate sales and stock records create delayed visibility</a:t>
            </a:r>
          </a:p>
        </p:txBody>
      </p:sp>
      <p:sp>
        <p:nvSpPr>
          <p:cNvPr id="6" name="current-content-48">
            <a:extLst xmlns:a="http://schemas.openxmlformats.org/drawingml/2006/main">
              <a:ext uri="{FF2B5EF4-FFF2-40B4-BE49-F238E27FC236}">
                <a16:creationId xmlns:a16="http://schemas.microsoft.com/office/drawing/2014/main" id="{3AE4DE66-DF96-460A-BB35-973CC97CA760}"/>
              </a:ext>
            </a:extLst>
          </p:cNvPr>
          <p:cNvSpPr>
            <a:spLocks xmlns:a="http://schemas.openxmlformats.org/drawingml/2006/main" noGrp="1"/>
          </p:cNvSpPr>
          <p:nvPr/>
        </p:nvSpPr>
        <p:spPr>
          <a:xfrm xmlns:a="http://schemas.openxmlformats.org/drawingml/2006/main">
            <a:off x="533400" y="19335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Manual entry and later reconciliation make owners compare</a:t>
            </a:r>
          </a:p>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several records before routine decisions.</a:t>
            </a:r>
          </a:p>
        </p:txBody>
      </p:sp>
      <p:sp>
        <p:nvSpPr>
          <p:cNvPr id="7" name="">
            <a:extLst xmlns:a="http://schemas.openxmlformats.org/drawingml/2006/main">
              <a:ext uri="{FF2B5EF4-FFF2-40B4-BE49-F238E27FC236}">
                <a16:creationId xmlns:a16="http://schemas.microsoft.com/office/drawing/2014/main" id="{B2CD92FD-B641-4C77-84A2-378661C46CBC}"/>
              </a:ext>
            </a:extLst>
          </p:cNvPr>
          <p:cNvSpPr>
            <a:spLocks xmlns:a="http://schemas.openxmlformats.org/drawingml/2006/main" noGrp="1"/>
          </p:cNvSpPr>
          <p:nvPr/>
        </p:nvSpPr>
        <p:spPr>
          <a:xfrm xmlns:a="http://schemas.openxmlformats.org/drawingml/2006/main">
            <a:off x="53340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 recorded</a:t>
            </a:r>
          </a:p>
        </p:txBody>
      </p:sp>
      <p:sp>
        <p:nvSpPr>
          <p:cNvPr id="8" name="">
            <a:extLst xmlns:a="http://schemas.openxmlformats.org/drawingml/2006/main">
              <a:ext uri="{FF2B5EF4-FFF2-40B4-BE49-F238E27FC236}">
                <a16:creationId xmlns:a16="http://schemas.microsoft.com/office/drawing/2014/main" id="{FBE90E56-47BF-41E4-BFDF-22295F745964}"/>
              </a:ext>
            </a:extLst>
          </p:cNvPr>
          <p:cNvSpPr>
            <a:spLocks xmlns:a="http://schemas.openxmlformats.org/drawingml/2006/main" noGrp="1"/>
          </p:cNvSpPr>
          <p:nvPr/>
        </p:nvSpPr>
        <p:spPr>
          <a:xfrm xmlns:a="http://schemas.openxmlformats.org/drawingml/2006/main">
            <a:off x="3419475"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Stock encoded later</a:t>
            </a:r>
          </a:p>
        </p:txBody>
      </p:sp>
      <p:sp>
        <p:nvSpPr>
          <p:cNvPr id="9" name="">
            <a:extLst xmlns:a="http://schemas.openxmlformats.org/drawingml/2006/main">
              <a:ext uri="{FF2B5EF4-FFF2-40B4-BE49-F238E27FC236}">
                <a16:creationId xmlns:a16="http://schemas.microsoft.com/office/drawing/2014/main" id="{2D37654C-5457-4BCD-986F-4C30F929315C}"/>
              </a:ext>
            </a:extLst>
          </p:cNvPr>
          <p:cNvSpPr>
            <a:spLocks xmlns:a="http://schemas.openxmlformats.org/drawingml/2006/main" noGrp="1"/>
          </p:cNvSpPr>
          <p:nvPr/>
        </p:nvSpPr>
        <p:spPr>
          <a:xfrm xmlns:a="http://schemas.openxmlformats.org/drawingml/2006/main">
            <a:off x="630555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Owner reconciles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before ordering</a:t>
            </a:r>
          </a:p>
        </p:txBody>
      </p:sp>
      <p:sp>
        <p:nvSpPr>
          <p:cNvPr id="12" name="current-content-49">
            <a:extLst xmlns:a="http://schemas.openxmlformats.org/drawingml/2006/main">
              <a:ext uri="{FF2B5EF4-FFF2-40B4-BE49-F238E27FC236}">
                <a16:creationId xmlns:a16="http://schemas.microsoft.com/office/drawing/2014/main" id="{E3092E5A-5716-4A0A-96A3-0EC92CD03969}"/>
              </a:ext>
            </a:extLst>
          </p:cNvPr>
          <p:cNvSpPr>
            <a:spLocks xmlns:a="http://schemas.openxmlformats.org/drawingml/2006/main" noGrp="1"/>
          </p:cNvSpPr>
          <p:nvPr/>
        </p:nvSpPr>
        <p:spPr>
          <a:xfrm xmlns:a="http://schemas.openxmlformats.org/drawingml/2006/main">
            <a:off x="533400" y="3981450"/>
            <a:ext cx="805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Illustrative scenario based on the manuscript’s operational problem</a:t>
            </a:r>
          </a:p>
        </p:txBody>
      </p:sp>
      <p:cxnSp>
        <p:nvCxnSpPr>
          <p:cNvPr id="10" name="">
            <a:extLst xmlns:a="http://schemas.openxmlformats.org/drawingml/2006/main">
              <a:ext uri="{FF2B5EF4-FFF2-40B4-BE49-F238E27FC236}">
                <a16:creationId xmlns:a16="http://schemas.microsoft.com/office/drawing/2014/main" id="{B9FA2DF4-B71E-49AC-B529-D415A6C26D09}"/>
              </a:ext>
            </a:extLst>
          </p:cNvPr>
          <p:cNvCxnSpPr>
            <a:stCxn xmlns:a="http://schemas.openxmlformats.org/drawingml/2006/main" id="7" idx="3"/>
            <a:endCxn xmlns:a="http://schemas.openxmlformats.org/drawingml/2006/main" id="8" idx="1"/>
          </p:cNvCxnSpPr>
          <p:nvPr/>
        </p:nvCxnSpPr>
        <p:spPr>
          <a:xfrm xmlns:a="http://schemas.openxmlformats.org/drawingml/2006/main">
            <a:off x="2819400"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
            <a:extLst xmlns:a="http://schemas.openxmlformats.org/drawingml/2006/main">
              <a:ext uri="{FF2B5EF4-FFF2-40B4-BE49-F238E27FC236}">
                <a16:creationId xmlns:a16="http://schemas.microsoft.com/office/drawing/2014/main" id="{E28C817B-1D75-411C-8B65-E7F96DD62C71}"/>
              </a:ext>
            </a:extLst>
          </p:cNvPr>
          <p:cNvCxnSpPr>
            <a:stCxn xmlns:a="http://schemas.openxmlformats.org/drawingml/2006/main" id="8" idx="3"/>
            <a:endCxn xmlns:a="http://schemas.openxmlformats.org/drawingml/2006/main" id="9" idx="1"/>
          </p:cNvCxnSpPr>
          <p:nvPr/>
        </p:nvCxnSpPr>
        <p:spPr>
          <a:xfrm xmlns:a="http://schemas.openxmlformats.org/drawingml/2006/main">
            <a:off x="5705475"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6062044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F6FFB1B-FD25-44C9-B8D0-29065AF329D5}"/>
              </a:ext>
            </a:extLst>
          </p:cNvPr>
          <p:cNvPicPr>
            <a:picLocks xmlns:a="http://schemas.openxmlformats.org/drawingml/2006/main" noChangeAspect="1"/>
          </p:cNvPicPr>
          <p:nvPr/>
        </p:nvPicPr>
        <p:blipFill>
          <a:blip xmlns:r="http://schemas.openxmlformats.org/officeDocument/2006/relationships" xmlns:a="http://schemas.openxmlformats.org/drawingml/2006/main" r:embed="R126c79a68b604013"/>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F753F1DB-4D19-4BC0-BE2B-E7B66494DA6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pic>
        <p:nvPicPr>
          <p:cNvPr id="3" name="">
            <a:extLst xmlns:a="http://schemas.openxmlformats.org/drawingml/2006/main">
              <a:ext uri="{FF2B5EF4-FFF2-40B4-BE49-F238E27FC236}">
                <a16:creationId xmlns:a16="http://schemas.microsoft.com/office/drawing/2014/main" id="{F6562922-6D9D-46A7-BFFE-4833B8BC645C}"/>
              </a:ext>
            </a:extLst>
          </p:cNvPr>
          <p:cNvPicPr>
            <a:picLocks xmlns:a="http://schemas.openxmlformats.org/drawingml/2006/main" noChangeAspect="1"/>
          </p:cNvPicPr>
          <p:nvPr/>
        </p:nvPicPr>
        <p:blipFill>
          <a:blip xmlns:r="http://schemas.openxmlformats.org/officeDocument/2006/relationships" xmlns:a="http://schemas.openxmlformats.org/drawingml/2006/main" r:embed="R1e8512a5b16d4c64"/>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7">
            <a:extLst xmlns:a="http://schemas.openxmlformats.org/drawingml/2006/main">
              <a:ext uri="{FF2B5EF4-FFF2-40B4-BE49-F238E27FC236}">
                <a16:creationId xmlns:a16="http://schemas.microsoft.com/office/drawing/2014/main" id="{82AC257F-E9C1-4AF2-BDF9-AD44D51C69D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04 / 17</a:t>
            </a:r>
          </a:p>
        </p:txBody>
      </p:sp>
      <p:sp>
        <p:nvSpPr>
          <p:cNvPr id="5" name="current-content-50">
            <a:extLst xmlns:a="http://schemas.openxmlformats.org/drawingml/2006/main">
              <a:ext uri="{FF2B5EF4-FFF2-40B4-BE49-F238E27FC236}">
                <a16:creationId xmlns:a16="http://schemas.microsoft.com/office/drawing/2014/main" id="{E7615F45-2D16-41CD-9E39-778BB2D10464}"/>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6" name="current-content-51">
            <a:extLst xmlns:a="http://schemas.openxmlformats.org/drawingml/2006/main">
              <a:ext uri="{FF2B5EF4-FFF2-40B4-BE49-F238E27FC236}">
                <a16:creationId xmlns:a16="http://schemas.microsoft.com/office/drawing/2014/main" id="{F418FC7E-EC97-4F76-B0A0-680385142840}"/>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7" name="">
            <a:extLst xmlns:a="http://schemas.openxmlformats.org/drawingml/2006/main">
              <a:ext uri="{FF2B5EF4-FFF2-40B4-BE49-F238E27FC236}">
                <a16:creationId xmlns:a16="http://schemas.microsoft.com/office/drawing/2014/main" id="{B8900365-98BF-4604-9275-484BD9E779F1}"/>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sp>
      <p:sp>
        <p:nvSpPr>
          <p:cNvPr id="8" name="current-content-52">
            <a:extLst xmlns:a="http://schemas.openxmlformats.org/drawingml/2006/main">
              <a:ext uri="{FF2B5EF4-FFF2-40B4-BE49-F238E27FC236}">
                <a16:creationId xmlns:a16="http://schemas.microsoft.com/office/drawing/2014/main" id="{6FEC0C4B-2E38-4429-942C-6CC3B1FF584E}"/>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9" name="current-content-53">
            <a:extLst xmlns:a="http://schemas.openxmlformats.org/drawingml/2006/main">
              <a:ext uri="{FF2B5EF4-FFF2-40B4-BE49-F238E27FC236}">
                <a16:creationId xmlns:a16="http://schemas.microsoft.com/office/drawing/2014/main" id="{14D83D10-D6E0-4DA4-A4E1-9E35EFCC0527}"/>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10" name="">
            <a:extLst xmlns:a="http://schemas.openxmlformats.org/drawingml/2006/main">
              <a:ext uri="{FF2B5EF4-FFF2-40B4-BE49-F238E27FC236}">
                <a16:creationId xmlns:a16="http://schemas.microsoft.com/office/drawing/2014/main" id="{3A5A392D-9EE4-46C8-80C1-252EE93A3AD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sp>
      <p:sp>
        <p:nvSpPr>
          <p:cNvPr id="11" name="current-content-54">
            <a:extLst xmlns:a="http://schemas.openxmlformats.org/drawingml/2006/main">
              <a:ext uri="{FF2B5EF4-FFF2-40B4-BE49-F238E27FC236}">
                <a16:creationId xmlns:a16="http://schemas.microsoft.com/office/drawing/2014/main" id="{D50A50C9-6BC2-4847-9C57-AC6C284F66B1}"/>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2" name="current-content-55">
            <a:extLst xmlns:a="http://schemas.openxmlformats.org/drawingml/2006/main">
              <a:ext uri="{FF2B5EF4-FFF2-40B4-BE49-F238E27FC236}">
                <a16:creationId xmlns:a16="http://schemas.microsoft.com/office/drawing/2014/main" id="{1B24D65A-A6E1-41FB-8BC6-792B8847B413}"/>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
        <p:nvSpPr>
          <p:cNvPr id="13" name="current-content-56">
            <a:extLst xmlns:a="http://schemas.openxmlformats.org/drawingml/2006/main">
              <a:ext uri="{FF2B5EF4-FFF2-40B4-BE49-F238E27FC236}">
                <a16:creationId xmlns:a16="http://schemas.microsoft.com/office/drawing/2014/main" id="{3C41491E-06A0-476E-86BA-9D018C63131F}"/>
              </a:ext>
            </a:extLst>
          </p:cNvPr>
          <p:cNvSpPr>
            <a:spLocks xmlns:a="http://schemas.openxmlformats.org/drawingml/2006/main" noGrp="1"/>
          </p:cNvSpPr>
          <p:nvPr/>
        </p:nvSpPr>
        <p:spPr>
          <a:xfrm xmlns:a="http://schemas.openxmlformats.org/drawingml/2006/main">
            <a:off x="533400" y="4352925"/>
            <a:ext cx="805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Acceptability dimensions: cost-effectiveness, reliability, efficiency and security</a:t>
            </a:r>
          </a:p>
        </p:txBody>
      </p:sp>
    </p:spTree>
    <p:extLst>
      <p:ext uri="{BB962C8B-B14F-4D97-AF65-F5344CB8AC3E}">
        <p14:creationId xmlns:p14="http://schemas.microsoft.com/office/powerpoint/2010/main" val="10810142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AE4025B-DDE2-4CEA-ACEC-48D7FEA37E4A}"/>
              </a:ext>
            </a:extLst>
          </p:cNvPr>
          <p:cNvPicPr>
            <a:picLocks xmlns:a="http://schemas.openxmlformats.org/drawingml/2006/main" noChangeAspect="1"/>
          </p:cNvPicPr>
          <p:nvPr/>
        </p:nvPicPr>
        <p:blipFill>
          <a:blip xmlns:r="http://schemas.openxmlformats.org/officeDocument/2006/relationships" xmlns:a="http://schemas.openxmlformats.org/drawingml/2006/main" r:embed="R62e2a888798649ef"/>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ED58014E-76C1-4E29-85C1-832BB8D52FA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pic>
        <p:nvPicPr>
          <p:cNvPr id="3" name="">
            <a:extLst xmlns:a="http://schemas.openxmlformats.org/drawingml/2006/main">
              <a:ext uri="{FF2B5EF4-FFF2-40B4-BE49-F238E27FC236}">
                <a16:creationId xmlns:a16="http://schemas.microsoft.com/office/drawing/2014/main" id="{B476AF8A-36B7-4C91-A269-2510AF16F9C4}"/>
              </a:ext>
            </a:extLst>
          </p:cNvPr>
          <p:cNvPicPr>
            <a:picLocks xmlns:a="http://schemas.openxmlformats.org/drawingml/2006/main" noChangeAspect="1"/>
          </p:cNvPicPr>
          <p:nvPr/>
        </p:nvPicPr>
        <p:blipFill>
          <a:blip xmlns:r="http://schemas.openxmlformats.org/officeDocument/2006/relationships" xmlns:a="http://schemas.openxmlformats.org/drawingml/2006/main" r:embed="R97c606dd202e480c"/>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9">
            <a:extLst xmlns:a="http://schemas.openxmlformats.org/drawingml/2006/main">
              <a:ext uri="{FF2B5EF4-FFF2-40B4-BE49-F238E27FC236}">
                <a16:creationId xmlns:a16="http://schemas.microsoft.com/office/drawing/2014/main" id="{14F7EEDB-4C77-47FC-91CB-C7838682994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05 / 17</a:t>
            </a:r>
          </a:p>
        </p:txBody>
      </p:sp>
      <p:sp>
        <p:nvSpPr>
          <p:cNvPr id="5" name="current-content-57">
            <a:extLst xmlns:a="http://schemas.openxmlformats.org/drawingml/2006/main">
              <a:ext uri="{FF2B5EF4-FFF2-40B4-BE49-F238E27FC236}">
                <a16:creationId xmlns:a16="http://schemas.microsoft.com/office/drawing/2014/main" id="{5ECF1BA3-E53D-41BC-892F-0703137FCD9D}"/>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6" name="current-content-58">
            <a:extLst xmlns:a="http://schemas.openxmlformats.org/drawingml/2006/main">
              <a:ext uri="{FF2B5EF4-FFF2-40B4-BE49-F238E27FC236}">
                <a16:creationId xmlns:a16="http://schemas.microsoft.com/office/drawing/2014/main" id="{D67292B0-1BBB-4E69-B3C0-EDBC25B1D60D}"/>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7" name="current-content-59">
            <a:extLst xmlns:a="http://schemas.openxmlformats.org/drawingml/2006/main">
              <a:ext uri="{FF2B5EF4-FFF2-40B4-BE49-F238E27FC236}">
                <a16:creationId xmlns:a16="http://schemas.microsoft.com/office/drawing/2014/main" id="{56DC2553-6AD0-4A42-8489-7CDB6B0E3828}"/>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8" name="current-content-60">
            <a:extLst xmlns:a="http://schemas.openxmlformats.org/drawingml/2006/main">
              <a:ext uri="{FF2B5EF4-FFF2-40B4-BE49-F238E27FC236}">
                <a16:creationId xmlns:a16="http://schemas.microsoft.com/office/drawing/2014/main" id="{1B1FF0C6-B768-480D-9849-A4E44E40008D}"/>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9" name="current-content-61">
            <a:extLst xmlns:a="http://schemas.openxmlformats.org/drawingml/2006/main">
              <a:ext uri="{FF2B5EF4-FFF2-40B4-BE49-F238E27FC236}">
                <a16:creationId xmlns:a16="http://schemas.microsoft.com/office/drawing/2014/main" id="{F137C9A1-5F97-4F2D-BAAB-151FF3EA4082}"/>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10" name="current-content-62">
            <a:extLst xmlns:a="http://schemas.openxmlformats.org/drawingml/2006/main">
              <a:ext uri="{FF2B5EF4-FFF2-40B4-BE49-F238E27FC236}">
                <a16:creationId xmlns:a16="http://schemas.microsoft.com/office/drawing/2014/main" id="{C5A422C0-294C-4C4B-92AC-0C1F842EF553}"/>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1" name="current-content-63">
            <a:extLst xmlns:a="http://schemas.openxmlformats.org/drawingml/2006/main">
              <a:ext uri="{FF2B5EF4-FFF2-40B4-BE49-F238E27FC236}">
                <a16:creationId xmlns:a16="http://schemas.microsoft.com/office/drawing/2014/main" id="{E7021AD8-7A99-456F-85E5-26C918C663B7}"/>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
        <p:nvSpPr>
          <p:cNvPr id="12" name="current-content-64">
            <a:extLst xmlns:a="http://schemas.openxmlformats.org/drawingml/2006/main">
              <a:ext uri="{FF2B5EF4-FFF2-40B4-BE49-F238E27FC236}">
                <a16:creationId xmlns:a16="http://schemas.microsoft.com/office/drawing/2014/main" id="{48FC7DDC-0CDB-4946-B165-5B865764191C}"/>
              </a:ext>
            </a:extLst>
          </p:cNvPr>
          <p:cNvSpPr>
            <a:spLocks xmlns:a="http://schemas.openxmlformats.org/drawingml/2006/main" noGrp="1"/>
          </p:cNvSpPr>
          <p:nvPr/>
        </p:nvSpPr>
        <p:spPr>
          <a:xfrm xmlns:a="http://schemas.openxmlformats.org/drawingml/2006/main">
            <a:off x="533400" y="441007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Condensed from current manuscript objectives. Adviser confirmation remains pending.</a:t>
            </a:r>
          </a:p>
        </p:txBody>
      </p:sp>
    </p:spTree>
    <p:extLst>
      <p:ext uri="{BB962C8B-B14F-4D97-AF65-F5344CB8AC3E}">
        <p14:creationId xmlns:p14="http://schemas.microsoft.com/office/powerpoint/2010/main" val="13598638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8A584E2-9BF8-4BB7-868D-434036278F0D}"/>
              </a:ext>
            </a:extLst>
          </p:cNvPr>
          <p:cNvPicPr>
            <a:picLocks xmlns:a="http://schemas.openxmlformats.org/drawingml/2006/main" noChangeAspect="1"/>
          </p:cNvPicPr>
          <p:nvPr/>
        </p:nvPicPr>
        <p:blipFill>
          <a:blip xmlns:r="http://schemas.openxmlformats.org/officeDocument/2006/relationships" xmlns:a="http://schemas.openxmlformats.org/drawingml/2006/main" r:embed="R21da47d8902b47c3"/>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65590D36-244D-4805-A4B6-0047B1EF6BC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pic>
        <p:nvPicPr>
          <p:cNvPr id="3" name="">
            <a:extLst xmlns:a="http://schemas.openxmlformats.org/drawingml/2006/main">
              <a:ext uri="{FF2B5EF4-FFF2-40B4-BE49-F238E27FC236}">
                <a16:creationId xmlns:a16="http://schemas.microsoft.com/office/drawing/2014/main" id="{3C043D44-8009-4A55-9926-0C29C8E41264}"/>
              </a:ext>
            </a:extLst>
          </p:cNvPr>
          <p:cNvPicPr>
            <a:picLocks xmlns:a="http://schemas.openxmlformats.org/drawingml/2006/main" noChangeAspect="1"/>
          </p:cNvPicPr>
          <p:nvPr/>
        </p:nvPicPr>
        <p:blipFill>
          <a:blip xmlns:r="http://schemas.openxmlformats.org/officeDocument/2006/relationships" xmlns:a="http://schemas.openxmlformats.org/drawingml/2006/main" r:embed="R8bc4e2b5699d42b9"/>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1">
            <a:extLst xmlns:a="http://schemas.openxmlformats.org/drawingml/2006/main">
              <a:ext uri="{FF2B5EF4-FFF2-40B4-BE49-F238E27FC236}">
                <a16:creationId xmlns:a16="http://schemas.microsoft.com/office/drawing/2014/main" id="{726FAB75-65CA-42B8-ADA6-F492AA56A26E}"/>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06 / 17</a:t>
            </a:r>
          </a:p>
        </p:txBody>
      </p:sp>
      <p:sp>
        <p:nvSpPr>
          <p:cNvPr id="5" name="current-content-65">
            <a:extLst xmlns:a="http://schemas.openxmlformats.org/drawingml/2006/main">
              <a:ext uri="{FF2B5EF4-FFF2-40B4-BE49-F238E27FC236}">
                <a16:creationId xmlns:a16="http://schemas.microsoft.com/office/drawing/2014/main" id="{781D7C13-2ECE-4661-BD58-8AEDF88AE698}"/>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6" name="current-content-66">
            <a:extLst xmlns:a="http://schemas.openxmlformats.org/drawingml/2006/main">
              <a:ext uri="{FF2B5EF4-FFF2-40B4-BE49-F238E27FC236}">
                <a16:creationId xmlns:a16="http://schemas.microsoft.com/office/drawing/2014/main" id="{A447BE14-3C63-4DDA-8153-393BE21E3C25}"/>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7" name="current-content-67">
            <a:extLst xmlns:a="http://schemas.openxmlformats.org/drawingml/2006/main">
              <a:ext uri="{FF2B5EF4-FFF2-40B4-BE49-F238E27FC236}">
                <a16:creationId xmlns:a16="http://schemas.microsoft.com/office/drawing/2014/main" id="{57DADE5C-FDFA-4FDE-9267-4A98B82150D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8" name="">
            <a:extLst xmlns:a="http://schemas.openxmlformats.org/drawingml/2006/main">
              <a:ext uri="{FF2B5EF4-FFF2-40B4-BE49-F238E27FC236}">
                <a16:creationId xmlns:a16="http://schemas.microsoft.com/office/drawing/2014/main" id="{894F3429-ABEB-4816-B35E-FE12E4EFFF66}"/>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sp>
      <p:sp>
        <p:nvSpPr>
          <p:cNvPr id="9" name="current-content-68">
            <a:extLst xmlns:a="http://schemas.openxmlformats.org/drawingml/2006/main">
              <a:ext uri="{FF2B5EF4-FFF2-40B4-BE49-F238E27FC236}">
                <a16:creationId xmlns:a16="http://schemas.microsoft.com/office/drawing/2014/main" id="{F6EFB13E-ED48-4454-9A2C-F2417D54B425}"/>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10" name="current-content-69">
            <a:extLst xmlns:a="http://schemas.openxmlformats.org/drawingml/2006/main">
              <a:ext uri="{FF2B5EF4-FFF2-40B4-BE49-F238E27FC236}">
                <a16:creationId xmlns:a16="http://schemas.microsoft.com/office/drawing/2014/main" id="{0E8273FB-F69C-4F83-9C5E-E0DABF18C963}"/>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1" name="current-content-70">
            <a:extLst xmlns:a="http://schemas.openxmlformats.org/drawingml/2006/main">
              <a:ext uri="{FF2B5EF4-FFF2-40B4-BE49-F238E27FC236}">
                <a16:creationId xmlns:a16="http://schemas.microsoft.com/office/drawing/2014/main" id="{64CD4DF4-72B2-40DC-8BD9-AFFB27226570}"/>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2" name="">
            <a:extLst xmlns:a="http://schemas.openxmlformats.org/drawingml/2006/main">
              <a:ext uri="{FF2B5EF4-FFF2-40B4-BE49-F238E27FC236}">
                <a16:creationId xmlns:a16="http://schemas.microsoft.com/office/drawing/2014/main" id="{F9BF6169-79B5-49DA-BBB1-4D561DFE6A73}"/>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sp>
      <p:sp>
        <p:nvSpPr>
          <p:cNvPr id="13" name="current-content-71">
            <a:extLst xmlns:a="http://schemas.openxmlformats.org/drawingml/2006/main">
              <a:ext uri="{FF2B5EF4-FFF2-40B4-BE49-F238E27FC236}">
                <a16:creationId xmlns:a16="http://schemas.microsoft.com/office/drawing/2014/main" id="{22107E80-ABDC-44AC-A2F6-4798D02BE601}"/>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4" name="current-content-72">
            <a:extLst xmlns:a="http://schemas.openxmlformats.org/drawingml/2006/main">
              <a:ext uri="{FF2B5EF4-FFF2-40B4-BE49-F238E27FC236}">
                <a16:creationId xmlns:a16="http://schemas.microsoft.com/office/drawing/2014/main" id="{E0EE9C53-519C-472F-B412-3DCC0E3F4810}"/>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5" name="current-content-73">
            <a:extLst xmlns:a="http://schemas.openxmlformats.org/drawingml/2006/main">
              <a:ext uri="{FF2B5EF4-FFF2-40B4-BE49-F238E27FC236}">
                <a16:creationId xmlns:a16="http://schemas.microsoft.com/office/drawing/2014/main" id="{6D820348-5EA2-4F7B-ACCA-EDCDECE5A11A}"/>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
        <p:nvSpPr>
          <p:cNvPr id="16" name="current-content-74">
            <a:extLst xmlns:a="http://schemas.openxmlformats.org/drawingml/2006/main">
              <a:ext uri="{FF2B5EF4-FFF2-40B4-BE49-F238E27FC236}">
                <a16:creationId xmlns:a16="http://schemas.microsoft.com/office/drawing/2014/main" id="{255619D2-EBE5-4245-A6C1-23558E6651FB}"/>
              </a:ext>
            </a:extLst>
          </p:cNvPr>
          <p:cNvSpPr>
            <a:spLocks xmlns:a="http://schemas.openxmlformats.org/drawingml/2006/main" noGrp="1"/>
          </p:cNvSpPr>
          <p:nvPr/>
        </p:nvSpPr>
        <p:spPr>
          <a:xfrm xmlns:a="http://schemas.openxmlformats.org/drawingml/2006/main">
            <a:off x="533400" y="448627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Literature themes and citations as reported in the current manuscript, Chapter 2</a:t>
            </a:r>
          </a:p>
        </p:txBody>
      </p:sp>
    </p:spTree>
    <p:extLst>
      <p:ext uri="{BB962C8B-B14F-4D97-AF65-F5344CB8AC3E}">
        <p14:creationId xmlns:p14="http://schemas.microsoft.com/office/powerpoint/2010/main" val="115617399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E251DAE5-997C-4446-B543-4842D24C7D9E}"/>
              </a:ext>
            </a:extLst>
          </p:cNvPr>
          <p:cNvPicPr>
            <a:picLocks xmlns:a="http://schemas.openxmlformats.org/drawingml/2006/main" noChangeAspect="1"/>
          </p:cNvPicPr>
          <p:nvPr/>
        </p:nvPicPr>
        <p:blipFill>
          <a:blip xmlns:r="http://schemas.openxmlformats.org/officeDocument/2006/relationships" xmlns:a="http://schemas.openxmlformats.org/drawingml/2006/main" r:embed="Rccdea507db4641a1"/>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02D1A4F8-1EA0-4D31-B872-F7025A346AE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pic>
        <p:nvPicPr>
          <p:cNvPr id="3" name="">
            <a:extLst xmlns:a="http://schemas.openxmlformats.org/drawingml/2006/main">
              <a:ext uri="{FF2B5EF4-FFF2-40B4-BE49-F238E27FC236}">
                <a16:creationId xmlns:a16="http://schemas.microsoft.com/office/drawing/2014/main" id="{BEFD7128-9D95-4A85-AEAF-BFA44C864FBD}"/>
              </a:ext>
            </a:extLst>
          </p:cNvPr>
          <p:cNvPicPr>
            <a:picLocks xmlns:a="http://schemas.openxmlformats.org/drawingml/2006/main" noChangeAspect="1"/>
          </p:cNvPicPr>
          <p:nvPr/>
        </p:nvPicPr>
        <p:blipFill>
          <a:blip xmlns:r="http://schemas.openxmlformats.org/officeDocument/2006/relationships" xmlns:a="http://schemas.openxmlformats.org/drawingml/2006/main" r:embed="R1249eef773d9446b"/>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3">
            <a:extLst xmlns:a="http://schemas.openxmlformats.org/drawingml/2006/main">
              <a:ext uri="{FF2B5EF4-FFF2-40B4-BE49-F238E27FC236}">
                <a16:creationId xmlns:a16="http://schemas.microsoft.com/office/drawing/2014/main" id="{A46162DF-E798-4B90-80AD-46285D03D3E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07 / 17</a:t>
            </a:r>
          </a:p>
        </p:txBody>
      </p:sp>
      <p:sp>
        <p:nvSpPr>
          <p:cNvPr id="5" name="current-content-75">
            <a:extLst xmlns:a="http://schemas.openxmlformats.org/drawingml/2006/main">
              <a:ext uri="{FF2B5EF4-FFF2-40B4-BE49-F238E27FC236}">
                <a16:creationId xmlns:a16="http://schemas.microsoft.com/office/drawing/2014/main" id="{36DF1A46-3323-405D-99CE-3D8C156B8410}"/>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6" name="current-content-76">
            <a:extLst xmlns:a="http://schemas.openxmlformats.org/drawingml/2006/main">
              <a:ext uri="{FF2B5EF4-FFF2-40B4-BE49-F238E27FC236}">
                <a16:creationId xmlns:a16="http://schemas.microsoft.com/office/drawing/2014/main" id="{FF38E513-CE0B-4DE6-ABF6-FF72A4DB1D4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7" name="current-content-77">
            <a:extLst xmlns:a="http://schemas.openxmlformats.org/drawingml/2006/main">
              <a:ext uri="{FF2B5EF4-FFF2-40B4-BE49-F238E27FC236}">
                <a16:creationId xmlns:a16="http://schemas.microsoft.com/office/drawing/2014/main" id="{FDEC8025-E8E2-4AA5-A32E-542D344ECACC}"/>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8" name="current-content-78">
            <a:extLst xmlns:a="http://schemas.openxmlformats.org/drawingml/2006/main">
              <a:ext uri="{FF2B5EF4-FFF2-40B4-BE49-F238E27FC236}">
                <a16:creationId xmlns:a16="http://schemas.microsoft.com/office/drawing/2014/main" id="{05D32F30-427D-4C7D-88DD-B23789A4C395}"/>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9" name="current-content-79">
            <a:extLst xmlns:a="http://schemas.openxmlformats.org/drawingml/2006/main">
              <a:ext uri="{FF2B5EF4-FFF2-40B4-BE49-F238E27FC236}">
                <a16:creationId xmlns:a16="http://schemas.microsoft.com/office/drawing/2014/main" id="{15CA5910-DA8A-48AA-9349-922F300EC6BC}"/>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10" name="current-content-80">
            <a:extLst xmlns:a="http://schemas.openxmlformats.org/drawingml/2006/main">
              <a:ext uri="{FF2B5EF4-FFF2-40B4-BE49-F238E27FC236}">
                <a16:creationId xmlns:a16="http://schemas.microsoft.com/office/drawing/2014/main" id="{A341D94E-529F-4CFA-A00A-2D7DB5F432A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1" name="current-content-81">
            <a:extLst xmlns:a="http://schemas.openxmlformats.org/drawingml/2006/main">
              <a:ext uri="{FF2B5EF4-FFF2-40B4-BE49-F238E27FC236}">
                <a16:creationId xmlns:a16="http://schemas.microsoft.com/office/drawing/2014/main" id="{908030B3-4C11-4E8C-A16A-2D60D03EFA83}"/>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2" name="current-content-82">
            <a:extLst xmlns:a="http://schemas.openxmlformats.org/drawingml/2006/main">
              <a:ext uri="{FF2B5EF4-FFF2-40B4-BE49-F238E27FC236}">
                <a16:creationId xmlns:a16="http://schemas.microsoft.com/office/drawing/2014/main" id="{0F64CB2E-8B12-4B8F-B803-FD0EABB91B1A}"/>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3" name="current-content-83">
            <a:extLst xmlns:a="http://schemas.openxmlformats.org/drawingml/2006/main">
              <a:ext uri="{FF2B5EF4-FFF2-40B4-BE49-F238E27FC236}">
                <a16:creationId xmlns:a16="http://schemas.microsoft.com/office/drawing/2014/main" id="{AC835EC4-5B67-4719-B935-1A5BE80B4729}"/>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4" name="current-content-84">
            <a:extLst xmlns:a="http://schemas.openxmlformats.org/drawingml/2006/main">
              <a:ext uri="{FF2B5EF4-FFF2-40B4-BE49-F238E27FC236}">
                <a16:creationId xmlns:a16="http://schemas.microsoft.com/office/drawing/2014/main" id="{9C5737EB-0A81-4D86-AB61-523A21C7FC0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5" name="current-content-85">
            <a:extLst xmlns:a="http://schemas.openxmlformats.org/drawingml/2006/main">
              <a:ext uri="{FF2B5EF4-FFF2-40B4-BE49-F238E27FC236}">
                <a16:creationId xmlns:a16="http://schemas.microsoft.com/office/drawing/2014/main" id="{D81CBE00-2FDE-4DE9-8C63-D40E32B92455}"/>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2546843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D944599-1F55-4C14-90B2-5A42925FFAFE}"/>
              </a:ext>
            </a:extLst>
          </p:cNvPr>
          <p:cNvPicPr>
            <a:picLocks xmlns:a="http://schemas.openxmlformats.org/drawingml/2006/main" noChangeAspect="1"/>
          </p:cNvPicPr>
          <p:nvPr/>
        </p:nvPicPr>
        <p:blipFill>
          <a:blip xmlns:r="http://schemas.openxmlformats.org/officeDocument/2006/relationships" xmlns:a="http://schemas.openxmlformats.org/drawingml/2006/main" r:embed="Rf83b89098e844b16"/>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134D0969-A64E-4A9A-A372-0737B816675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pic>
        <p:nvPicPr>
          <p:cNvPr id="3" name="">
            <a:extLst xmlns:a="http://schemas.openxmlformats.org/drawingml/2006/main">
              <a:ext uri="{FF2B5EF4-FFF2-40B4-BE49-F238E27FC236}">
                <a16:creationId xmlns:a16="http://schemas.microsoft.com/office/drawing/2014/main" id="{4A9A94BC-D2BE-43FF-8006-3C7C2BFA2DD4}"/>
              </a:ext>
            </a:extLst>
          </p:cNvPr>
          <p:cNvPicPr>
            <a:picLocks xmlns:a="http://schemas.openxmlformats.org/drawingml/2006/main" noChangeAspect="1"/>
          </p:cNvPicPr>
          <p:nvPr/>
        </p:nvPicPr>
        <p:blipFill>
          <a:blip xmlns:r="http://schemas.openxmlformats.org/officeDocument/2006/relationships" xmlns:a="http://schemas.openxmlformats.org/drawingml/2006/main" r:embed="R3c3a4bde54a64a55"/>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5">
            <a:extLst xmlns:a="http://schemas.openxmlformats.org/drawingml/2006/main">
              <a:ext uri="{FF2B5EF4-FFF2-40B4-BE49-F238E27FC236}">
                <a16:creationId xmlns:a16="http://schemas.microsoft.com/office/drawing/2014/main" id="{FB592278-A132-471C-A46E-C17D7F5A0D7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08 / 17</a:t>
            </a:r>
          </a:p>
        </p:txBody>
      </p:sp>
      <p:sp>
        <p:nvSpPr>
          <p:cNvPr id="5" name="current-content-86">
            <a:extLst xmlns:a="http://schemas.openxmlformats.org/drawingml/2006/main">
              <a:ext uri="{FF2B5EF4-FFF2-40B4-BE49-F238E27FC236}">
                <a16:creationId xmlns:a16="http://schemas.microsoft.com/office/drawing/2014/main" id="{9B067CEA-DF13-48F2-B6EA-5254C33727A5}"/>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6" name="">
            <a:extLst xmlns:a="http://schemas.openxmlformats.org/drawingml/2006/main">
              <a:ext uri="{FF2B5EF4-FFF2-40B4-BE49-F238E27FC236}">
                <a16:creationId xmlns:a16="http://schemas.microsoft.com/office/drawing/2014/main" id="{6C337C90-978E-4A27-9877-175057947FB3}"/>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lIns="95250" tIns="95250" rIns="95250" bIns="95250"/>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lIns="95250" tIns="95250" rIns="95250" bIns="95250"/>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7" name="current-content-87">
            <a:extLst xmlns:a="http://schemas.openxmlformats.org/drawingml/2006/main">
              <a:ext uri="{FF2B5EF4-FFF2-40B4-BE49-F238E27FC236}">
                <a16:creationId xmlns:a16="http://schemas.microsoft.com/office/drawing/2014/main" id="{8F9AE06C-3CEB-4897-B6EB-5C1B8C350F9A}"/>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8" name="current-content-88">
            <a:extLst xmlns:a="http://schemas.openxmlformats.org/drawingml/2006/main">
              <a:ext uri="{FF2B5EF4-FFF2-40B4-BE49-F238E27FC236}">
                <a16:creationId xmlns:a16="http://schemas.microsoft.com/office/drawing/2014/main" id="{5EB0BA89-C1AB-4174-975B-91C98A935F1A}"/>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defRPr sz="1500" b="0">
                <a:solidFill>
                  <a:srgbClr val="202C61"/>
                </a:solidFill>
                <a:latin typeface="Arial"/>
                <a:ea typeface="Arial"/>
                <a:cs typeface="Arial"/>
              </a:defRPr>
            </a:lvl1pPr>
            <a:lvl2pPr algn="l">
              <a:defRPr sz="1500" b="0">
                <a:solidFill>
                  <a:srgbClr val="202C61"/>
                </a:solidFill>
                <a:latin typeface="Arial"/>
                <a:ea typeface="Arial"/>
                <a:cs typeface="Arial"/>
              </a:defRPr>
            </a:lvl2pPr>
            <a:lvl3pPr algn="l">
              <a:defRPr sz="1500" b="0">
                <a:solidFill>
                  <a:srgbClr val="202C61"/>
                </a:solidFill>
                <a:latin typeface="Arial"/>
                <a:ea typeface="Arial"/>
                <a:cs typeface="Arial"/>
              </a:defRPr>
            </a:lvl3pPr>
            <a:lvl4pPr algn="l">
              <a:defRPr sz="1500" b="0">
                <a:solidFill>
                  <a:srgbClr val="202C61"/>
                </a:solidFill>
                <a:latin typeface="Arial"/>
                <a:ea typeface="Arial"/>
                <a:cs typeface="Arial"/>
              </a:defRPr>
            </a:lvl4pPr>
            <a:lvl5pPr algn="l">
              <a:defRPr sz="1500" b="0">
                <a:solidFill>
                  <a:srgbClr val="202C61"/>
                </a:solidFill>
                <a:latin typeface="Arial"/>
                <a:ea typeface="Arial"/>
                <a:cs typeface="Arial"/>
              </a:defRPr>
            </a:lvl5pPr>
            <a:lvl6pPr algn="l">
              <a:defRPr sz="1500" b="0">
                <a:solidFill>
                  <a:srgbClr val="202C61"/>
                </a:solidFill>
                <a:latin typeface="Arial"/>
                <a:ea typeface="Arial"/>
                <a:cs typeface="Arial"/>
              </a:defRPr>
            </a:lvl6pPr>
            <a:lvl7pPr algn="l">
              <a:defRPr sz="1500" b="0">
                <a:solidFill>
                  <a:srgbClr val="202C61"/>
                </a:solidFill>
                <a:latin typeface="Arial"/>
                <a:ea typeface="Arial"/>
                <a:cs typeface="Arial"/>
              </a:defRPr>
            </a:lvl7pPr>
            <a:lvl8pPr algn="l">
              <a:defRPr sz="1500" b="0">
                <a:solidFill>
                  <a:srgbClr val="202C61"/>
                </a:solidFill>
                <a:latin typeface="Arial"/>
                <a:ea typeface="Arial"/>
                <a:cs typeface="Arial"/>
              </a:defRPr>
            </a:lvl8pPr>
            <a:lvl9pPr algn="l">
              <a:defRPr sz="1500" b="0">
                <a:solidFill>
                  <a:srgbClr val="202C61"/>
                </a:solidFill>
                <a:latin typeface="Arial"/>
                <a:ea typeface="Arial"/>
                <a:cs typeface="Arial"/>
              </a:defRPr>
            </a:lvl9pPr>
          </a:lstStyle>
          <a:p xmlns:a="http://schemas.openxmlformats.org/drawingml/2006/main">
            <a:pPr algn="l">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168442135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76FE198-A982-4136-8F9C-46583CEF8DC2}"/>
              </a:ext>
            </a:extLst>
          </p:cNvPr>
          <p:cNvPicPr>
            <a:picLocks xmlns:a="http://schemas.openxmlformats.org/drawingml/2006/main" noChangeAspect="1"/>
          </p:cNvPicPr>
          <p:nvPr/>
        </p:nvPicPr>
        <p:blipFill>
          <a:blip xmlns:r="http://schemas.openxmlformats.org/officeDocument/2006/relationships" xmlns:a="http://schemas.openxmlformats.org/drawingml/2006/main" r:embed="R86acd6e12a554c14"/>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DF3FA788-56C8-4514-B194-6BB69C7EADA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3" name="">
            <a:extLst xmlns:a="http://schemas.openxmlformats.org/drawingml/2006/main">
              <a:ext uri="{FF2B5EF4-FFF2-40B4-BE49-F238E27FC236}">
                <a16:creationId xmlns:a16="http://schemas.microsoft.com/office/drawing/2014/main" id="{EFA2943E-1870-469A-8D1D-9DE265552B05}"/>
              </a:ext>
            </a:extLst>
          </p:cNvPr>
          <p:cNvPicPr>
            <a:picLocks xmlns:a="http://schemas.openxmlformats.org/drawingml/2006/main" noChangeAspect="1"/>
          </p:cNvPicPr>
          <p:nvPr/>
        </p:nvPicPr>
        <p:blipFill>
          <a:blip xmlns:r="http://schemas.openxmlformats.org/officeDocument/2006/relationships" xmlns:a="http://schemas.openxmlformats.org/drawingml/2006/main" r:embed="Re702c7a7a2ad47b2"/>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7">
            <a:extLst xmlns:a="http://schemas.openxmlformats.org/drawingml/2006/main">
              <a:ext uri="{FF2B5EF4-FFF2-40B4-BE49-F238E27FC236}">
                <a16:creationId xmlns:a16="http://schemas.microsoft.com/office/drawing/2014/main" id="{51608E9D-B985-4747-883F-064237A8AE8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09 / 17</a:t>
            </a:r>
          </a:p>
        </p:txBody>
      </p:sp>
      <p:pic>
        <p:nvPicPr>
          <p:cNvPr id="5" name="">
            <a:extLst xmlns:a="http://schemas.openxmlformats.org/drawingml/2006/main">
              <a:ext uri="{FF2B5EF4-FFF2-40B4-BE49-F238E27FC236}">
                <a16:creationId xmlns:a16="http://schemas.microsoft.com/office/drawing/2014/main" id="{A816C7A8-60BB-40A7-9593-30B756DC09C1}"/>
              </a:ext>
            </a:extLst>
          </p:cNvPr>
          <p:cNvPicPr>
            <a:picLocks xmlns:a="http://schemas.openxmlformats.org/drawingml/2006/main" noChangeAspect="1"/>
          </p:cNvPicPr>
          <p:nvPr/>
        </p:nvPicPr>
        <p:blipFill>
          <a:blip xmlns:r="http://schemas.openxmlformats.org/officeDocument/2006/relationships" xmlns:a="http://schemas.openxmlformats.org/drawingml/2006/main" r:embed="R8603a5a6f26e46f7"/>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6" name="current-content-89">
            <a:extLst xmlns:a="http://schemas.openxmlformats.org/drawingml/2006/main">
              <a:ext uri="{FF2B5EF4-FFF2-40B4-BE49-F238E27FC236}">
                <a16:creationId xmlns:a16="http://schemas.microsoft.com/office/drawing/2014/main" id="{4DEAC966-E981-42F1-AA61-2FB3FBE9488E}"/>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7" name="current-content-90">
            <a:extLst xmlns:a="http://schemas.openxmlformats.org/drawingml/2006/main">
              <a:ext uri="{FF2B5EF4-FFF2-40B4-BE49-F238E27FC236}">
                <a16:creationId xmlns:a16="http://schemas.microsoft.com/office/drawing/2014/main" id="{722FFA49-A808-4505-861D-F7F11FC13147}"/>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8" name="current-content-91">
            <a:extLst xmlns:a="http://schemas.openxmlformats.org/drawingml/2006/main">
              <a:ext uri="{FF2B5EF4-FFF2-40B4-BE49-F238E27FC236}">
                <a16:creationId xmlns:a16="http://schemas.microsoft.com/office/drawing/2014/main" id="{BF6340F3-69E8-4274-BA0D-E31564D2F31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9" name="current-content-92">
            <a:extLst xmlns:a="http://schemas.openxmlformats.org/drawingml/2006/main">
              <a:ext uri="{FF2B5EF4-FFF2-40B4-BE49-F238E27FC236}">
                <a16:creationId xmlns:a16="http://schemas.microsoft.com/office/drawing/2014/main" id="{AC54B174-63DB-4E99-B5A0-1298147D1DA7}"/>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10" name="current-content-93">
            <a:extLst xmlns:a="http://schemas.openxmlformats.org/drawingml/2006/main">
              <a:ext uri="{FF2B5EF4-FFF2-40B4-BE49-F238E27FC236}">
                <a16:creationId xmlns:a16="http://schemas.microsoft.com/office/drawing/2014/main" id="{0959462C-8D29-44C4-85DC-33B423E6A90B}"/>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1" name="current-content-94">
            <a:extLst xmlns:a="http://schemas.openxmlformats.org/drawingml/2006/main">
              <a:ext uri="{FF2B5EF4-FFF2-40B4-BE49-F238E27FC236}">
                <a16:creationId xmlns:a16="http://schemas.microsoft.com/office/drawing/2014/main" id="{5EB32ED8-71DC-481B-AA14-37C3FCFCF166}"/>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2" name="current-content-95">
            <a:extLst xmlns:a="http://schemas.openxmlformats.org/drawingml/2006/main">
              <a:ext uri="{FF2B5EF4-FFF2-40B4-BE49-F238E27FC236}">
                <a16:creationId xmlns:a16="http://schemas.microsoft.com/office/drawing/2014/main" id="{BA9CF3C0-53A4-4078-BAE6-CCC6A9107E77}"/>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3" name="current-content-96">
            <a:extLst xmlns:a="http://schemas.openxmlformats.org/drawingml/2006/main">
              <a:ext uri="{FF2B5EF4-FFF2-40B4-BE49-F238E27FC236}">
                <a16:creationId xmlns:a16="http://schemas.microsoft.com/office/drawing/2014/main" id="{465BC681-3F4E-4C76-BE82-79F282EB248D}"/>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4" name="current-content-97">
            <a:extLst xmlns:a="http://schemas.openxmlformats.org/drawingml/2006/main">
              <a:ext uri="{FF2B5EF4-FFF2-40B4-BE49-F238E27FC236}">
                <a16:creationId xmlns:a16="http://schemas.microsoft.com/office/drawing/2014/main" id="{CEDAC305-E00E-438C-83CA-97C399B96B56}"/>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5" name="current-content-98">
            <a:extLst xmlns:a="http://schemas.openxmlformats.org/drawingml/2006/main">
              <a:ext uri="{FF2B5EF4-FFF2-40B4-BE49-F238E27FC236}">
                <a16:creationId xmlns:a16="http://schemas.microsoft.com/office/drawing/2014/main" id="{9A1D9E6D-39E8-4A77-A613-AEB8F95E4B7A}"/>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6" name="current-content-99">
            <a:extLst xmlns:a="http://schemas.openxmlformats.org/drawingml/2006/main">
              <a:ext uri="{FF2B5EF4-FFF2-40B4-BE49-F238E27FC236}">
                <a16:creationId xmlns:a16="http://schemas.microsoft.com/office/drawing/2014/main" id="{EA55A72E-21EB-4835-8CD9-257044FDB16A}"/>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122420719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CF8430A7-12C9-48E2-92E5-328B0E0B8D90}"/>
              </a:ext>
            </a:extLst>
          </p:cNvPr>
          <p:cNvPicPr>
            <a:picLocks xmlns:a="http://schemas.openxmlformats.org/drawingml/2006/main" noChangeAspect="1"/>
          </p:cNvPicPr>
          <p:nvPr/>
        </p:nvPicPr>
        <p:blipFill>
          <a:blip xmlns:r="http://schemas.openxmlformats.org/officeDocument/2006/relationships" xmlns:a="http://schemas.openxmlformats.org/drawingml/2006/main" r:embed="Rcd05b5d4d97f40cb"/>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1DA95ED5-B4F9-45E3-B939-71E7D19E613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pic>
        <p:nvPicPr>
          <p:cNvPr id="3" name="">
            <a:extLst xmlns:a="http://schemas.openxmlformats.org/drawingml/2006/main">
              <a:ext uri="{FF2B5EF4-FFF2-40B4-BE49-F238E27FC236}">
                <a16:creationId xmlns:a16="http://schemas.microsoft.com/office/drawing/2014/main" id="{993488FF-8486-43DE-A0DF-8A80C63397CE}"/>
              </a:ext>
            </a:extLst>
          </p:cNvPr>
          <p:cNvPicPr>
            <a:picLocks xmlns:a="http://schemas.openxmlformats.org/drawingml/2006/main" noChangeAspect="1"/>
          </p:cNvPicPr>
          <p:nvPr/>
        </p:nvPicPr>
        <p:blipFill>
          <a:blip xmlns:r="http://schemas.openxmlformats.org/officeDocument/2006/relationships" xmlns:a="http://schemas.openxmlformats.org/drawingml/2006/main" r:embed="Rc8f0611ec9524d3f"/>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19">
            <a:extLst xmlns:a="http://schemas.openxmlformats.org/drawingml/2006/main">
              <a:ext uri="{FF2B5EF4-FFF2-40B4-BE49-F238E27FC236}">
                <a16:creationId xmlns:a16="http://schemas.microsoft.com/office/drawing/2014/main" id="{6D109229-3F2E-49EE-8FC5-B5946FCD3D27}"/>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10 / 17</a:t>
            </a:r>
          </a:p>
        </p:txBody>
      </p:sp>
      <p:sp>
        <p:nvSpPr>
          <p:cNvPr id="5" name="">
            <a:extLst xmlns:a="http://schemas.openxmlformats.org/drawingml/2006/main">
              <a:ext uri="{FF2B5EF4-FFF2-40B4-BE49-F238E27FC236}">
                <a16:creationId xmlns:a16="http://schemas.microsoft.com/office/drawing/2014/main" id="{011DB1B5-3E22-40BA-BCD6-70C763FD8599}"/>
              </a:ext>
            </a:extLst>
          </p:cNvPr>
          <p:cNvSpPr>
            <a:spLocks xmlns:a="http://schemas.openxmlformats.org/drawingml/2006/main" noGrp="1"/>
          </p:cNvSpPr>
          <p:nvPr/>
        </p:nvSpPr>
        <p:spPr>
          <a:xfrm xmlns:a="http://schemas.openxmlformats.org/drawingml/2006/main">
            <a:off x="533400" y="1476375"/>
            <a:ext cx="2714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Authorized users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Admin / Cashier / Inventory</a:t>
            </a:r>
          </a:p>
        </p:txBody>
      </p:sp>
      <p:sp>
        <p:nvSpPr>
          <p:cNvPr id="6" name="">
            <a:extLst xmlns:a="http://schemas.openxmlformats.org/drawingml/2006/main">
              <a:ext uri="{FF2B5EF4-FFF2-40B4-BE49-F238E27FC236}">
                <a16:creationId xmlns:a16="http://schemas.microsoft.com/office/drawing/2014/main" id="{9580E2BF-48AB-4F4C-ADA2-0DE39E865A2F}"/>
              </a:ext>
            </a:extLst>
          </p:cNvPr>
          <p:cNvSpPr>
            <a:spLocks xmlns:a="http://schemas.openxmlformats.org/drawingml/2006/main" noGrp="1"/>
          </p:cNvSpPr>
          <p:nvPr/>
        </p:nvSpPr>
        <p:spPr>
          <a:xfrm xmlns:a="http://schemas.openxmlformats.org/drawingml/2006/main">
            <a:off x="3810000" y="1476375"/>
            <a:ext cx="2333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Kodigo</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Role and store scope</a:t>
            </a:r>
          </a:p>
        </p:txBody>
      </p:sp>
      <p:sp>
        <p:nvSpPr>
          <p:cNvPr id="7" name="">
            <a:extLst xmlns:a="http://schemas.openxmlformats.org/drawingml/2006/main">
              <a:ext uri="{FF2B5EF4-FFF2-40B4-BE49-F238E27FC236}">
                <a16:creationId xmlns:a16="http://schemas.microsoft.com/office/drawing/2014/main" id="{D54FA9DF-FE85-4D9B-A7EA-43DBCD9C3EF2}"/>
              </a:ext>
            </a:extLst>
          </p:cNvPr>
          <p:cNvSpPr>
            <a:spLocks xmlns:a="http://schemas.openxmlformats.org/drawingml/2006/main" noGrp="1"/>
          </p:cNvSpPr>
          <p:nvPr/>
        </p:nvSpPr>
        <p:spPr>
          <a:xfrm xmlns:a="http://schemas.openxmlformats.org/drawingml/2006/main">
            <a:off x="6705600" y="1476375"/>
            <a:ext cx="1905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Stored records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Sales and stock history</a:t>
            </a:r>
          </a:p>
        </p:txBody>
      </p:sp>
      <p:sp>
        <p:nvSpPr>
          <p:cNvPr id="10" name="">
            <a:extLst xmlns:a="http://schemas.openxmlformats.org/drawingml/2006/main">
              <a:ext uri="{FF2B5EF4-FFF2-40B4-BE49-F238E27FC236}">
                <a16:creationId xmlns:a16="http://schemas.microsoft.com/office/drawing/2014/main" id="{EFF8791F-5833-4BA7-9440-E5AA2269EE9F}"/>
              </a:ext>
            </a:extLst>
          </p:cNvPr>
          <p:cNvSpPr>
            <a:spLocks xmlns:a="http://schemas.openxmlformats.org/drawingml/2006/main" noGrp="1"/>
          </p:cNvSpPr>
          <p:nvPr/>
        </p:nvSpPr>
        <p:spPr>
          <a:xfrm xmlns:a="http://schemas.openxmlformats.org/drawingml/2006/main">
            <a:off x="533400" y="3114675"/>
            <a:ext cx="2714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Products, units,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stock and supplier data</a:t>
            </a:r>
          </a:p>
        </p:txBody>
      </p:sp>
      <p:sp>
        <p:nvSpPr>
          <p:cNvPr id="11" name="">
            <a:extLst xmlns:a="http://schemas.openxmlformats.org/drawingml/2006/main">
              <a:ext uri="{FF2B5EF4-FFF2-40B4-BE49-F238E27FC236}">
                <a16:creationId xmlns:a16="http://schemas.microsoft.com/office/drawing/2014/main" id="{43291976-8CA6-4840-9928-92134084C47F}"/>
              </a:ext>
            </a:extLst>
          </p:cNvPr>
          <p:cNvSpPr>
            <a:spLocks xmlns:a="http://schemas.openxmlformats.org/drawingml/2006/main" noGrp="1"/>
          </p:cNvSpPr>
          <p:nvPr/>
        </p:nvSpPr>
        <p:spPr>
          <a:xfrm xmlns:a="http://schemas.openxmlformats.org/drawingml/2006/main">
            <a:off x="3810000" y="3114675"/>
            <a:ext cx="2333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Validated transactions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and stock operations</a:t>
            </a:r>
          </a:p>
        </p:txBody>
      </p:sp>
      <p:sp>
        <p:nvSpPr>
          <p:cNvPr id="12" name="">
            <a:extLst xmlns:a="http://schemas.openxmlformats.org/drawingml/2006/main">
              <a:ext uri="{FF2B5EF4-FFF2-40B4-BE49-F238E27FC236}">
                <a16:creationId xmlns:a16="http://schemas.microsoft.com/office/drawing/2014/main" id="{2EEA43AA-72A4-49AF-8F85-A7F963518A89}"/>
              </a:ext>
            </a:extLst>
          </p:cNvPr>
          <p:cNvSpPr>
            <a:spLocks xmlns:a="http://schemas.openxmlformats.org/drawingml/2006/main" noGrp="1"/>
          </p:cNvSpPr>
          <p:nvPr/>
        </p:nvSpPr>
        <p:spPr>
          <a:xfrm xmlns:a="http://schemas.openxmlformats.org/drawingml/2006/main">
            <a:off x="6705600" y="3114675"/>
            <a:ext cx="1905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Reports and</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operational views</a:t>
            </a:r>
          </a:p>
        </p:txBody>
      </p:sp>
      <p:sp>
        <p:nvSpPr>
          <p:cNvPr id="16" name="current-content-100">
            <a:extLst xmlns:a="http://schemas.openxmlformats.org/drawingml/2006/main">
              <a:ext uri="{FF2B5EF4-FFF2-40B4-BE49-F238E27FC236}">
                <a16:creationId xmlns:a16="http://schemas.microsoft.com/office/drawing/2014/main" id="{2A664400-B1BC-44A8-847F-A54D05AD014F}"/>
              </a:ext>
            </a:extLst>
          </p:cNvPr>
          <p:cNvSpPr>
            <a:spLocks xmlns:a="http://schemas.openxmlformats.org/drawingml/2006/main" noGrp="1"/>
          </p:cNvSpPr>
          <p:nvPr/>
        </p:nvSpPr>
        <p:spPr>
          <a:xfrm xmlns:a="http://schemas.openxmlformats.org/drawingml/2006/main">
            <a:off x="533400" y="4352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Super Admin governs owner invite codes separately. Supplier records are internal.</a:t>
            </a:r>
          </a:p>
        </p:txBody>
      </p:sp>
      <p:cxnSp>
        <p:nvCxnSpPr>
          <p:cNvPr id="8" name="">
            <a:extLst xmlns:a="http://schemas.openxmlformats.org/drawingml/2006/main">
              <a:ext uri="{FF2B5EF4-FFF2-40B4-BE49-F238E27FC236}">
                <a16:creationId xmlns:a16="http://schemas.microsoft.com/office/drawing/2014/main" id="{2C6DE3A3-07ED-48E7-AA89-EC8DE43289FF}"/>
              </a:ext>
            </a:extLst>
          </p:cNvPr>
          <p:cNvCxnSpPr>
            <a:stCxn xmlns:a="http://schemas.openxmlformats.org/drawingml/2006/main" id="5" idx="3"/>
            <a:endCxn xmlns:a="http://schemas.openxmlformats.org/drawingml/2006/main" id="6" idx="1"/>
          </p:cNvCxnSpPr>
          <p:nvPr/>
        </p:nvCxnSpPr>
        <p:spPr>
          <a:xfrm xmlns:a="http://schemas.openxmlformats.org/drawingml/2006/main">
            <a:off x="32480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8AD89167-A5CC-40C4-9FEF-10382F62A98D}"/>
              </a:ext>
            </a:extLst>
          </p:cNvPr>
          <p:cNvCxnSpPr>
            <a:stCxn xmlns:a="http://schemas.openxmlformats.org/drawingml/2006/main" id="6" idx="3"/>
            <a:endCxn xmlns:a="http://schemas.openxmlformats.org/drawingml/2006/main" id="7" idx="1"/>
          </p:cNvCxnSpPr>
          <p:nvPr/>
        </p:nvCxnSpPr>
        <p:spPr>
          <a:xfrm xmlns:a="http://schemas.openxmlformats.org/drawingml/2006/main">
            <a:off x="61436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4D1744BB-CB25-4EE8-839B-2259CC28DFBB}"/>
              </a:ext>
            </a:extLst>
          </p:cNvPr>
          <p:cNvCxnSpPr>
            <a:stCxn xmlns:a="http://schemas.openxmlformats.org/drawingml/2006/main" id="10" idx="3"/>
            <a:endCxn xmlns:a="http://schemas.openxmlformats.org/drawingml/2006/main" id="11" idx="1"/>
          </p:cNvCxnSpPr>
          <p:nvPr/>
        </p:nvCxnSpPr>
        <p:spPr>
          <a:xfrm xmlns:a="http://schemas.openxmlformats.org/drawingml/2006/main">
            <a:off x="32480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5147BE7F-3D9D-4A5F-9F8F-9E1D1E61E455}"/>
              </a:ext>
            </a:extLst>
          </p:cNvPr>
          <p:cNvCxnSpPr>
            <a:stCxn xmlns:a="http://schemas.openxmlformats.org/drawingml/2006/main" id="11" idx="3"/>
            <a:endCxn xmlns:a="http://schemas.openxmlformats.org/drawingml/2006/main" id="12" idx="1"/>
          </p:cNvCxnSpPr>
          <p:nvPr/>
        </p:nvCxnSpPr>
        <p:spPr>
          <a:xfrm xmlns:a="http://schemas.openxmlformats.org/drawingml/2006/main">
            <a:off x="61436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A7244307-4BC5-4BC1-87BB-3D4A961F0995}"/>
              </a:ext>
            </a:extLst>
          </p:cNvPr>
          <p:cNvCxnSpPr>
            <a:stCxn xmlns:a="http://schemas.openxmlformats.org/drawingml/2006/main" id="6" idx="2"/>
            <a:endCxn xmlns:a="http://schemas.openxmlformats.org/drawingml/2006/main" id="11" idx="0"/>
          </p:cNvCxnSpPr>
          <p:nvPr/>
        </p:nvCxnSpPr>
        <p:spPr>
          <a:xfrm xmlns:a="http://schemas.openxmlformats.org/drawingml/2006/main">
            <a:off x="4976813" y="2333625"/>
            <a:ext cx="0" cy="78105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5372328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32A837A-0ABE-41E3-9FBE-9710F90FCD6E}"/>
              </a:ext>
            </a:extLst>
          </p:cNvPr>
          <p:cNvPicPr>
            <a:picLocks xmlns:a="http://schemas.openxmlformats.org/drawingml/2006/main" noChangeAspect="1"/>
          </p:cNvPicPr>
          <p:nvPr/>
        </p:nvPicPr>
        <p:blipFill>
          <a:blip xmlns:r="http://schemas.openxmlformats.org/officeDocument/2006/relationships" xmlns:a="http://schemas.openxmlformats.org/drawingml/2006/main" r:embed="Rdc8aaab9890d4bd3"/>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A8BE7BF-5BC7-498C-BD60-D4B6CE95434B}"/>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Use cases and user access</a:t>
            </a:r>
          </a:p>
        </p:txBody>
      </p:sp>
      <p:pic>
        <p:nvPicPr>
          <p:cNvPr id="3" name="">
            <a:extLst xmlns:a="http://schemas.openxmlformats.org/drawingml/2006/main">
              <a:ext uri="{FF2B5EF4-FFF2-40B4-BE49-F238E27FC236}">
                <a16:creationId xmlns:a16="http://schemas.microsoft.com/office/drawing/2014/main" id="{92EE562A-A9FC-4860-A298-0596F5FE2777}"/>
              </a:ext>
            </a:extLst>
          </p:cNvPr>
          <p:cNvPicPr>
            <a:picLocks xmlns:a="http://schemas.openxmlformats.org/drawingml/2006/main" noChangeAspect="1"/>
          </p:cNvPicPr>
          <p:nvPr/>
        </p:nvPicPr>
        <p:blipFill>
          <a:blip xmlns:r="http://schemas.openxmlformats.org/officeDocument/2006/relationships" xmlns:a="http://schemas.openxmlformats.org/drawingml/2006/main" r:embed="R1b0ac800655241c7"/>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1">
            <a:extLst xmlns:a="http://schemas.openxmlformats.org/drawingml/2006/main">
              <a:ext uri="{FF2B5EF4-FFF2-40B4-BE49-F238E27FC236}">
                <a16:creationId xmlns:a16="http://schemas.microsoft.com/office/drawing/2014/main" id="{A08D233C-C3AC-4B32-AC1E-D0BA6568C732}"/>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11 / 17</a:t>
            </a:r>
          </a:p>
        </p:txBody>
      </p:sp>
      <p:graphicFrame>
        <p:nvGraphicFramePr>
          <p:cNvPr id="5" name="">
            <a:extLst xmlns:a="http://schemas.openxmlformats.org/drawingml/2006/main">
              <a:ext uri="{FF2B5EF4-FFF2-40B4-BE49-F238E27FC236}">
                <a16:creationId xmlns:a16="http://schemas.microsoft.com/office/drawing/2014/main" id="{8AAE649C-1D5D-4F01-AF1C-25B77089FA69}"/>
              </a:ext>
            </a:extLst>
          </p:cNvPr>
          <p:cNvGraphicFramePr/>
          <p:nvPr/>
        </p:nvGraphicFramePr>
        <p:xfrm>
          <a:off xmlns:a="http://schemas.openxmlformats.org/drawingml/2006/main" x="533400" y="1381125"/>
          <a:ext xmlns:a="http://schemas.openxmlformats.org/drawingml/2006/main" cx="8058150" cy="2381250"/>
        </p:xfrm>
        <a:graphic xmlns:a="http://schemas.openxmlformats.org/drawingml/2006/main">
          <a:graphicData uri="http://schemas.openxmlformats.org/drawingml/2006/table">
            <a:tbl>
              <a:tblPr/>
              <a:tblGrid>
                <a:gridCol w="1524000"/>
                <a:gridCol w="4438650"/>
                <a:gridCol w="2095500"/>
              </a:tblGrid>
              <a:tr h="476250">
                <a:tc>
                  <a:txBody>
                    <a:bodyPr lIns="95250" tIns="95250" rIns="95250" bIns="95250"/>
                    <a:lstStyle/>
                    <a:p>
                      <a:r>
                        <a:rPr sz="1500" b="1">
                          <a:solidFill>
                            <a:srgbClr val="171717"/>
                          </a:solidFill>
                          <a:latin typeface="Arial"/>
                          <a:ea typeface="Arial"/>
                          <a:cs typeface="Arial"/>
                        </a:rPr>
                        <a:t>Role</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Main use cases</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Store scope</a:t>
                      </a:r>
                    </a:p>
                  </a:txBody>
                  <a:tcPr marL="91440" marR="91440" marT="45720" marB="45720" anchor="ctr">
                    <a:solidFill>
                      <a:srgbClr val="D9E2F3"/>
                    </a:solidFill>
                  </a:tcPr>
                </a:tc>
              </a:tr>
              <a:tr h="476250">
                <a:tc>
                  <a:txBody>
                    <a:bodyPr lIns="95250" tIns="95250" rIns="95250" bIns="95250"/>
                    <a:lstStyle/>
                    <a:p>
                      <a:r>
                        <a:rPr sz="1500" b="1">
                          <a:solidFill>
                            <a:srgbClr val="171717"/>
                          </a:solidFill>
                          <a:latin typeface="Arial"/>
                          <a:ea typeface="Arial"/>
                          <a:cs typeface="Arial"/>
                        </a:rPr>
                        <a:t>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Manage operations and users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Cashier</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Process sales and review POS history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Inventory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Maintain products, stock and inventory reports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Permitted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Super 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Generate owner invite codes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Separate invite portal</a:t>
                      </a:r>
                    </a:p>
                  </a:txBody>
                  <a:tcPr marL="91440" marR="91440" marT="45720" marB="45720" anchor="ctr">
                    <a:solidFill>
                      <a:srgbClr val="FFFFFF"/>
                    </a:solidFill>
                  </a:tcPr>
                </a:tc>
              </a:tr>
            </a:tbl>
          </a:graphicData>
        </a:graphic>
      </p:graphicFrame>
      <p:sp>
        <p:nvSpPr>
          <p:cNvPr id="6" name="current-content-101">
            <a:extLst xmlns:a="http://schemas.openxmlformats.org/drawingml/2006/main">
              <a:ext uri="{FF2B5EF4-FFF2-40B4-BE49-F238E27FC236}">
                <a16:creationId xmlns:a16="http://schemas.microsoft.com/office/drawing/2014/main" id="{4C5DF89A-5767-4A2B-9472-20BCCEA7FF83}"/>
              </a:ext>
            </a:extLst>
          </p:cNvPr>
          <p:cNvSpPr>
            <a:spLocks xmlns:a="http://schemas.openxmlformats.org/drawingml/2006/main" noGrp="1"/>
          </p:cNvSpPr>
          <p:nvPr/>
        </p:nvSpPr>
        <p:spPr>
          <a:xfrm xmlns:a="http://schemas.openxmlformats.org/drawingml/2006/main">
            <a:off x="533400" y="4057650"/>
            <a:ext cx="8058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C61"/>
                </a:solidFill>
                <a:latin typeface="Arial"/>
                <a:ea typeface="Arial"/>
                <a:cs typeface="Arial"/>
              </a:defRPr>
            </a:defPPr>
            <a:lvl1pPr algn="l">
              <a:defRPr sz="1575" b="0">
                <a:solidFill>
                  <a:srgbClr val="202C61"/>
                </a:solidFill>
                <a:latin typeface="Arial"/>
                <a:ea typeface="Arial"/>
                <a:cs typeface="Arial"/>
              </a:defRPr>
            </a:lvl1pPr>
            <a:lvl2pPr algn="l">
              <a:defRPr sz="1575" b="0">
                <a:solidFill>
                  <a:srgbClr val="202C61"/>
                </a:solidFill>
                <a:latin typeface="Arial"/>
                <a:ea typeface="Arial"/>
                <a:cs typeface="Arial"/>
              </a:defRPr>
            </a:lvl2pPr>
            <a:lvl3pPr algn="l">
              <a:defRPr sz="1575" b="0">
                <a:solidFill>
                  <a:srgbClr val="202C61"/>
                </a:solidFill>
                <a:latin typeface="Arial"/>
                <a:ea typeface="Arial"/>
                <a:cs typeface="Arial"/>
              </a:defRPr>
            </a:lvl3pPr>
            <a:lvl4pPr algn="l">
              <a:defRPr sz="1575" b="0">
                <a:solidFill>
                  <a:srgbClr val="202C61"/>
                </a:solidFill>
                <a:latin typeface="Arial"/>
                <a:ea typeface="Arial"/>
                <a:cs typeface="Arial"/>
              </a:defRPr>
            </a:lvl4pPr>
            <a:lvl5pPr algn="l">
              <a:defRPr sz="1575" b="0">
                <a:solidFill>
                  <a:srgbClr val="202C61"/>
                </a:solidFill>
                <a:latin typeface="Arial"/>
                <a:ea typeface="Arial"/>
                <a:cs typeface="Arial"/>
              </a:defRPr>
            </a:lvl5pPr>
            <a:lvl6pPr algn="l">
              <a:defRPr sz="1575" b="0">
                <a:solidFill>
                  <a:srgbClr val="202C61"/>
                </a:solidFill>
                <a:latin typeface="Arial"/>
                <a:ea typeface="Arial"/>
                <a:cs typeface="Arial"/>
              </a:defRPr>
            </a:lvl6pPr>
            <a:lvl7pPr algn="l">
              <a:defRPr sz="1575" b="0">
                <a:solidFill>
                  <a:srgbClr val="202C61"/>
                </a:solidFill>
                <a:latin typeface="Arial"/>
                <a:ea typeface="Arial"/>
                <a:cs typeface="Arial"/>
              </a:defRPr>
            </a:lvl7pPr>
            <a:lvl8pPr algn="l">
              <a:defRPr sz="1575" b="0">
                <a:solidFill>
                  <a:srgbClr val="202C61"/>
                </a:solidFill>
                <a:latin typeface="Arial"/>
                <a:ea typeface="Arial"/>
                <a:cs typeface="Arial"/>
              </a:defRPr>
            </a:lvl8pPr>
            <a:lvl9pPr algn="l">
              <a:defRPr sz="1575" b="0">
                <a:solidFill>
                  <a:srgbClr val="202C61"/>
                </a:solidFill>
                <a:latin typeface="Arial"/>
                <a:ea typeface="Arial"/>
                <a:cs typeface="Arial"/>
              </a:defRPr>
            </a:lvl9pPr>
          </a:lstStyle>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Frontend route gates + database RLS and role/store checks</a:t>
            </a:r>
          </a:p>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TOTP supported. AAL2 applies when a verified factor requires it.</a:t>
            </a:r>
          </a:p>
        </p:txBody>
      </p:sp>
    </p:spTree>
    <p:extLst>
      <p:ext uri="{BB962C8B-B14F-4D97-AF65-F5344CB8AC3E}">
        <p14:creationId xmlns:p14="http://schemas.microsoft.com/office/powerpoint/2010/main" val="146269812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AEA11637-1443-43B7-96F2-E01FC390E026}"/>
              </a:ext>
            </a:extLst>
          </p:cNvPr>
          <p:cNvPicPr>
            <a:picLocks xmlns:a="http://schemas.openxmlformats.org/drawingml/2006/main" noChangeAspect="1"/>
          </p:cNvPicPr>
          <p:nvPr/>
        </p:nvPicPr>
        <p:blipFill>
          <a:blip xmlns:r="http://schemas.openxmlformats.org/officeDocument/2006/relationships" xmlns:a="http://schemas.openxmlformats.org/drawingml/2006/main" r:embed="R73c21daa77224c4d"/>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24000524-A533-4E3A-8330-A9EEBECCE0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pic>
        <p:nvPicPr>
          <p:cNvPr id="3" name="">
            <a:extLst xmlns:a="http://schemas.openxmlformats.org/drawingml/2006/main">
              <a:ext uri="{FF2B5EF4-FFF2-40B4-BE49-F238E27FC236}">
                <a16:creationId xmlns:a16="http://schemas.microsoft.com/office/drawing/2014/main" id="{E1FFB6A1-C069-4DB9-BD2D-A758DAB4E502}"/>
              </a:ext>
            </a:extLst>
          </p:cNvPr>
          <p:cNvPicPr>
            <a:picLocks xmlns:a="http://schemas.openxmlformats.org/drawingml/2006/main" noChangeAspect="1"/>
          </p:cNvPicPr>
          <p:nvPr/>
        </p:nvPicPr>
        <p:blipFill>
          <a:blip xmlns:r="http://schemas.openxmlformats.org/officeDocument/2006/relationships" xmlns:a="http://schemas.openxmlformats.org/drawingml/2006/main" r:embed="R12418d40f83445e0"/>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3">
            <a:extLst xmlns:a="http://schemas.openxmlformats.org/drawingml/2006/main">
              <a:ext uri="{FF2B5EF4-FFF2-40B4-BE49-F238E27FC236}">
                <a16:creationId xmlns:a16="http://schemas.microsoft.com/office/drawing/2014/main" id="{822304F6-6676-4A96-A311-97733B9AC4E4}"/>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12 / 17</a:t>
            </a:r>
          </a:p>
        </p:txBody>
      </p:sp>
      <p:sp>
        <p:nvSpPr>
          <p:cNvPr id="5" name="">
            <a:extLst xmlns:a="http://schemas.openxmlformats.org/drawingml/2006/main">
              <a:ext uri="{FF2B5EF4-FFF2-40B4-BE49-F238E27FC236}">
                <a16:creationId xmlns:a16="http://schemas.microsoft.com/office/drawing/2014/main" id="{DE75488E-D6AA-4FF2-8D64-9E0A38286F99}"/>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6" name="">
            <a:extLst xmlns:a="http://schemas.openxmlformats.org/drawingml/2006/main">
              <a:ext uri="{FF2B5EF4-FFF2-40B4-BE49-F238E27FC236}">
                <a16:creationId xmlns:a16="http://schemas.microsoft.com/office/drawing/2014/main" id="{55AA915C-5065-43CA-B852-5741497A9EFA}"/>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8" name="">
            <a:extLst xmlns:a="http://schemas.openxmlformats.org/drawingml/2006/main">
              <a:ext uri="{FF2B5EF4-FFF2-40B4-BE49-F238E27FC236}">
                <a16:creationId xmlns:a16="http://schemas.microsoft.com/office/drawing/2014/main" id="{37B86BC3-0A52-4404-BCEB-7B7EE77EC884}"/>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9" name="">
            <a:extLst xmlns:a="http://schemas.openxmlformats.org/drawingml/2006/main">
              <a:ext uri="{FF2B5EF4-FFF2-40B4-BE49-F238E27FC236}">
                <a16:creationId xmlns:a16="http://schemas.microsoft.com/office/drawing/2014/main" id="{CB1E2A2A-999F-4773-9529-762FAAA27738}"/>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10" name="">
            <a:extLst xmlns:a="http://schemas.openxmlformats.org/drawingml/2006/main">
              <a:ext uri="{FF2B5EF4-FFF2-40B4-BE49-F238E27FC236}">
                <a16:creationId xmlns:a16="http://schemas.microsoft.com/office/drawing/2014/main" id="{65DF665F-0673-476A-B35E-F767C7656453}"/>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1" name="">
            <a:extLst xmlns:a="http://schemas.openxmlformats.org/drawingml/2006/main">
              <a:ext uri="{FF2B5EF4-FFF2-40B4-BE49-F238E27FC236}">
                <a16:creationId xmlns:a16="http://schemas.microsoft.com/office/drawing/2014/main" id="{B7C2CCC5-13B4-4B53-87A3-8D72B37FF7D1}"/>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2" name="">
            <a:extLst xmlns:a="http://schemas.openxmlformats.org/drawingml/2006/main">
              <a:ext uri="{FF2B5EF4-FFF2-40B4-BE49-F238E27FC236}">
                <a16:creationId xmlns:a16="http://schemas.microsoft.com/office/drawing/2014/main" id="{496AE7E8-D71E-4453-B76F-32859E84657F}"/>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r>
              <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1" name="current-content-102">
            <a:extLst xmlns:a="http://schemas.openxmlformats.org/drawingml/2006/main">
              <a:ext uri="{FF2B5EF4-FFF2-40B4-BE49-F238E27FC236}">
                <a16:creationId xmlns:a16="http://schemas.microsoft.com/office/drawing/2014/main" id="{98189840-FD62-4A2A-88BC-BE4E70FAC36A}"/>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7" name="">
            <a:extLst xmlns:a="http://schemas.openxmlformats.org/drawingml/2006/main">
              <a:ext uri="{FF2B5EF4-FFF2-40B4-BE49-F238E27FC236}">
                <a16:creationId xmlns:a16="http://schemas.microsoft.com/office/drawing/2014/main" id="{0CCD00EA-5E64-42ED-904F-612E9513C572}"/>
              </a:ext>
            </a:extLst>
          </p:cNvPr>
          <p:cNvCxnSpPr>
            <a:stCxn xmlns:a="http://schemas.openxmlformats.org/drawingml/2006/main" id="5" idx="2"/>
            <a:endCxn xmlns:a="http://schemas.openxmlformats.org/drawingml/2006/main" id="6"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3" name="">
            <a:extLst xmlns:a="http://schemas.openxmlformats.org/drawingml/2006/main">
              <a:ext uri="{FF2B5EF4-FFF2-40B4-BE49-F238E27FC236}">
                <a16:creationId xmlns:a16="http://schemas.microsoft.com/office/drawing/2014/main" id="{A4A9E431-FDB7-4FFF-8C5B-BF98DC939564}"/>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4" name="">
            <a:extLst xmlns:a="http://schemas.openxmlformats.org/drawingml/2006/main">
              <a:ext uri="{FF2B5EF4-FFF2-40B4-BE49-F238E27FC236}">
                <a16:creationId xmlns:a16="http://schemas.microsoft.com/office/drawing/2014/main" id="{2D001FF3-108A-4101-95CC-4450233B8CC7}"/>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886E9E3E-7D29-44ED-B84B-505666338EC7}"/>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24048B22-4EAB-47F1-A14B-735DA264895E}"/>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
            <a:extLst xmlns:a="http://schemas.openxmlformats.org/drawingml/2006/main">
              <a:ext uri="{FF2B5EF4-FFF2-40B4-BE49-F238E27FC236}">
                <a16:creationId xmlns:a16="http://schemas.microsoft.com/office/drawing/2014/main" id="{51B45BCA-CFFF-4D43-B29D-CAE68562D40A}"/>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
            <a:extLst xmlns:a="http://schemas.openxmlformats.org/drawingml/2006/main">
              <a:ext uri="{FF2B5EF4-FFF2-40B4-BE49-F238E27FC236}">
                <a16:creationId xmlns:a16="http://schemas.microsoft.com/office/drawing/2014/main" id="{25C97872-04B1-4A5A-A33A-835C3DF487F4}"/>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9" name="">
            <a:extLst xmlns:a="http://schemas.openxmlformats.org/drawingml/2006/main">
              <a:ext uri="{FF2B5EF4-FFF2-40B4-BE49-F238E27FC236}">
                <a16:creationId xmlns:a16="http://schemas.microsoft.com/office/drawing/2014/main" id="{2875B94A-4317-4A17-8E0C-9132C644D425}"/>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20" name="">
            <a:extLst xmlns:a="http://schemas.openxmlformats.org/drawingml/2006/main">
              <a:ext uri="{FF2B5EF4-FFF2-40B4-BE49-F238E27FC236}">
                <a16:creationId xmlns:a16="http://schemas.microsoft.com/office/drawing/2014/main" id="{69514AA8-7216-434F-A307-2E487B651A37}"/>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9312193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E1417B40-2D96-4063-A552-D0D0F44BC178}"/>
              </a:ext>
            </a:extLst>
          </p:cNvPr>
          <p:cNvPicPr>
            <a:picLocks xmlns:a="http://schemas.openxmlformats.org/drawingml/2006/main" noChangeAspect="1"/>
          </p:cNvPicPr>
          <p:nvPr/>
        </p:nvPicPr>
        <p:blipFill>
          <a:blip xmlns:r="http://schemas.openxmlformats.org/officeDocument/2006/relationships" xmlns:a="http://schemas.openxmlformats.org/drawingml/2006/main" r:embed="Rbf9b119c944c40c4"/>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45346DC3-DE38-4FE5-886F-3234283ECD2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pic>
        <p:nvPicPr>
          <p:cNvPr id="3" name="">
            <a:extLst xmlns:a="http://schemas.openxmlformats.org/drawingml/2006/main">
              <a:ext uri="{FF2B5EF4-FFF2-40B4-BE49-F238E27FC236}">
                <a16:creationId xmlns:a16="http://schemas.microsoft.com/office/drawing/2014/main" id="{92D32DB0-3BBC-489C-810C-F6296077C4EE}"/>
              </a:ext>
            </a:extLst>
          </p:cNvPr>
          <p:cNvPicPr>
            <a:picLocks xmlns:a="http://schemas.openxmlformats.org/drawingml/2006/main" noChangeAspect="1"/>
          </p:cNvPicPr>
          <p:nvPr/>
        </p:nvPicPr>
        <p:blipFill>
          <a:blip xmlns:r="http://schemas.openxmlformats.org/officeDocument/2006/relationships" xmlns:a="http://schemas.openxmlformats.org/drawingml/2006/main" r:embed="R4e553aa693da4012"/>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5">
            <a:extLst xmlns:a="http://schemas.openxmlformats.org/drawingml/2006/main">
              <a:ext uri="{FF2B5EF4-FFF2-40B4-BE49-F238E27FC236}">
                <a16:creationId xmlns:a16="http://schemas.microsoft.com/office/drawing/2014/main" id="{09EC76E8-0359-4D6B-AC03-E77906041F35}"/>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13 / 17</a:t>
            </a:r>
          </a:p>
        </p:txBody>
      </p:sp>
      <p:sp>
        <p:nvSpPr>
          <p:cNvPr id="5" name="">
            <a:extLst xmlns:a="http://schemas.openxmlformats.org/drawingml/2006/main">
              <a:ext uri="{FF2B5EF4-FFF2-40B4-BE49-F238E27FC236}">
                <a16:creationId xmlns:a16="http://schemas.microsoft.com/office/drawing/2014/main" id="{0DDE82A2-4AC7-422C-88B0-CD595696F72B}"/>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6" name="">
            <a:extLst xmlns:a="http://schemas.openxmlformats.org/drawingml/2006/main">
              <a:ext uri="{FF2B5EF4-FFF2-40B4-BE49-F238E27FC236}">
                <a16:creationId xmlns:a16="http://schemas.microsoft.com/office/drawing/2014/main" id="{2A387FE7-3F87-4BE2-B275-2CBA28CA9971}"/>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7" name="">
            <a:extLst xmlns:a="http://schemas.openxmlformats.org/drawingml/2006/main">
              <a:ext uri="{FF2B5EF4-FFF2-40B4-BE49-F238E27FC236}">
                <a16:creationId xmlns:a16="http://schemas.microsoft.com/office/drawing/2014/main" id="{6CD2A40A-033B-4A77-990F-244493FE1D28}"/>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8" name="">
            <a:extLst xmlns:a="http://schemas.openxmlformats.org/drawingml/2006/main">
              <a:ext uri="{FF2B5EF4-FFF2-40B4-BE49-F238E27FC236}">
                <a16:creationId xmlns:a16="http://schemas.microsoft.com/office/drawing/2014/main" id="{FBC7F2B0-A528-497A-87EA-7D91F289D726}"/>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9" name="">
            <a:extLst xmlns:a="http://schemas.openxmlformats.org/drawingml/2006/main">
              <a:ext uri="{FF2B5EF4-FFF2-40B4-BE49-F238E27FC236}">
                <a16:creationId xmlns:a16="http://schemas.microsoft.com/office/drawing/2014/main" id="{3B9885E5-3A70-4640-B5EC-16070EC5BF39}"/>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10" name="">
            <a:extLst xmlns:a="http://schemas.openxmlformats.org/drawingml/2006/main">
              <a:ext uri="{FF2B5EF4-FFF2-40B4-BE49-F238E27FC236}">
                <a16:creationId xmlns:a16="http://schemas.microsoft.com/office/drawing/2014/main" id="{F52C327D-7B11-4AB0-BECA-F3805FDA4211}"/>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defRPr sz="1238">
                <a:solidFill>
                  <a:srgbClr val="171717"/>
                </a:solidFill>
                <a:latin typeface="Arial"/>
                <a:ea typeface="Arial"/>
                <a:cs typeface="Arial"/>
              </a:defRPr>
            </a:lvl1pPr>
            <a:lvl2pPr algn="ctr">
              <a:defRPr sz="1238">
                <a:solidFill>
                  <a:srgbClr val="171717"/>
                </a:solidFill>
                <a:latin typeface="Arial"/>
                <a:ea typeface="Arial"/>
                <a:cs typeface="Arial"/>
              </a:defRPr>
            </a:lvl2pPr>
            <a:lvl3pPr algn="ctr">
              <a:defRPr sz="1238">
                <a:solidFill>
                  <a:srgbClr val="171717"/>
                </a:solidFill>
                <a:latin typeface="Arial"/>
                <a:ea typeface="Arial"/>
                <a:cs typeface="Arial"/>
              </a:defRPr>
            </a:lvl3pPr>
            <a:lvl4pPr algn="ctr">
              <a:defRPr sz="1238">
                <a:solidFill>
                  <a:srgbClr val="171717"/>
                </a:solidFill>
                <a:latin typeface="Arial"/>
                <a:ea typeface="Arial"/>
                <a:cs typeface="Arial"/>
              </a:defRPr>
            </a:lvl4pPr>
            <a:lvl5pPr algn="ctr">
              <a:defRPr sz="1238">
                <a:solidFill>
                  <a:srgbClr val="171717"/>
                </a:solidFill>
                <a:latin typeface="Arial"/>
                <a:ea typeface="Arial"/>
                <a:cs typeface="Arial"/>
              </a:defRPr>
            </a:lvl5pPr>
            <a:lvl6pPr algn="ctr">
              <a:defRPr sz="1238">
                <a:solidFill>
                  <a:srgbClr val="171717"/>
                </a:solidFill>
                <a:latin typeface="Arial"/>
                <a:ea typeface="Arial"/>
                <a:cs typeface="Arial"/>
              </a:defRPr>
            </a:lvl6pPr>
            <a:lvl7pPr algn="ctr">
              <a:defRPr sz="1238">
                <a:solidFill>
                  <a:srgbClr val="171717"/>
                </a:solidFill>
                <a:latin typeface="Arial"/>
                <a:ea typeface="Arial"/>
                <a:cs typeface="Arial"/>
              </a:defRPr>
            </a:lvl7pPr>
            <a:lvl8pPr algn="ctr">
              <a:defRPr sz="1238">
                <a:solidFill>
                  <a:srgbClr val="171717"/>
                </a:solidFill>
                <a:latin typeface="Arial"/>
                <a:ea typeface="Arial"/>
                <a:cs typeface="Arial"/>
              </a:defRPr>
            </a:lvl8pPr>
            <a:lvl9pPr algn="ctr">
              <a:defRPr sz="1238">
                <a:solidFill>
                  <a:srgbClr val="171717"/>
                </a:solidFill>
                <a:latin typeface="Arial"/>
                <a:ea typeface="Arial"/>
                <a:cs typeface="Arial"/>
              </a:defRPr>
            </a:lvl9pPr>
          </a:lstStyle>
          <a:p xmlns:a="http://schemas.openxmlformats.org/drawingml/2006/main">
            <a:pPr algn="ctr">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20" name="current-content-103">
            <a:extLst xmlns:a="http://schemas.openxmlformats.org/drawingml/2006/main">
              <a:ext uri="{FF2B5EF4-FFF2-40B4-BE49-F238E27FC236}">
                <a16:creationId xmlns:a16="http://schemas.microsoft.com/office/drawing/2014/main" id="{F4B3B596-8DF9-4AE5-82F0-B65710425460}"/>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4">
            <a:extLst xmlns:a="http://schemas.openxmlformats.org/drawingml/2006/main">
              <a:ext uri="{FF2B5EF4-FFF2-40B4-BE49-F238E27FC236}">
                <a16:creationId xmlns:a16="http://schemas.microsoft.com/office/drawing/2014/main" id="{CB4D16EC-ADBD-47BE-A652-A7BBC7555CAD}"/>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5">
            <a:extLst xmlns:a="http://schemas.openxmlformats.org/drawingml/2006/main">
              <a:ext uri="{FF2B5EF4-FFF2-40B4-BE49-F238E27FC236}">
                <a16:creationId xmlns:a16="http://schemas.microsoft.com/office/drawing/2014/main" id="{5D8D50BC-7659-48A3-A653-160E4763AA11}"/>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6">
            <a:extLst xmlns:a="http://schemas.openxmlformats.org/drawingml/2006/main">
              <a:ext uri="{FF2B5EF4-FFF2-40B4-BE49-F238E27FC236}">
                <a16:creationId xmlns:a16="http://schemas.microsoft.com/office/drawing/2014/main" id="{9C1B8552-8734-4834-9908-EB4792071713}"/>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4" name="current-content-107">
            <a:extLst xmlns:a="http://schemas.openxmlformats.org/drawingml/2006/main">
              <a:ext uri="{FF2B5EF4-FFF2-40B4-BE49-F238E27FC236}">
                <a16:creationId xmlns:a16="http://schemas.microsoft.com/office/drawing/2014/main" id="{30D6E1F6-AF8A-4C98-8321-136E1154BE5D}"/>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1" name="">
            <a:extLst xmlns:a="http://schemas.openxmlformats.org/drawingml/2006/main">
              <a:ext uri="{FF2B5EF4-FFF2-40B4-BE49-F238E27FC236}">
                <a16:creationId xmlns:a16="http://schemas.microsoft.com/office/drawing/2014/main" id="{42134767-B960-43C5-993F-8A82E4352A47}"/>
              </a:ext>
            </a:extLst>
          </p:cNvPr>
          <p:cNvCxnSpPr>
            <a:stCxn xmlns:a="http://schemas.openxmlformats.org/drawingml/2006/main" id="5" idx="3"/>
            <a:endCxn xmlns:a="http://schemas.openxmlformats.org/drawingml/2006/main" id="6"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
            <a:extLst xmlns:a="http://schemas.openxmlformats.org/drawingml/2006/main">
              <a:ext uri="{FF2B5EF4-FFF2-40B4-BE49-F238E27FC236}">
                <a16:creationId xmlns:a16="http://schemas.microsoft.com/office/drawing/2014/main" id="{1C69239F-B1CE-4F22-AAF5-5C9458A6C954}"/>
              </a:ext>
            </a:extLst>
          </p:cNvPr>
          <p:cNvCxnSpPr>
            <a:stCxn xmlns:a="http://schemas.openxmlformats.org/drawingml/2006/main" id="5" idx="2"/>
            <a:endCxn xmlns:a="http://schemas.openxmlformats.org/drawingml/2006/main" id="8"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AF6DF946-052F-4ECB-B158-6A36A11F66BB}"/>
              </a:ext>
            </a:extLst>
          </p:cNvPr>
          <p:cNvCxnSpPr>
            <a:stCxn xmlns:a="http://schemas.openxmlformats.org/drawingml/2006/main" id="6" idx="2"/>
            <a:endCxn xmlns:a="http://schemas.openxmlformats.org/drawingml/2006/main" id="9"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DFCC59A2-8754-4BC0-A861-9E5832D3DF00}"/>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9BF86953-9737-4873-82E6-8A2EC40CD49B}"/>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6" name="">
            <a:extLst xmlns:a="http://schemas.openxmlformats.org/drawingml/2006/main">
              <a:ext uri="{FF2B5EF4-FFF2-40B4-BE49-F238E27FC236}">
                <a16:creationId xmlns:a16="http://schemas.microsoft.com/office/drawing/2014/main" id="{063879D4-0B16-40CC-B4B9-938E11F4FE66}"/>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7" name="">
            <a:extLst xmlns:a="http://schemas.openxmlformats.org/drawingml/2006/main">
              <a:ext uri="{FF2B5EF4-FFF2-40B4-BE49-F238E27FC236}">
                <a16:creationId xmlns:a16="http://schemas.microsoft.com/office/drawing/2014/main" id="{FFDA8442-40AD-4C13-AD26-456858DC7406}"/>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8" name="">
            <a:extLst xmlns:a="http://schemas.openxmlformats.org/drawingml/2006/main">
              <a:ext uri="{FF2B5EF4-FFF2-40B4-BE49-F238E27FC236}">
                <a16:creationId xmlns:a16="http://schemas.microsoft.com/office/drawing/2014/main" id="{17A33880-976A-4D96-A079-1F98C40FA7A9}"/>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9" name="">
            <a:extLst xmlns:a="http://schemas.openxmlformats.org/drawingml/2006/main">
              <a:ext uri="{FF2B5EF4-FFF2-40B4-BE49-F238E27FC236}">
                <a16:creationId xmlns:a16="http://schemas.microsoft.com/office/drawing/2014/main" id="{BDEEEF89-F5E3-4D4C-9A3F-528745E425E7}"/>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55835584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5F79C5C-8690-468D-8EAF-D216806BABCD}"/>
              </a:ext>
            </a:extLst>
          </p:cNvPr>
          <p:cNvPicPr>
            <a:picLocks xmlns:a="http://schemas.openxmlformats.org/drawingml/2006/main" noChangeAspect="1"/>
          </p:cNvPicPr>
          <p:nvPr/>
        </p:nvPicPr>
        <p:blipFill>
          <a:blip xmlns:r="http://schemas.openxmlformats.org/officeDocument/2006/relationships" xmlns:a="http://schemas.openxmlformats.org/drawingml/2006/main" r:embed="Ref78bb186a904896"/>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D59320FF-72AA-4612-86C3-5B6979801289}"/>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pic>
        <p:nvPicPr>
          <p:cNvPr id="3" name="">
            <a:extLst xmlns:a="http://schemas.openxmlformats.org/drawingml/2006/main">
              <a:ext uri="{FF2B5EF4-FFF2-40B4-BE49-F238E27FC236}">
                <a16:creationId xmlns:a16="http://schemas.microsoft.com/office/drawing/2014/main" id="{36A6D2D1-973C-43BB-B030-84DEB5E4DDD9}"/>
              </a:ext>
            </a:extLst>
          </p:cNvPr>
          <p:cNvPicPr>
            <a:picLocks xmlns:a="http://schemas.openxmlformats.org/drawingml/2006/main" noChangeAspect="1"/>
          </p:cNvPicPr>
          <p:nvPr/>
        </p:nvPicPr>
        <p:blipFill>
          <a:blip xmlns:r="http://schemas.openxmlformats.org/officeDocument/2006/relationships" xmlns:a="http://schemas.openxmlformats.org/drawingml/2006/main" r:embed="R14b2eed9985d43b3"/>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7">
            <a:extLst xmlns:a="http://schemas.openxmlformats.org/drawingml/2006/main">
              <a:ext uri="{FF2B5EF4-FFF2-40B4-BE49-F238E27FC236}">
                <a16:creationId xmlns:a16="http://schemas.microsoft.com/office/drawing/2014/main" id="{598FAD84-2298-4847-A731-1B4AC95C994A}"/>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14 / 17</a:t>
            </a:r>
          </a:p>
        </p:txBody>
      </p:sp>
      <p:sp>
        <p:nvSpPr>
          <p:cNvPr id="5" name="current-content-108">
            <a:extLst xmlns:a="http://schemas.openxmlformats.org/drawingml/2006/main">
              <a:ext uri="{FF2B5EF4-FFF2-40B4-BE49-F238E27FC236}">
                <a16:creationId xmlns:a16="http://schemas.microsoft.com/office/drawing/2014/main" id="{30BB04A3-F955-437B-94AD-30C868E7A2B7}"/>
              </a:ext>
            </a:extLst>
          </p:cNvPr>
          <p:cNvSpPr>
            <a:spLocks xmlns:a="http://schemas.openxmlformats.org/drawingml/2006/main" noGrp="1"/>
          </p:cNvSpPr>
          <p:nvPr/>
        </p:nvSpPr>
        <p:spPr>
          <a:xfrm xmlns:a="http://schemas.openxmlformats.org/drawingml/2006/main">
            <a:off x="533400" y="1304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Checkout</a:t>
            </a:r>
          </a:p>
        </p:txBody>
      </p:sp>
      <p:sp>
        <p:nvSpPr>
          <p:cNvPr id="6" name="">
            <a:extLst xmlns:a="http://schemas.openxmlformats.org/drawingml/2006/main">
              <a:ext uri="{FF2B5EF4-FFF2-40B4-BE49-F238E27FC236}">
                <a16:creationId xmlns:a16="http://schemas.microsoft.com/office/drawing/2014/main" id="{0FC96584-1392-4DF9-80CC-F3AE72D9D9E5}"/>
              </a:ext>
            </a:extLst>
          </p:cNvPr>
          <p:cNvSpPr>
            <a:spLocks xmlns:a="http://schemas.openxmlformats.org/drawingml/2006/main" noGrp="1"/>
          </p:cNvSpPr>
          <p:nvPr/>
        </p:nvSpPr>
        <p:spPr>
          <a:xfrm xmlns:a="http://schemas.openxmlformats.org/drawingml/2006/main">
            <a:off x="53340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Cart and payment</a:t>
            </a:r>
          </a:p>
        </p:txBody>
      </p:sp>
      <p:sp>
        <p:nvSpPr>
          <p:cNvPr id="7" name="">
            <a:extLst xmlns:a="http://schemas.openxmlformats.org/drawingml/2006/main">
              <a:ext uri="{FF2B5EF4-FFF2-40B4-BE49-F238E27FC236}">
                <a16:creationId xmlns:a16="http://schemas.microsoft.com/office/drawing/2014/main" id="{8AC8D3D9-737E-4798-9DE7-535A5D324C0E}"/>
              </a:ext>
            </a:extLst>
          </p:cNvPr>
          <p:cNvSpPr>
            <a:spLocks xmlns:a="http://schemas.openxmlformats.org/drawingml/2006/main" noGrp="1"/>
          </p:cNvSpPr>
          <p:nvPr/>
        </p:nvSpPr>
        <p:spPr>
          <a:xfrm xmlns:a="http://schemas.openxmlformats.org/drawingml/2006/main">
            <a:off x="3438525"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Server validation</a:t>
            </a:r>
          </a:p>
        </p:txBody>
      </p:sp>
      <p:sp>
        <p:nvSpPr>
          <p:cNvPr id="8" name="">
            <a:extLst xmlns:a="http://schemas.openxmlformats.org/drawingml/2006/main">
              <a:ext uri="{FF2B5EF4-FFF2-40B4-BE49-F238E27FC236}">
                <a16:creationId xmlns:a16="http://schemas.microsoft.com/office/drawing/2014/main" id="{2E47E17B-0AA4-4FBB-8E64-B91AA4FB17BC}"/>
              </a:ext>
            </a:extLst>
          </p:cNvPr>
          <p:cNvSpPr>
            <a:spLocks xmlns:a="http://schemas.openxmlformats.org/drawingml/2006/main" noGrp="1"/>
          </p:cNvSpPr>
          <p:nvPr/>
        </p:nvSpPr>
        <p:spPr>
          <a:xfrm xmlns:a="http://schemas.openxmlformats.org/drawingml/2006/main">
            <a:off x="634365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Commit sale + stock</a:t>
            </a:r>
          </a:p>
        </p:txBody>
      </p:sp>
      <p:sp>
        <p:nvSpPr>
          <p:cNvPr id="11" name="current-content-109">
            <a:extLst xmlns:a="http://schemas.openxmlformats.org/drawingml/2006/main">
              <a:ext uri="{FF2B5EF4-FFF2-40B4-BE49-F238E27FC236}">
                <a16:creationId xmlns:a16="http://schemas.microsoft.com/office/drawing/2014/main" id="{C7FB382D-2A45-4989-955C-3E2AD6FF9730}"/>
              </a:ext>
            </a:extLst>
          </p:cNvPr>
          <p:cNvSpPr>
            <a:spLocks xmlns:a="http://schemas.openxmlformats.org/drawingml/2006/main" noGrp="1"/>
          </p:cNvSpPr>
          <p:nvPr/>
        </p:nvSpPr>
        <p:spPr>
          <a:xfrm xmlns:a="http://schemas.openxmlformats.org/drawingml/2006/main">
            <a:off x="533400" y="2343150"/>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Bulk conversion</a:t>
            </a:r>
          </a:p>
        </p:txBody>
      </p:sp>
      <p:sp>
        <p:nvSpPr>
          <p:cNvPr id="12" name="">
            <a:extLst xmlns:a="http://schemas.openxmlformats.org/drawingml/2006/main">
              <a:ext uri="{FF2B5EF4-FFF2-40B4-BE49-F238E27FC236}">
                <a16:creationId xmlns:a16="http://schemas.microsoft.com/office/drawing/2014/main" id="{7E1AC4B7-DFA5-41A3-9A3B-23BED6552CF4}"/>
              </a:ext>
            </a:extLst>
          </p:cNvPr>
          <p:cNvSpPr>
            <a:spLocks xmlns:a="http://schemas.openxmlformats.org/drawingml/2006/main" noGrp="1"/>
          </p:cNvSpPr>
          <p:nvPr/>
        </p:nvSpPr>
        <p:spPr>
          <a:xfrm xmlns:a="http://schemas.openxmlformats.org/drawingml/2006/main">
            <a:off x="53340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 packs × 6 pieces</a:t>
            </a:r>
          </a:p>
        </p:txBody>
      </p:sp>
      <p:sp>
        <p:nvSpPr>
          <p:cNvPr id="13" name="">
            <a:extLst xmlns:a="http://schemas.openxmlformats.org/drawingml/2006/main">
              <a:ext uri="{FF2B5EF4-FFF2-40B4-BE49-F238E27FC236}">
                <a16:creationId xmlns:a16="http://schemas.microsoft.com/office/drawing/2014/main" id="{F6920982-9E2D-4235-9DA5-343FF570CA4F}"/>
              </a:ext>
            </a:extLst>
          </p:cNvPr>
          <p:cNvSpPr>
            <a:spLocks xmlns:a="http://schemas.openxmlformats.org/drawingml/2006/main" noGrp="1"/>
          </p:cNvSpPr>
          <p:nvPr/>
        </p:nvSpPr>
        <p:spPr>
          <a:xfrm xmlns:a="http://schemas.openxmlformats.org/drawingml/2006/main">
            <a:off x="3438525"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12 base units</a:t>
            </a:r>
          </a:p>
        </p:txBody>
      </p:sp>
      <p:sp>
        <p:nvSpPr>
          <p:cNvPr id="14" name="">
            <a:extLst xmlns:a="http://schemas.openxmlformats.org/drawingml/2006/main">
              <a:ext uri="{FF2B5EF4-FFF2-40B4-BE49-F238E27FC236}">
                <a16:creationId xmlns:a16="http://schemas.microsoft.com/office/drawing/2014/main" id="{CB89059D-3B75-48B5-8C93-0E7C5FD520DE}"/>
              </a:ext>
            </a:extLst>
          </p:cNvPr>
          <p:cNvSpPr>
            <a:spLocks xmlns:a="http://schemas.openxmlformats.org/drawingml/2006/main" noGrp="1"/>
          </p:cNvSpPr>
          <p:nvPr/>
        </p:nvSpPr>
        <p:spPr>
          <a:xfrm xmlns:a="http://schemas.openxmlformats.org/drawingml/2006/main">
            <a:off x="634365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24 pieces become 12</a:t>
            </a:r>
          </a:p>
        </p:txBody>
      </p:sp>
      <p:sp>
        <p:nvSpPr>
          <p:cNvPr id="17" name="current-content-110">
            <a:extLst xmlns:a="http://schemas.openxmlformats.org/drawingml/2006/main">
              <a:ext uri="{FF2B5EF4-FFF2-40B4-BE49-F238E27FC236}">
                <a16:creationId xmlns:a16="http://schemas.microsoft.com/office/drawing/2014/main" id="{C00DB556-C718-4FAF-9BD8-7D6DCA1EEE0F}"/>
              </a:ext>
            </a:extLst>
          </p:cNvPr>
          <p:cNvSpPr>
            <a:spLocks xmlns:a="http://schemas.openxmlformats.org/drawingml/2006/main" noGrp="1"/>
          </p:cNvSpPr>
          <p:nvPr/>
        </p:nvSpPr>
        <p:spPr>
          <a:xfrm xmlns:a="http://schemas.openxmlformats.org/drawingml/2006/main">
            <a:off x="533400" y="33813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Receiving</a:t>
            </a:r>
          </a:p>
        </p:txBody>
      </p:sp>
      <p:sp>
        <p:nvSpPr>
          <p:cNvPr id="18" name="">
            <a:extLst xmlns:a="http://schemas.openxmlformats.org/drawingml/2006/main">
              <a:ext uri="{FF2B5EF4-FFF2-40B4-BE49-F238E27FC236}">
                <a16:creationId xmlns:a16="http://schemas.microsoft.com/office/drawing/2014/main" id="{60DB47A8-B92D-44E6-B7CA-E8A13172FE61}"/>
              </a:ext>
            </a:extLst>
          </p:cNvPr>
          <p:cNvSpPr>
            <a:spLocks xmlns:a="http://schemas.openxmlformats.org/drawingml/2006/main" noGrp="1"/>
          </p:cNvSpPr>
          <p:nvPr/>
        </p:nvSpPr>
        <p:spPr>
          <a:xfrm xmlns:a="http://schemas.openxmlformats.org/drawingml/2006/main">
            <a:off x="53340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Configured packages</a:t>
            </a:r>
          </a:p>
        </p:txBody>
      </p:sp>
      <p:sp>
        <p:nvSpPr>
          <p:cNvPr id="19" name="">
            <a:extLst xmlns:a="http://schemas.openxmlformats.org/drawingml/2006/main">
              <a:ext uri="{FF2B5EF4-FFF2-40B4-BE49-F238E27FC236}">
                <a16:creationId xmlns:a16="http://schemas.microsoft.com/office/drawing/2014/main" id="{37B1D6F0-FF5F-4A1F-AC44-D82991031514}"/>
              </a:ext>
            </a:extLst>
          </p:cNvPr>
          <p:cNvSpPr>
            <a:spLocks xmlns:a="http://schemas.openxmlformats.org/drawingml/2006/main" noGrp="1"/>
          </p:cNvSpPr>
          <p:nvPr/>
        </p:nvSpPr>
        <p:spPr>
          <a:xfrm xmlns:a="http://schemas.openxmlformats.org/drawingml/2006/main">
            <a:off x="3438525"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 cost history</a:t>
            </a:r>
          </a:p>
        </p:txBody>
      </p:sp>
      <p:sp>
        <p:nvSpPr>
          <p:cNvPr id="20" name="">
            <a:extLst xmlns:a="http://schemas.openxmlformats.org/drawingml/2006/main">
              <a:ext uri="{FF2B5EF4-FFF2-40B4-BE49-F238E27FC236}">
                <a16:creationId xmlns:a16="http://schemas.microsoft.com/office/drawing/2014/main" id="{7F3F75E6-A3D0-4D4D-B113-10E6BFD1F26B}"/>
              </a:ext>
            </a:extLst>
          </p:cNvPr>
          <p:cNvSpPr>
            <a:spLocks xmlns:a="http://schemas.openxmlformats.org/drawingml/2006/main" noGrp="1"/>
          </p:cNvSpPr>
          <p:nvPr/>
        </p:nvSpPr>
        <p:spPr>
          <a:xfrm xmlns:a="http://schemas.openxmlformats.org/drawingml/2006/main">
            <a:off x="634365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Review suggested price</a:t>
            </a:r>
          </a:p>
        </p:txBody>
      </p:sp>
      <p:sp>
        <p:nvSpPr>
          <p:cNvPr id="23" name="current-content-111">
            <a:extLst xmlns:a="http://schemas.openxmlformats.org/drawingml/2006/main">
              <a:ext uri="{FF2B5EF4-FFF2-40B4-BE49-F238E27FC236}">
                <a16:creationId xmlns:a16="http://schemas.microsoft.com/office/drawing/2014/main" id="{8300A7BE-795C-4C33-9FD7-CA4CC5309B62}"/>
              </a:ext>
            </a:extLst>
          </p:cNvPr>
          <p:cNvSpPr>
            <a:spLocks xmlns:a="http://schemas.openxmlformats.org/drawingml/2006/main" noGrp="1"/>
          </p:cNvSpPr>
          <p:nvPr/>
        </p:nvSpPr>
        <p:spPr>
          <a:xfrm xmlns:a="http://schemas.openxmlformats.org/drawingml/2006/main">
            <a:off x="533400" y="4457700"/>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595959"/>
                </a:solidFill>
                <a:latin typeface="Arial"/>
                <a:ea typeface="Arial"/>
                <a:cs typeface="Arial"/>
              </a:defRPr>
            </a:defPPr>
            <a:lvl1pPr algn="l">
              <a:defRPr sz="1238" b="0">
                <a:solidFill>
                  <a:srgbClr val="595959"/>
                </a:solidFill>
                <a:latin typeface="Arial"/>
                <a:ea typeface="Arial"/>
                <a:cs typeface="Arial"/>
              </a:defRPr>
            </a:lvl1pPr>
            <a:lvl2pPr algn="l">
              <a:defRPr sz="1238" b="0">
                <a:solidFill>
                  <a:srgbClr val="595959"/>
                </a:solidFill>
                <a:latin typeface="Arial"/>
                <a:ea typeface="Arial"/>
                <a:cs typeface="Arial"/>
              </a:defRPr>
            </a:lvl2pPr>
            <a:lvl3pPr algn="l">
              <a:defRPr sz="1238" b="0">
                <a:solidFill>
                  <a:srgbClr val="595959"/>
                </a:solidFill>
                <a:latin typeface="Arial"/>
                <a:ea typeface="Arial"/>
                <a:cs typeface="Arial"/>
              </a:defRPr>
            </a:lvl3pPr>
            <a:lvl4pPr algn="l">
              <a:defRPr sz="1238" b="0">
                <a:solidFill>
                  <a:srgbClr val="595959"/>
                </a:solidFill>
                <a:latin typeface="Arial"/>
                <a:ea typeface="Arial"/>
                <a:cs typeface="Arial"/>
              </a:defRPr>
            </a:lvl4pPr>
            <a:lvl5pPr algn="l">
              <a:defRPr sz="1238" b="0">
                <a:solidFill>
                  <a:srgbClr val="595959"/>
                </a:solidFill>
                <a:latin typeface="Arial"/>
                <a:ea typeface="Arial"/>
                <a:cs typeface="Arial"/>
              </a:defRPr>
            </a:lvl5pPr>
            <a:lvl6pPr algn="l">
              <a:defRPr sz="1238" b="0">
                <a:solidFill>
                  <a:srgbClr val="595959"/>
                </a:solidFill>
                <a:latin typeface="Arial"/>
                <a:ea typeface="Arial"/>
                <a:cs typeface="Arial"/>
              </a:defRPr>
            </a:lvl6pPr>
            <a:lvl7pPr algn="l">
              <a:defRPr sz="1238" b="0">
                <a:solidFill>
                  <a:srgbClr val="595959"/>
                </a:solidFill>
                <a:latin typeface="Arial"/>
                <a:ea typeface="Arial"/>
                <a:cs typeface="Arial"/>
              </a:defRPr>
            </a:lvl7pPr>
            <a:lvl8pPr algn="l">
              <a:defRPr sz="1238" b="0">
                <a:solidFill>
                  <a:srgbClr val="595959"/>
                </a:solidFill>
                <a:latin typeface="Arial"/>
                <a:ea typeface="Arial"/>
                <a:cs typeface="Arial"/>
              </a:defRPr>
            </a:lvl8pPr>
            <a:lvl9pPr algn="l">
              <a:defRPr sz="1238" b="0">
                <a:solidFill>
                  <a:srgbClr val="595959"/>
                </a:solidFill>
                <a:latin typeface="Arial"/>
                <a:ea typeface="Arial"/>
                <a:cs typeface="Arial"/>
              </a:defRPr>
            </a:lvl9pPr>
          </a:lstStyle>
          <a:p xmlns:a="http://schemas.openxmlformats.org/drawingml/2006/main">
            <a:pPr algn="l">
              <a:defRPr sz="1238" b="0">
                <a:solidFill>
                  <a:srgbClr val="595959"/>
                </a:solidFill>
                <a:latin typeface="Arial"/>
                <a:ea typeface="Arial"/>
                <a:cs typeface="Arial"/>
              </a:defRPr>
            </a:pPr>
            <a:r>
              <a:rPr sz="1238" b="0">
                <a:solidFill>
                  <a:srgbClr val="595959"/>
                </a:solidFill>
                <a:latin typeface="Arial"/>
                <a:ea typeface="Arial"/>
                <a:cs typeface="Arial"/>
              </a:rPr>
              <a:t>v4 calls v3 for validated checkout. Bulk arithmetic is illustrative. Price approval is separate.</a:t>
            </a:r>
          </a:p>
        </p:txBody>
      </p:sp>
      <p:cxnSp>
        <p:nvCxnSpPr>
          <p:cNvPr id="9" name="">
            <a:extLst xmlns:a="http://schemas.openxmlformats.org/drawingml/2006/main">
              <a:ext uri="{FF2B5EF4-FFF2-40B4-BE49-F238E27FC236}">
                <a16:creationId xmlns:a16="http://schemas.microsoft.com/office/drawing/2014/main" id="{4C63D4BB-607A-41BA-AAB5-DBA7A024E262}"/>
              </a:ext>
            </a:extLst>
          </p:cNvPr>
          <p:cNvCxnSpPr>
            <a:stCxn xmlns:a="http://schemas.openxmlformats.org/drawingml/2006/main" id="6" idx="3"/>
            <a:endCxn xmlns:a="http://schemas.openxmlformats.org/drawingml/2006/main" id="7" idx="1"/>
          </p:cNvCxnSpPr>
          <p:nvPr/>
        </p:nvCxnSpPr>
        <p:spPr>
          <a:xfrm xmlns:a="http://schemas.openxmlformats.org/drawingml/2006/main">
            <a:off x="2781300"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0" name="">
            <a:extLst xmlns:a="http://schemas.openxmlformats.org/drawingml/2006/main">
              <a:ext uri="{FF2B5EF4-FFF2-40B4-BE49-F238E27FC236}">
                <a16:creationId xmlns:a16="http://schemas.microsoft.com/office/drawing/2014/main" id="{9F47F03E-4EAC-4E57-9589-82BF77B61909}"/>
              </a:ext>
            </a:extLst>
          </p:cNvPr>
          <p:cNvCxnSpPr>
            <a:stCxn xmlns:a="http://schemas.openxmlformats.org/drawingml/2006/main" id="7" idx="3"/>
            <a:endCxn xmlns:a="http://schemas.openxmlformats.org/drawingml/2006/main" id="8" idx="1"/>
          </p:cNvCxnSpPr>
          <p:nvPr/>
        </p:nvCxnSpPr>
        <p:spPr>
          <a:xfrm xmlns:a="http://schemas.openxmlformats.org/drawingml/2006/main">
            <a:off x="5686425"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542B56E7-1965-4D0A-9078-713DC4B88E42}"/>
              </a:ext>
            </a:extLst>
          </p:cNvPr>
          <p:cNvCxnSpPr>
            <a:stCxn xmlns:a="http://schemas.openxmlformats.org/drawingml/2006/main" id="12" idx="3"/>
            <a:endCxn xmlns:a="http://schemas.openxmlformats.org/drawingml/2006/main" id="13" idx="1"/>
          </p:cNvCxnSpPr>
          <p:nvPr/>
        </p:nvCxnSpPr>
        <p:spPr>
          <a:xfrm xmlns:a="http://schemas.openxmlformats.org/drawingml/2006/main">
            <a:off x="2781300"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755BFAEC-C0E4-4075-8EF9-D9B4F437BB40}"/>
              </a:ext>
            </a:extLst>
          </p:cNvPr>
          <p:cNvCxnSpPr>
            <a:stCxn xmlns:a="http://schemas.openxmlformats.org/drawingml/2006/main" id="13" idx="3"/>
            <a:endCxn xmlns:a="http://schemas.openxmlformats.org/drawingml/2006/main" id="14" idx="1"/>
          </p:cNvCxnSpPr>
          <p:nvPr/>
        </p:nvCxnSpPr>
        <p:spPr>
          <a:xfrm xmlns:a="http://schemas.openxmlformats.org/drawingml/2006/main">
            <a:off x="5686425"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1" name="">
            <a:extLst xmlns:a="http://schemas.openxmlformats.org/drawingml/2006/main">
              <a:ext uri="{FF2B5EF4-FFF2-40B4-BE49-F238E27FC236}">
                <a16:creationId xmlns:a16="http://schemas.microsoft.com/office/drawing/2014/main" id="{31651E5C-0478-48B5-84A0-E6A9B28ABEF4}"/>
              </a:ext>
            </a:extLst>
          </p:cNvPr>
          <p:cNvCxnSpPr>
            <a:stCxn xmlns:a="http://schemas.openxmlformats.org/drawingml/2006/main" id="18" idx="3"/>
            <a:endCxn xmlns:a="http://schemas.openxmlformats.org/drawingml/2006/main" id="19" idx="1"/>
          </p:cNvCxnSpPr>
          <p:nvPr/>
        </p:nvCxnSpPr>
        <p:spPr>
          <a:xfrm xmlns:a="http://schemas.openxmlformats.org/drawingml/2006/main">
            <a:off x="2781300"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2" name="">
            <a:extLst xmlns:a="http://schemas.openxmlformats.org/drawingml/2006/main">
              <a:ext uri="{FF2B5EF4-FFF2-40B4-BE49-F238E27FC236}">
                <a16:creationId xmlns:a16="http://schemas.microsoft.com/office/drawing/2014/main" id="{0F70935F-F8C7-4216-8A5A-994B75CC27FE}"/>
              </a:ext>
            </a:extLst>
          </p:cNvPr>
          <p:cNvCxnSpPr>
            <a:stCxn xmlns:a="http://schemas.openxmlformats.org/drawingml/2006/main" id="19" idx="3"/>
            <a:endCxn xmlns:a="http://schemas.openxmlformats.org/drawingml/2006/main" id="20" idx="1"/>
          </p:cNvCxnSpPr>
          <p:nvPr/>
        </p:nvCxnSpPr>
        <p:spPr>
          <a:xfrm xmlns:a="http://schemas.openxmlformats.org/drawingml/2006/main">
            <a:off x="5686425"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213388718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0EBF1FBD-29E7-4BC4-A9CD-8ACDDB5FDA83}"/>
              </a:ext>
            </a:extLst>
          </p:cNvPr>
          <p:cNvPicPr>
            <a:picLocks xmlns:a="http://schemas.openxmlformats.org/drawingml/2006/main" noChangeAspect="1"/>
          </p:cNvPicPr>
          <p:nvPr/>
        </p:nvPicPr>
        <p:blipFill>
          <a:blip xmlns:r="http://schemas.openxmlformats.org/officeDocument/2006/relationships" xmlns:a="http://schemas.openxmlformats.org/drawingml/2006/main" r:embed="Ra09f54ed04ea4c7e"/>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5A47D0F3-276C-42B0-BD7F-7E6A5C709F4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pic>
        <p:nvPicPr>
          <p:cNvPr id="3" name="">
            <a:extLst xmlns:a="http://schemas.openxmlformats.org/drawingml/2006/main">
              <a:ext uri="{FF2B5EF4-FFF2-40B4-BE49-F238E27FC236}">
                <a16:creationId xmlns:a16="http://schemas.microsoft.com/office/drawing/2014/main" id="{90EE373A-D920-4F3C-915B-1DE460CE2C8E}"/>
              </a:ext>
            </a:extLst>
          </p:cNvPr>
          <p:cNvPicPr>
            <a:picLocks xmlns:a="http://schemas.openxmlformats.org/drawingml/2006/main" noChangeAspect="1"/>
          </p:cNvPicPr>
          <p:nvPr/>
        </p:nvPicPr>
        <p:blipFill>
          <a:blip xmlns:r="http://schemas.openxmlformats.org/officeDocument/2006/relationships" xmlns:a="http://schemas.openxmlformats.org/drawingml/2006/main" r:embed="R7c013c9ca71b4df3"/>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29">
            <a:extLst xmlns:a="http://schemas.openxmlformats.org/drawingml/2006/main">
              <a:ext uri="{FF2B5EF4-FFF2-40B4-BE49-F238E27FC236}">
                <a16:creationId xmlns:a16="http://schemas.microsoft.com/office/drawing/2014/main" id="{5FD086A1-7FC1-414F-A242-5ED70FDB2022}"/>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15 / 17</a:t>
            </a:r>
          </a:p>
        </p:txBody>
      </p:sp>
      <p:sp>
        <p:nvSpPr>
          <p:cNvPr id="5" name="current-content-112">
            <a:extLst xmlns:a="http://schemas.openxmlformats.org/drawingml/2006/main">
              <a:ext uri="{FF2B5EF4-FFF2-40B4-BE49-F238E27FC236}">
                <a16:creationId xmlns:a16="http://schemas.microsoft.com/office/drawing/2014/main" id="{1EA90CF8-82D5-4FDF-9F1F-4FC7762703FB}"/>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6" name="current-content-113">
            <a:extLst xmlns:a="http://schemas.openxmlformats.org/drawingml/2006/main">
              <a:ext uri="{FF2B5EF4-FFF2-40B4-BE49-F238E27FC236}">
                <a16:creationId xmlns:a16="http://schemas.microsoft.com/office/drawing/2014/main" id="{7E7406DE-3EE2-4DBE-AED5-C03AD4F9356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7" name="">
            <a:extLst xmlns:a="http://schemas.openxmlformats.org/drawingml/2006/main">
              <a:ext uri="{FF2B5EF4-FFF2-40B4-BE49-F238E27FC236}">
                <a16:creationId xmlns:a16="http://schemas.microsoft.com/office/drawing/2014/main" id="{A23242EA-5B53-4535-A518-87E09BC8A7D1}"/>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sp>
      <p:sp>
        <p:nvSpPr>
          <p:cNvPr id="8" name="current-content-114">
            <a:extLst xmlns:a="http://schemas.openxmlformats.org/drawingml/2006/main">
              <a:ext uri="{FF2B5EF4-FFF2-40B4-BE49-F238E27FC236}">
                <a16:creationId xmlns:a16="http://schemas.microsoft.com/office/drawing/2014/main" id="{E57C6088-3875-4089-B567-C0A907E0A9BF}"/>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9" name="current-content-115">
            <a:extLst xmlns:a="http://schemas.openxmlformats.org/drawingml/2006/main">
              <a:ext uri="{FF2B5EF4-FFF2-40B4-BE49-F238E27FC236}">
                <a16:creationId xmlns:a16="http://schemas.microsoft.com/office/drawing/2014/main" id="{CE37F269-FA15-4317-B652-AEE949D190AD}"/>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10" name="">
            <a:extLst xmlns:a="http://schemas.openxmlformats.org/drawingml/2006/main">
              <a:ext uri="{FF2B5EF4-FFF2-40B4-BE49-F238E27FC236}">
                <a16:creationId xmlns:a16="http://schemas.microsoft.com/office/drawing/2014/main" id="{7ED09E82-0B33-474F-96A0-4392C0767568}"/>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sp>
      <p:sp>
        <p:nvSpPr>
          <p:cNvPr id="11" name="current-content-116">
            <a:extLst xmlns:a="http://schemas.openxmlformats.org/drawingml/2006/main">
              <a:ext uri="{FF2B5EF4-FFF2-40B4-BE49-F238E27FC236}">
                <a16:creationId xmlns:a16="http://schemas.microsoft.com/office/drawing/2014/main" id="{7566C7CD-D6B7-4BF5-AD8D-A5BAF84D2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2" name="current-content-117">
            <a:extLst xmlns:a="http://schemas.openxmlformats.org/drawingml/2006/main">
              <a:ext uri="{FF2B5EF4-FFF2-40B4-BE49-F238E27FC236}">
                <a16:creationId xmlns:a16="http://schemas.microsoft.com/office/drawing/2014/main" id="{DC6657A6-DF26-438C-BDC9-70A447E0656C}"/>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3" name="">
            <a:extLst xmlns:a="http://schemas.openxmlformats.org/drawingml/2006/main">
              <a:ext uri="{FF2B5EF4-FFF2-40B4-BE49-F238E27FC236}">
                <a16:creationId xmlns:a16="http://schemas.microsoft.com/office/drawing/2014/main" id="{A0CD919F-20C6-4271-B402-517CD7C6CA38}"/>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sp>
      <p:sp>
        <p:nvSpPr>
          <p:cNvPr id="14" name="current-content-118">
            <a:extLst xmlns:a="http://schemas.openxmlformats.org/drawingml/2006/main">
              <a:ext uri="{FF2B5EF4-FFF2-40B4-BE49-F238E27FC236}">
                <a16:creationId xmlns:a16="http://schemas.microsoft.com/office/drawing/2014/main" id="{5C156D0F-1DAB-452A-9A5F-CEF353953C8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5" name="current-content-119">
            <a:extLst xmlns:a="http://schemas.openxmlformats.org/drawingml/2006/main">
              <a:ext uri="{FF2B5EF4-FFF2-40B4-BE49-F238E27FC236}">
                <a16:creationId xmlns:a16="http://schemas.microsoft.com/office/drawing/2014/main" id="{82B54D59-30F1-483F-B213-AE088F5084F0}"/>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6" name="">
            <a:extLst xmlns:a="http://schemas.openxmlformats.org/drawingml/2006/main">
              <a:ext uri="{FF2B5EF4-FFF2-40B4-BE49-F238E27FC236}">
                <a16:creationId xmlns:a16="http://schemas.microsoft.com/office/drawing/2014/main" id="{8295288A-1968-4319-91A4-EB69C3847E38}"/>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sp>
      <p:sp>
        <p:nvSpPr>
          <p:cNvPr id="17" name="current-content-120">
            <a:extLst xmlns:a="http://schemas.openxmlformats.org/drawingml/2006/main">
              <a:ext uri="{FF2B5EF4-FFF2-40B4-BE49-F238E27FC236}">
                <a16:creationId xmlns:a16="http://schemas.microsoft.com/office/drawing/2014/main" id="{4922A518-702A-4DD8-A7E5-FB0992303723}"/>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8" name="current-content-121">
            <a:extLst xmlns:a="http://schemas.openxmlformats.org/drawingml/2006/main">
              <a:ext uri="{FF2B5EF4-FFF2-40B4-BE49-F238E27FC236}">
                <a16:creationId xmlns:a16="http://schemas.microsoft.com/office/drawing/2014/main" id="{0129374B-9CBD-467D-A17C-C0F353F340F5}"/>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9" name="current-content-122">
            <a:extLst xmlns:a="http://schemas.openxmlformats.org/drawingml/2006/main">
              <a:ext uri="{FF2B5EF4-FFF2-40B4-BE49-F238E27FC236}">
                <a16:creationId xmlns:a16="http://schemas.microsoft.com/office/drawing/2014/main" id="{1870C485-43D2-4BD0-936E-BA7ED5110B6D}"/>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143121947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3606ACB-6F4C-4380-8BC3-FFBC73DE21D7}"/>
              </a:ext>
            </a:extLst>
          </p:cNvPr>
          <p:cNvPicPr>
            <a:picLocks xmlns:a="http://schemas.openxmlformats.org/drawingml/2006/main" noChangeAspect="1"/>
          </p:cNvPicPr>
          <p:nvPr/>
        </p:nvPicPr>
        <p:blipFill>
          <a:blip xmlns:r="http://schemas.openxmlformats.org/officeDocument/2006/relationships" xmlns:a="http://schemas.openxmlformats.org/drawingml/2006/main" r:embed="Rcf6c6e9e8d7340ba"/>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30">
            <a:extLst xmlns:a="http://schemas.openxmlformats.org/drawingml/2006/main">
              <a:ext uri="{FF2B5EF4-FFF2-40B4-BE49-F238E27FC236}">
                <a16:creationId xmlns:a16="http://schemas.microsoft.com/office/drawing/2014/main" id="{1CB340B3-1F1F-4FB9-AB72-9057B9F3527A}"/>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Testing, readiness and limitations</a:t>
            </a:r>
          </a:p>
        </p:txBody>
      </p:sp>
      <p:pic>
        <p:nvPicPr>
          <p:cNvPr id="3" name="">
            <a:extLst xmlns:a="http://schemas.openxmlformats.org/drawingml/2006/main">
              <a:ext uri="{FF2B5EF4-FFF2-40B4-BE49-F238E27FC236}">
                <a16:creationId xmlns:a16="http://schemas.microsoft.com/office/drawing/2014/main" id="{E0A6EED2-FE5B-40E2-A77E-72FEAA36BDA9}"/>
              </a:ext>
            </a:extLst>
          </p:cNvPr>
          <p:cNvPicPr>
            <a:picLocks xmlns:a="http://schemas.openxmlformats.org/drawingml/2006/main" noChangeAspect="1"/>
          </p:cNvPicPr>
          <p:nvPr/>
        </p:nvPicPr>
        <p:blipFill>
          <a:blip xmlns:r="http://schemas.openxmlformats.org/officeDocument/2006/relationships" xmlns:a="http://schemas.openxmlformats.org/drawingml/2006/main" r:embed="R9829b11272954926"/>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31">
            <a:extLst xmlns:a="http://schemas.openxmlformats.org/drawingml/2006/main">
              <a:ext uri="{FF2B5EF4-FFF2-40B4-BE49-F238E27FC236}">
                <a16:creationId xmlns:a16="http://schemas.microsoft.com/office/drawing/2014/main" id="{83E02E5F-B18F-446D-92F2-DCF189F7B6E6}"/>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16 / 17</a:t>
            </a:r>
          </a:p>
        </p:txBody>
      </p:sp>
      <p:sp>
        <p:nvSpPr>
          <p:cNvPr id="5" name="current-content-123">
            <a:extLst xmlns:a="http://schemas.openxmlformats.org/drawingml/2006/main">
              <a:ext uri="{FF2B5EF4-FFF2-40B4-BE49-F238E27FC236}">
                <a16:creationId xmlns:a16="http://schemas.microsoft.com/office/drawing/2014/main" id="{761D9C78-ED91-4F05-9ED2-E2A04883C14E}"/>
              </a:ext>
            </a:extLst>
          </p:cNvPr>
          <p:cNvSpPr>
            <a:spLocks xmlns:a="http://schemas.openxmlformats.org/drawingml/2006/main" noGrp="1"/>
          </p:cNvSpPr>
          <p:nvPr/>
        </p:nvSpPr>
        <p:spPr>
          <a:xfrm xmlns:a="http://schemas.openxmlformats.org/drawingml/2006/main">
            <a:off x="533400" y="1323975"/>
            <a:ext cx="376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Verified locally</a:t>
            </a:r>
          </a:p>
        </p:txBody>
      </p:sp>
      <p:sp>
        <p:nvSpPr>
          <p:cNvPr id="6" name="current-content-124">
            <a:extLst xmlns:a="http://schemas.openxmlformats.org/drawingml/2006/main">
              <a:ext uri="{FF2B5EF4-FFF2-40B4-BE49-F238E27FC236}">
                <a16:creationId xmlns:a16="http://schemas.microsoft.com/office/drawing/2014/main" id="{11DDB62E-BA06-41DD-96A1-28CC74E3B1A1}"/>
              </a:ext>
            </a:extLst>
          </p:cNvPr>
          <p:cNvSpPr>
            <a:spLocks xmlns:a="http://schemas.openxmlformats.org/drawingml/2006/main" noGrp="1"/>
          </p:cNvSpPr>
          <p:nvPr/>
        </p:nvSpPr>
        <p:spPr>
          <a:xfrm xmlns:a="http://schemas.openxmlformats.org/drawingml/2006/main">
            <a:off x="4857750" y="1323975"/>
            <a:ext cx="373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Pending live checks</a:t>
            </a:r>
          </a:p>
        </p:txBody>
      </p:sp>
      <p:sp>
        <p:nvSpPr>
          <p:cNvPr id="7" name="current-content-125">
            <a:extLst xmlns:a="http://schemas.openxmlformats.org/drawingml/2006/main">
              <a:ext uri="{FF2B5EF4-FFF2-40B4-BE49-F238E27FC236}">
                <a16:creationId xmlns:a16="http://schemas.microsoft.com/office/drawing/2014/main" id="{3A583E25-7934-4A45-9093-4D27246A47AF}"/>
              </a:ext>
            </a:extLst>
          </p:cNvPr>
          <p:cNvSpPr>
            <a:spLocks xmlns:a="http://schemas.openxmlformats.org/drawingml/2006/main" noGrp="1"/>
          </p:cNvSpPr>
          <p:nvPr/>
        </p:nvSpPr>
        <p:spPr>
          <a:xfrm xmlns:a="http://schemas.openxmlformats.org/drawingml/2006/main">
            <a:off x="533400" y="1943100"/>
            <a:ext cx="3762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7 / 7 unit tests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TypeScript check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ESLint check passed</a:t>
            </a:r>
          </a:p>
        </p:txBody>
      </p:sp>
      <p:sp>
        <p:nvSpPr>
          <p:cNvPr id="8" name="current-content-126">
            <a:extLst xmlns:a="http://schemas.openxmlformats.org/drawingml/2006/main">
              <a:ext uri="{FF2B5EF4-FFF2-40B4-BE49-F238E27FC236}">
                <a16:creationId xmlns:a16="http://schemas.microsoft.com/office/drawing/2014/main" id="{BB24D888-687D-4CBE-AD0B-BB52A4D345BC}"/>
              </a:ext>
            </a:extLst>
          </p:cNvPr>
          <p:cNvSpPr>
            <a:spLocks xmlns:a="http://schemas.openxmlformats.org/drawingml/2006/main" noGrp="1"/>
          </p:cNvSpPr>
          <p:nvPr/>
        </p:nvSpPr>
        <p:spPr>
          <a:xfrm xmlns:a="http://schemas.openxmlformats.org/drawingml/2006/main">
            <a:off x="4857750" y="1943100"/>
            <a:ext cx="3733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Checkout, stock and RLS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MFA and deployed migrations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Intended-user acceptability</a:t>
            </a:r>
          </a:p>
        </p:txBody>
      </p:sp>
      <p:sp>
        <p:nvSpPr>
          <p:cNvPr id="9" name="">
            <a:extLst xmlns:a="http://schemas.openxmlformats.org/drawingml/2006/main">
              <a:ext uri="{FF2B5EF4-FFF2-40B4-BE49-F238E27FC236}">
                <a16:creationId xmlns:a16="http://schemas.microsoft.com/office/drawing/2014/main" id="{860DE706-4B4C-458D-B73F-F99332E476D1}"/>
              </a:ext>
            </a:extLst>
          </p:cNvPr>
          <p:cNvSpPr>
            <a:spLocks xmlns:a="http://schemas.openxmlformats.org/drawingml/2006/main" noGrp="1"/>
          </p:cNvSpPr>
          <p:nvPr/>
        </p:nvSpPr>
        <p:spPr>
          <a:xfrm xmlns:a="http://schemas.openxmlformats.org/drawingml/2006/main">
            <a:off x="533400" y="3352800"/>
            <a:ext cx="8058150" cy="0"/>
          </a:xfrm>
          <a:prstGeom xmlns:a="http://schemas.openxmlformats.org/drawingml/2006/main" prst="line">
            <a:avLst/>
          </a:prstGeom>
          <a:ln xmlns:a="http://schemas.openxmlformats.org/drawingml/2006/main" w="9525">
            <a:solidFill>
              <a:srgbClr val="A6B0BE"/>
            </a:solidFill>
          </a:ln>
        </p:spPr>
      </p:sp>
      <p:sp>
        <p:nvSpPr>
          <p:cNvPr id="10" name="current-content-127">
            <a:extLst xmlns:a="http://schemas.openxmlformats.org/drawingml/2006/main">
              <a:ext uri="{FF2B5EF4-FFF2-40B4-BE49-F238E27FC236}">
                <a16:creationId xmlns:a16="http://schemas.microsoft.com/office/drawing/2014/main" id="{0644B834-D2FC-40D4-837C-C57480C191F7}"/>
              </a:ext>
            </a:extLst>
          </p:cNvPr>
          <p:cNvSpPr>
            <a:spLocks xmlns:a="http://schemas.openxmlformats.org/drawingml/2006/main" noGrp="1"/>
          </p:cNvSpPr>
          <p:nvPr/>
        </p:nvSpPr>
        <p:spPr>
          <a:xfrm xmlns:a="http://schemas.openxmlformats.org/drawingml/2006/main">
            <a:off x="533400" y="3590925"/>
            <a:ext cx="8058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5959"/>
                </a:solidFill>
                <a:latin typeface="Arial"/>
                <a:ea typeface="Arial"/>
                <a:cs typeface="Arial"/>
              </a:defRPr>
            </a:defPPr>
            <a:lvl1pPr algn="l">
              <a:defRPr sz="1650" b="0">
                <a:solidFill>
                  <a:srgbClr val="595959"/>
                </a:solidFill>
                <a:latin typeface="Arial"/>
                <a:ea typeface="Arial"/>
                <a:cs typeface="Arial"/>
              </a:defRPr>
            </a:lvl1pPr>
            <a:lvl2pPr algn="l">
              <a:defRPr sz="1650" b="0">
                <a:solidFill>
                  <a:srgbClr val="595959"/>
                </a:solidFill>
                <a:latin typeface="Arial"/>
                <a:ea typeface="Arial"/>
                <a:cs typeface="Arial"/>
              </a:defRPr>
            </a:lvl2pPr>
            <a:lvl3pPr algn="l">
              <a:defRPr sz="1650" b="0">
                <a:solidFill>
                  <a:srgbClr val="595959"/>
                </a:solidFill>
                <a:latin typeface="Arial"/>
                <a:ea typeface="Arial"/>
                <a:cs typeface="Arial"/>
              </a:defRPr>
            </a:lvl3pPr>
            <a:lvl4pPr algn="l">
              <a:defRPr sz="1650" b="0">
                <a:solidFill>
                  <a:srgbClr val="595959"/>
                </a:solidFill>
                <a:latin typeface="Arial"/>
                <a:ea typeface="Arial"/>
                <a:cs typeface="Arial"/>
              </a:defRPr>
            </a:lvl4pPr>
            <a:lvl5pPr algn="l">
              <a:defRPr sz="1650" b="0">
                <a:solidFill>
                  <a:srgbClr val="595959"/>
                </a:solidFill>
                <a:latin typeface="Arial"/>
                <a:ea typeface="Arial"/>
                <a:cs typeface="Arial"/>
              </a:defRPr>
            </a:lvl5pPr>
            <a:lvl6pPr algn="l">
              <a:defRPr sz="1650" b="0">
                <a:solidFill>
                  <a:srgbClr val="595959"/>
                </a:solidFill>
                <a:latin typeface="Arial"/>
                <a:ea typeface="Arial"/>
                <a:cs typeface="Arial"/>
              </a:defRPr>
            </a:lvl6pPr>
            <a:lvl7pPr algn="l">
              <a:defRPr sz="1650" b="0">
                <a:solidFill>
                  <a:srgbClr val="595959"/>
                </a:solidFill>
                <a:latin typeface="Arial"/>
                <a:ea typeface="Arial"/>
                <a:cs typeface="Arial"/>
              </a:defRPr>
            </a:lvl7pPr>
            <a:lvl8pPr algn="l">
              <a:defRPr sz="1650" b="0">
                <a:solidFill>
                  <a:srgbClr val="595959"/>
                </a:solidFill>
                <a:latin typeface="Arial"/>
                <a:ea typeface="Arial"/>
                <a:cs typeface="Arial"/>
              </a:defRPr>
            </a:lvl8pPr>
            <a:lvl9pPr algn="l">
              <a:defRPr sz="1650" b="0">
                <a:solidFill>
                  <a:srgbClr val="595959"/>
                </a:solidFill>
                <a:latin typeface="Arial"/>
                <a:ea typeface="Arial"/>
                <a:cs typeface="Arial"/>
              </a:defRPr>
            </a:lvl9pPr>
          </a:lstStyle>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Limits: bounded offline queues, no automatic conflict resolution</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Operational reporting, no full accounting or tax filing</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OCR and predictive AI remain future options</a:t>
            </a:r>
          </a:p>
        </p:txBody>
      </p:sp>
      <p:sp>
        <p:nvSpPr>
          <p:cNvPr id="11" name="current-content-128">
            <a:extLst xmlns:a="http://schemas.openxmlformats.org/drawingml/2006/main">
              <a:ext uri="{FF2B5EF4-FFF2-40B4-BE49-F238E27FC236}">
                <a16:creationId xmlns:a16="http://schemas.microsoft.com/office/drawing/2014/main" id="{1807A354-A5BD-4EE4-A355-C1B3FFACA3ED}"/>
              </a:ext>
            </a:extLst>
          </p:cNvPr>
          <p:cNvSpPr>
            <a:spLocks xmlns:a="http://schemas.openxmlformats.org/drawingml/2006/main" noGrp="1"/>
          </p:cNvSpPr>
          <p:nvPr/>
        </p:nvSpPr>
        <p:spPr>
          <a:xfrm xmlns:a="http://schemas.openxmlformats.org/drawingml/2006/main">
            <a:off x="533400" y="4429125"/>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Local checks: 20 October 2026. Integration harness inspected, not run.</a:t>
            </a:r>
          </a:p>
        </p:txBody>
      </p:sp>
    </p:spTree>
    <p:extLst>
      <p:ext uri="{BB962C8B-B14F-4D97-AF65-F5344CB8AC3E}">
        <p14:creationId xmlns:p14="http://schemas.microsoft.com/office/powerpoint/2010/main" val="164370447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0BC0724-D4D0-4898-8FAA-88CD139392D5}"/>
              </a:ext>
            </a:extLst>
          </p:cNvPr>
          <p:cNvPicPr>
            <a:picLocks xmlns:a="http://schemas.openxmlformats.org/drawingml/2006/main" noChangeAspect="1"/>
          </p:cNvPicPr>
          <p:nvPr/>
        </p:nvPicPr>
        <p:blipFill>
          <a:blip xmlns:r="http://schemas.openxmlformats.org/officeDocument/2006/relationships" xmlns:a="http://schemas.openxmlformats.org/drawingml/2006/main" r:embed="R4c7207c588434fc8"/>
          <a:srcRect xmlns:a="http://schemas.openxmlformats.org/drawingml/2006/main" l="72000" t="4700" r="3500" b="81200"/>
          <a:stretch xmlns:a="http://schemas.openxmlformats.org/drawingml/2006/main"/>
        </p:blipFill>
        <p:spPr>
          <a:xfrm xmlns:a="http://schemas.openxmlformats.org/drawingml/2006/main">
            <a:off x="6572250" y="238125"/>
            <a:ext cx="2238375" cy="762000"/>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5278BA5F-17E3-44A1-A0AA-2E55049F4C5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pic>
        <p:nvPicPr>
          <p:cNvPr id="3" name="">
            <a:extLst xmlns:a="http://schemas.openxmlformats.org/drawingml/2006/main">
              <a:ext uri="{FF2B5EF4-FFF2-40B4-BE49-F238E27FC236}">
                <a16:creationId xmlns:a16="http://schemas.microsoft.com/office/drawing/2014/main" id="{FA57BA5B-A668-4D09-9B3B-E62D2395C144}"/>
              </a:ext>
            </a:extLst>
          </p:cNvPr>
          <p:cNvPicPr>
            <a:picLocks xmlns:a="http://schemas.openxmlformats.org/drawingml/2006/main" noChangeAspect="1"/>
          </p:cNvPicPr>
          <p:nvPr/>
        </p:nvPicPr>
        <p:blipFill>
          <a:blip xmlns:r="http://schemas.openxmlformats.org/officeDocument/2006/relationships" xmlns:a="http://schemas.openxmlformats.org/drawingml/2006/main" r:embed="Rc0a1d080f6f24798"/>
          <a:srcRect xmlns:a="http://schemas.openxmlformats.org/drawingml/2006/main" l="67800" t="7800" r="3500" b="83300"/>
          <a:stretch xmlns:a="http://schemas.openxmlformats.org/drawingml/2006/main"/>
        </p:blipFill>
        <p:spPr>
          <a:xfrm xmlns:a="http://schemas.openxmlformats.org/drawingml/2006/main">
            <a:off x="3524250" y="4676775"/>
            <a:ext cx="2095500" cy="333375"/>
          </a:xfrm>
          <a:prstGeom xmlns:a="http://schemas.openxmlformats.org/drawingml/2006/main" prst="rect">
            <a:avLst/>
          </a:prstGeom>
        </p:spPr>
      </p:pic>
      <p:sp>
        <p:nvSpPr>
          <p:cNvPr id="4" name="current-content-33">
            <a:extLst xmlns:a="http://schemas.openxmlformats.org/drawingml/2006/main">
              <a:ext uri="{FF2B5EF4-FFF2-40B4-BE49-F238E27FC236}">
                <a16:creationId xmlns:a16="http://schemas.microsoft.com/office/drawing/2014/main" id="{6AE89375-B698-4D40-A2D2-A32AC43CBEC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17 / 17</a:t>
            </a:r>
          </a:p>
        </p:txBody>
      </p:sp>
      <p:sp>
        <p:nvSpPr>
          <p:cNvPr id="5" name="current-content-129">
            <a:extLst xmlns:a="http://schemas.openxmlformats.org/drawingml/2006/main">
              <a:ext uri="{FF2B5EF4-FFF2-40B4-BE49-F238E27FC236}">
                <a16:creationId xmlns:a16="http://schemas.microsoft.com/office/drawing/2014/main" id="{D40E5D79-1C88-4C56-8170-3E7E3DF44844}"/>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6" name="current-content-130">
            <a:extLst xmlns:a="http://schemas.openxmlformats.org/drawingml/2006/main">
              <a:ext uri="{FF2B5EF4-FFF2-40B4-BE49-F238E27FC236}">
                <a16:creationId xmlns:a16="http://schemas.microsoft.com/office/drawing/2014/main" id="{288ED92D-4ADE-4625-95E3-67C413541987}"/>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1">
            <a:extLst xmlns:a="http://schemas.openxmlformats.org/drawingml/2006/main">
              <a:ext uri="{FF2B5EF4-FFF2-40B4-BE49-F238E27FC236}">
                <a16:creationId xmlns:a16="http://schemas.microsoft.com/office/drawing/2014/main" id="{CEF42CB6-3690-47D2-908E-DE19E16D9855}"/>
              </a:ext>
            </a:extLst>
          </p:cNvPr>
          <p:cNvSpPr>
            <a:spLocks xmlns:a="http://schemas.openxmlformats.org/drawingml/2006/main" noGrp="1"/>
          </p:cNvSpPr>
          <p:nvPr/>
        </p:nvSpPr>
        <p:spPr>
          <a:xfrm xmlns:a="http://schemas.openxmlformats.org/drawingml/2006/main">
            <a:off x="533400" y="34099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9D5B00"/>
                </a:solidFill>
                <a:latin typeface="Arial"/>
                <a:ea typeface="Arial"/>
                <a:cs typeface="Arial"/>
              </a:defRPr>
            </a:defPPr>
            <a:lvl1pPr algn="l">
              <a:defRPr sz="1650" b="0">
                <a:solidFill>
                  <a:srgbClr val="9D5B00"/>
                </a:solidFill>
                <a:latin typeface="Arial"/>
                <a:ea typeface="Arial"/>
                <a:cs typeface="Arial"/>
              </a:defRPr>
            </a:lvl1pPr>
            <a:lvl2pPr algn="l">
              <a:defRPr sz="1650" b="0">
                <a:solidFill>
                  <a:srgbClr val="9D5B00"/>
                </a:solidFill>
                <a:latin typeface="Arial"/>
                <a:ea typeface="Arial"/>
                <a:cs typeface="Arial"/>
              </a:defRPr>
            </a:lvl2pPr>
            <a:lvl3pPr algn="l">
              <a:defRPr sz="1650" b="0">
                <a:solidFill>
                  <a:srgbClr val="9D5B00"/>
                </a:solidFill>
                <a:latin typeface="Arial"/>
                <a:ea typeface="Arial"/>
                <a:cs typeface="Arial"/>
              </a:defRPr>
            </a:lvl3pPr>
            <a:lvl4pPr algn="l">
              <a:defRPr sz="1650" b="0">
                <a:solidFill>
                  <a:srgbClr val="9D5B00"/>
                </a:solidFill>
                <a:latin typeface="Arial"/>
                <a:ea typeface="Arial"/>
                <a:cs typeface="Arial"/>
              </a:defRPr>
            </a:lvl4pPr>
            <a:lvl5pPr algn="l">
              <a:defRPr sz="1650" b="0">
                <a:solidFill>
                  <a:srgbClr val="9D5B00"/>
                </a:solidFill>
                <a:latin typeface="Arial"/>
                <a:ea typeface="Arial"/>
                <a:cs typeface="Arial"/>
              </a:defRPr>
            </a:lvl5pPr>
            <a:lvl6pPr algn="l">
              <a:defRPr sz="1650" b="0">
                <a:solidFill>
                  <a:srgbClr val="9D5B00"/>
                </a:solidFill>
                <a:latin typeface="Arial"/>
                <a:ea typeface="Arial"/>
                <a:cs typeface="Arial"/>
              </a:defRPr>
            </a:lvl6pPr>
            <a:lvl7pPr algn="l">
              <a:defRPr sz="1650" b="0">
                <a:solidFill>
                  <a:srgbClr val="9D5B00"/>
                </a:solidFill>
                <a:latin typeface="Arial"/>
                <a:ea typeface="Arial"/>
                <a:cs typeface="Arial"/>
              </a:defRPr>
            </a:lvl7pPr>
            <a:lvl8pPr algn="l">
              <a:defRPr sz="1650" b="0">
                <a:solidFill>
                  <a:srgbClr val="9D5B00"/>
                </a:solidFill>
                <a:latin typeface="Arial"/>
                <a:ea typeface="Arial"/>
                <a:cs typeface="Arial"/>
              </a:defRPr>
            </a:lvl8pPr>
            <a:lvl9pPr algn="l">
              <a:defRPr sz="1650" b="0">
                <a:solidFill>
                  <a:srgbClr val="9D5B00"/>
                </a:solidFill>
                <a:latin typeface="Arial"/>
                <a:ea typeface="Arial"/>
                <a:cs typeface="Arial"/>
              </a:defRPr>
            </a:lvl9pPr>
          </a:lstStyle>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Preparation pending.</a:t>
            </a:r>
          </a:p>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No reset performed for this task.</a:t>
            </a:r>
          </a:p>
        </p:txBody>
      </p:sp>
      <p:sp>
        <p:nvSpPr>
          <p:cNvPr id="8" name="current-content-132">
            <a:extLst xmlns:a="http://schemas.openxmlformats.org/drawingml/2006/main">
              <a:ext uri="{FF2B5EF4-FFF2-40B4-BE49-F238E27FC236}">
                <a16:creationId xmlns:a16="http://schemas.microsoft.com/office/drawing/2014/main" id="{B0D85DE8-AA95-4749-8064-FE89FFA2DC8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9" name="current-content-133">
            <a:extLst xmlns:a="http://schemas.openxmlformats.org/drawingml/2006/main">
              <a:ext uri="{FF2B5EF4-FFF2-40B4-BE49-F238E27FC236}">
                <a16:creationId xmlns:a16="http://schemas.microsoft.com/office/drawing/2014/main" id="{F1DEA604-62CB-4A6E-AFDA-D5E2E4182191}"/>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10" name="current-content-134">
            <a:extLst xmlns:a="http://schemas.openxmlformats.org/drawingml/2006/main">
              <a:ext uri="{FF2B5EF4-FFF2-40B4-BE49-F238E27FC236}">
                <a16:creationId xmlns:a16="http://schemas.microsoft.com/office/drawing/2014/main" id="{0C726D79-64F8-407F-9EDC-538AE186BA0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1" name="current-content-135">
            <a:extLst xmlns:a="http://schemas.openxmlformats.org/drawingml/2006/main">
              <a:ext uri="{FF2B5EF4-FFF2-40B4-BE49-F238E27FC236}">
                <a16:creationId xmlns:a16="http://schemas.microsoft.com/office/drawing/2014/main" id="{6B2DEBBB-5EDB-41B0-A9C6-4A03A3225E1C}"/>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2" name="current-content-136">
            <a:extLst xmlns:a="http://schemas.openxmlformats.org/drawingml/2006/main">
              <a:ext uri="{FF2B5EF4-FFF2-40B4-BE49-F238E27FC236}">
                <a16:creationId xmlns:a16="http://schemas.microsoft.com/office/drawing/2014/main" id="{9ADB9F96-56C0-47E9-ADC0-0E03045A5035}"/>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3" name="current-content-137">
            <a:extLst xmlns:a="http://schemas.openxmlformats.org/drawingml/2006/main">
              <a:ext uri="{FF2B5EF4-FFF2-40B4-BE49-F238E27FC236}">
                <a16:creationId xmlns:a16="http://schemas.microsoft.com/office/drawing/2014/main" id="{1EDB158F-66AA-47B2-B338-A05E65387DBA}"/>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4" name="current-content-138">
            <a:extLst xmlns:a="http://schemas.openxmlformats.org/drawingml/2006/main">
              <a:ext uri="{FF2B5EF4-FFF2-40B4-BE49-F238E27FC236}">
                <a16:creationId xmlns:a16="http://schemas.microsoft.com/office/drawing/2014/main" id="{7BF34775-5ADC-4054-BD5A-8606DB643B98}"/>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5" name="current-content-139">
            <a:extLst xmlns:a="http://schemas.openxmlformats.org/drawingml/2006/main">
              <a:ext uri="{FF2B5EF4-FFF2-40B4-BE49-F238E27FC236}">
                <a16:creationId xmlns:a16="http://schemas.microsoft.com/office/drawing/2014/main" id="{59F6EE2C-D6E6-41A7-92A3-CF86199ECEBA}"/>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6" name="current-content-140">
            <a:extLst xmlns:a="http://schemas.openxmlformats.org/drawingml/2006/main">
              <a:ext uri="{FF2B5EF4-FFF2-40B4-BE49-F238E27FC236}">
                <a16:creationId xmlns:a16="http://schemas.microsoft.com/office/drawing/2014/main" id="{6632AC28-7359-4D1C-AA3B-5CD2D7702B96}"/>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7" name="current-content-141">
            <a:extLst xmlns:a="http://schemas.openxmlformats.org/drawingml/2006/main">
              <a:ext uri="{FF2B5EF4-FFF2-40B4-BE49-F238E27FC236}">
                <a16:creationId xmlns:a16="http://schemas.microsoft.com/office/drawing/2014/main" id="{10EAC104-1C12-4226-B66F-8AC43BC446C4}"/>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8" name="current-content-142">
            <a:extLst xmlns:a="http://schemas.openxmlformats.org/drawingml/2006/main">
              <a:ext uri="{FF2B5EF4-FFF2-40B4-BE49-F238E27FC236}">
                <a16:creationId xmlns:a16="http://schemas.microsoft.com/office/drawing/2014/main" id="{C75B0C83-BD9D-41DB-9131-C16D7C813FCA}"/>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9" name="current-content-143">
            <a:extLst xmlns:a="http://schemas.openxmlformats.org/drawingml/2006/main">
              <a:ext uri="{FF2B5EF4-FFF2-40B4-BE49-F238E27FC236}">
                <a16:creationId xmlns:a16="http://schemas.microsoft.com/office/drawing/2014/main" id="{9EC5EE49-7904-485C-A118-A10CD81E7A6D}"/>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20" name="current-content-144">
            <a:extLst xmlns:a="http://schemas.openxmlformats.org/drawingml/2006/main">
              <a:ext uri="{FF2B5EF4-FFF2-40B4-BE49-F238E27FC236}">
                <a16:creationId xmlns:a16="http://schemas.microsoft.com/office/drawing/2014/main" id="{7B9FCCFE-C412-4EEE-A367-34181AEF3618}"/>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defRPr sz="2325" b="1">
                <a:solidFill>
                  <a:srgbClr val="0070C0"/>
                </a:solidFill>
                <a:latin typeface="Raleway"/>
                <a:ea typeface="Raleway"/>
                <a:cs typeface="Raleway"/>
              </a:defRPr>
            </a:lvl1pPr>
            <a:lvl2pPr algn="ctr">
              <a:defRPr sz="2325" b="1">
                <a:solidFill>
                  <a:srgbClr val="0070C0"/>
                </a:solidFill>
                <a:latin typeface="Raleway"/>
                <a:ea typeface="Raleway"/>
                <a:cs typeface="Raleway"/>
              </a:defRPr>
            </a:lvl2pPr>
            <a:lvl3pPr algn="ctr">
              <a:defRPr sz="2325" b="1">
                <a:solidFill>
                  <a:srgbClr val="0070C0"/>
                </a:solidFill>
                <a:latin typeface="Raleway"/>
                <a:ea typeface="Raleway"/>
                <a:cs typeface="Raleway"/>
              </a:defRPr>
            </a:lvl3pPr>
            <a:lvl4pPr algn="ctr">
              <a:defRPr sz="2325" b="1">
                <a:solidFill>
                  <a:srgbClr val="0070C0"/>
                </a:solidFill>
                <a:latin typeface="Raleway"/>
                <a:ea typeface="Raleway"/>
                <a:cs typeface="Raleway"/>
              </a:defRPr>
            </a:lvl4pPr>
            <a:lvl5pPr algn="ctr">
              <a:defRPr sz="2325" b="1">
                <a:solidFill>
                  <a:srgbClr val="0070C0"/>
                </a:solidFill>
                <a:latin typeface="Raleway"/>
                <a:ea typeface="Raleway"/>
                <a:cs typeface="Raleway"/>
              </a:defRPr>
            </a:lvl5pPr>
            <a:lvl6pPr algn="ctr">
              <a:defRPr sz="2325" b="1">
                <a:solidFill>
                  <a:srgbClr val="0070C0"/>
                </a:solidFill>
                <a:latin typeface="Raleway"/>
                <a:ea typeface="Raleway"/>
                <a:cs typeface="Raleway"/>
              </a:defRPr>
            </a:lvl6pPr>
            <a:lvl7pPr algn="ctr">
              <a:defRPr sz="2325" b="1">
                <a:solidFill>
                  <a:srgbClr val="0070C0"/>
                </a:solidFill>
                <a:latin typeface="Raleway"/>
                <a:ea typeface="Raleway"/>
                <a:cs typeface="Raleway"/>
              </a:defRPr>
            </a:lvl7pPr>
            <a:lvl8pPr algn="ctr">
              <a:defRPr sz="2325" b="1">
                <a:solidFill>
                  <a:srgbClr val="0070C0"/>
                </a:solidFill>
                <a:latin typeface="Raleway"/>
                <a:ea typeface="Raleway"/>
                <a:cs typeface="Raleway"/>
              </a:defRPr>
            </a:lvl8pPr>
            <a:lvl9pPr algn="ctr">
              <a:defRPr sz="2325" b="1">
                <a:solidFill>
                  <a:srgbClr val="0070C0"/>
                </a:solidFill>
                <a:latin typeface="Raleway"/>
                <a:ea typeface="Raleway"/>
                <a:cs typeface="Raleway"/>
              </a:defRPr>
            </a:lvl9pPr>
          </a:lstStyle>
          <a:p xmlns:a="http://schemas.openxmlformats.org/drawingml/2006/main">
            <a:pPr algn="ctr">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366679618"/>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2026-10-20T15:50:29.9970000Z</dcterms:created>
  <dcterms:modified xsi:type="dcterms:W3CDTF">2026-10-20T15:50:29.9970000Z</dcterms:modified>
</coreProperties>
</file>