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f285b5808e42b4" /><Relationship Type="http://schemas.openxmlformats.org/officeDocument/2006/relationships/extended-properties" Target="/docProps/app.xml" Id="R007ed2ed1ca04904" /><Relationship Type="http://schemas.openxmlformats.org/officeDocument/2006/relationships/officeDocument" Target="/ppt/presentation.xml" Id="R0a5955b201e9421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fced47e170e4d96"/>
  </p:sldMasterIdLst>
  <p:notesMasterIdLst>
    <p:notesMasterId xmlns:r="http://schemas.openxmlformats.org/officeDocument/2006/relationships" r:id="R145020385b22416e"/>
  </p:notesMasterIdLst>
  <p:sldIdLst>
    <p:sldId xmlns:r="http://schemas.openxmlformats.org/officeDocument/2006/relationships" id="256" r:id="Reccddb494db143ab"/>
    <p:sldId xmlns:r="http://schemas.openxmlformats.org/officeDocument/2006/relationships" id="257" r:id="Raef5823150674386"/>
    <p:sldId xmlns:r="http://schemas.openxmlformats.org/officeDocument/2006/relationships" id="258" r:id="Raacbe641f0234c9b"/>
    <p:sldId xmlns:r="http://schemas.openxmlformats.org/officeDocument/2006/relationships" id="259" r:id="Rfca169c390ab4ef2"/>
    <p:sldId xmlns:r="http://schemas.openxmlformats.org/officeDocument/2006/relationships" id="260" r:id="R9acb669fb52f41d4"/>
    <p:sldId xmlns:r="http://schemas.openxmlformats.org/officeDocument/2006/relationships" id="261" r:id="R284ddc273a0e4cdc"/>
    <p:sldId xmlns:r="http://schemas.openxmlformats.org/officeDocument/2006/relationships" id="262" r:id="R6e68f6f32f18457d"/>
    <p:sldId xmlns:r="http://schemas.openxmlformats.org/officeDocument/2006/relationships" id="263" r:id="R75b49bc89d8f4cbb"/>
    <p:sldId xmlns:r="http://schemas.openxmlformats.org/officeDocument/2006/relationships" id="264" r:id="R0bc85cb2f5e142f3"/>
    <p:sldId xmlns:r="http://schemas.openxmlformats.org/officeDocument/2006/relationships" id="265" r:id="Rd519a5a42ce0496a"/>
    <p:sldId xmlns:r="http://schemas.openxmlformats.org/officeDocument/2006/relationships" id="266" r:id="R674c933a817e4365"/>
    <p:sldId xmlns:r="http://schemas.openxmlformats.org/officeDocument/2006/relationships" id="267" r:id="R2f218eaccef6468a"/>
    <p:sldId xmlns:r="http://schemas.openxmlformats.org/officeDocument/2006/relationships" id="268" r:id="Rd04922e443c74257"/>
    <p:sldId xmlns:r="http://schemas.openxmlformats.org/officeDocument/2006/relationships" id="269" r:id="R9e650677b94a46f3"/>
    <p:sldId xmlns:r="http://schemas.openxmlformats.org/officeDocument/2006/relationships" id="270" r:id="Rc59f343ca3ba4059"/>
    <p:sldId xmlns:r="http://schemas.openxmlformats.org/officeDocument/2006/relationships" id="271" r:id="R77b1bfeadc1c4fd5"/>
    <p:sldId xmlns:r="http://schemas.openxmlformats.org/officeDocument/2006/relationships" id="272" r:id="R5997da116d2d401f"/>
    <p:sldId xmlns:r="http://schemas.openxmlformats.org/officeDocument/2006/relationships" id="273" r:id="Rd45c532b15ce46ec"/>
    <p:sldId xmlns:r="http://schemas.openxmlformats.org/officeDocument/2006/relationships" id="274" r:id="R873aefc0a21b4043"/>
    <p:sldId xmlns:r="http://schemas.openxmlformats.org/officeDocument/2006/relationships" id="275" r:id="Rb01806fa4e04470e"/>
    <p:sldId xmlns:r="http://schemas.openxmlformats.org/officeDocument/2006/relationships" id="276" r:id="Rce8484a69e1c4152"/>
    <p:sldId xmlns:r="http://schemas.openxmlformats.org/officeDocument/2006/relationships" id="277" r:id="R09c8bb53b8c0499a"/>
    <p:sldId xmlns:r="http://schemas.openxmlformats.org/officeDocument/2006/relationships" id="278" r:id="Re6b24ff6fea34bf8"/>
  </p:sldIdLst>
  <p:sldSz cx="9144000" cy="5143500"/>
  <p:notesSz cx="6858000" cy="9144000"/>
  <p:embeddedFontLst>
    <p:embeddedFont>
      <p:font typeface="Cambria"/>
      <p:regular xmlns:r="http://schemas.openxmlformats.org/officeDocument/2006/relationships" r:id="Ra16df34fcc2d4a6f"/>
      <p:bold xmlns:r="http://schemas.openxmlformats.org/officeDocument/2006/relationships" r:id="R24640ff6971a4973"/>
      <p:italic xmlns:r="http://schemas.openxmlformats.org/officeDocument/2006/relationships" r:id="Rd0742410a3cd4b5c"/>
      <p:boldItalic xmlns:r="http://schemas.openxmlformats.org/officeDocument/2006/relationships" r:id="R19bbc617e62544d1"/>
    </p:embeddedFont>
    <p:embeddedFont>
      <p:font typeface="Lato"/>
      <p:regular xmlns:r="http://schemas.openxmlformats.org/officeDocument/2006/relationships" r:id="R0dfd4329537e46ea"/>
      <p:bold xmlns:r="http://schemas.openxmlformats.org/officeDocument/2006/relationships" r:id="Re5dc4a73b34b4626"/>
      <p:italic xmlns:r="http://schemas.openxmlformats.org/officeDocument/2006/relationships" r:id="R023b3e270e094ba5"/>
      <p:boldItalic xmlns:r="http://schemas.openxmlformats.org/officeDocument/2006/relationships" r:id="R018d81219e9b4463"/>
    </p:embeddedFont>
    <p:embeddedFont>
      <p:font typeface="Open Sans"/>
      <p:regular xmlns:r="http://schemas.openxmlformats.org/officeDocument/2006/relationships" r:id="Rcdcc56dcf1dc40ba"/>
      <p:bold xmlns:r="http://schemas.openxmlformats.org/officeDocument/2006/relationships" r:id="Rb1844c5ffd4a4b96"/>
      <p:italic xmlns:r="http://schemas.openxmlformats.org/officeDocument/2006/relationships" r:id="Rd2e8cfb2f2d74864"/>
      <p:boldItalic xmlns:r="http://schemas.openxmlformats.org/officeDocument/2006/relationships" r:id="R36d81adc4c894100"/>
    </p:embeddedFont>
    <p:embeddedFont>
      <p:font typeface="Raleway"/>
      <p:regular xmlns:r="http://schemas.openxmlformats.org/officeDocument/2006/relationships" r:id="R60652a0e7b77452a"/>
      <p:bold xmlns:r="http://schemas.openxmlformats.org/officeDocument/2006/relationships" r:id="R718fc3f3470043a1"/>
      <p:italic xmlns:r="http://schemas.openxmlformats.org/officeDocument/2006/relationships" r:id="Rd9857246515348a2"/>
      <p:boldItalic xmlns:r="http://schemas.openxmlformats.org/officeDocument/2006/relationships" r:id="Rdfccf3f905164e0b"/>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533f7d7a2054d66" /><Relationship Type="http://schemas.openxmlformats.org/officeDocument/2006/relationships/slideMaster" Target="/ppt/slideMasters/slideMaster1.xml" Id="R5fced47e170e4d96" /><Relationship Type="http://schemas.openxmlformats.org/officeDocument/2006/relationships/notesMaster" Target="/ppt/notesMasters/notesMaster1.xml" Id="R145020385b22416e" /><Relationship Type="http://schemas.openxmlformats.org/officeDocument/2006/relationships/presProps" Target="/ppt/presProps.xml" Id="R2fe399480a6b42e5" /><Relationship Type="http://schemas.openxmlformats.org/officeDocument/2006/relationships/viewProps" Target="/ppt/viewProps.xml" Id="R1f81bb38c599432f" /><Relationship Type="http://schemas.openxmlformats.org/officeDocument/2006/relationships/tableStyles" Target="/ppt/tableStyles.xml" Id="Ra0ce1d0621344259" /><Relationship Type="http://schemas.openxmlformats.org/officeDocument/2006/relationships/font" Target="/ppt/fonts/font.dat" Id="Ra16df34fcc2d4a6f" /><Relationship Type="http://schemas.openxmlformats.org/officeDocument/2006/relationships/font" Target="/ppt/fonts/font2.dat" Id="R24640ff6971a4973" /><Relationship Type="http://schemas.openxmlformats.org/officeDocument/2006/relationships/font" Target="/ppt/fonts/font3.dat" Id="Rd0742410a3cd4b5c" /><Relationship Type="http://schemas.openxmlformats.org/officeDocument/2006/relationships/font" Target="/ppt/fonts/font4.dat" Id="R19bbc617e62544d1" /><Relationship Type="http://schemas.openxmlformats.org/officeDocument/2006/relationships/font" Target="/ppt/fonts/font5.dat" Id="R0dfd4329537e46ea" /><Relationship Type="http://schemas.openxmlformats.org/officeDocument/2006/relationships/font" Target="/ppt/fonts/font6.dat" Id="Re5dc4a73b34b4626" /><Relationship Type="http://schemas.openxmlformats.org/officeDocument/2006/relationships/font" Target="/ppt/fonts/font7.dat" Id="R023b3e270e094ba5" /><Relationship Type="http://schemas.openxmlformats.org/officeDocument/2006/relationships/font" Target="/ppt/fonts/font8.dat" Id="R018d81219e9b4463" /><Relationship Type="http://schemas.openxmlformats.org/officeDocument/2006/relationships/font" Target="/ppt/fonts/font9.dat" Id="Rcdcc56dcf1dc40ba" /><Relationship Type="http://schemas.openxmlformats.org/officeDocument/2006/relationships/font" Target="/ppt/fonts/font10.dat" Id="Rb1844c5ffd4a4b96" /><Relationship Type="http://schemas.openxmlformats.org/officeDocument/2006/relationships/font" Target="/ppt/fonts/font11.dat" Id="Rd2e8cfb2f2d74864" /><Relationship Type="http://schemas.openxmlformats.org/officeDocument/2006/relationships/font" Target="/ppt/fonts/font12.dat" Id="R36d81adc4c894100" /><Relationship Type="http://schemas.openxmlformats.org/officeDocument/2006/relationships/font" Target="/ppt/fonts/font13.dat" Id="R60652a0e7b77452a" /><Relationship Type="http://schemas.openxmlformats.org/officeDocument/2006/relationships/font" Target="/ppt/fonts/font14.dat" Id="R718fc3f3470043a1" /><Relationship Type="http://schemas.openxmlformats.org/officeDocument/2006/relationships/font" Target="/ppt/fonts/font15.dat" Id="Rd9857246515348a2" /><Relationship Type="http://schemas.openxmlformats.org/officeDocument/2006/relationships/font" Target="/ppt/fonts/font16.dat" Id="Rdfccf3f905164e0b" /><Relationship Type="http://schemas.openxmlformats.org/officeDocument/2006/relationships/slide" Target="/ppt/slides/slide1.xml" Id="Reccddb494db143ab" /><Relationship Type="http://schemas.openxmlformats.org/officeDocument/2006/relationships/slide" Target="/ppt/slides/slide2.xml" Id="Raef5823150674386" /><Relationship Type="http://schemas.openxmlformats.org/officeDocument/2006/relationships/slide" Target="/ppt/slides/slide3.xml" Id="Raacbe641f0234c9b" /><Relationship Type="http://schemas.openxmlformats.org/officeDocument/2006/relationships/slide" Target="/ppt/slides/slide4.xml" Id="Rfca169c390ab4ef2" /><Relationship Type="http://schemas.openxmlformats.org/officeDocument/2006/relationships/slide" Target="/ppt/slides/slide5.xml" Id="R9acb669fb52f41d4" /><Relationship Type="http://schemas.openxmlformats.org/officeDocument/2006/relationships/slide" Target="/ppt/slides/slide6.xml" Id="R284ddc273a0e4cdc" /><Relationship Type="http://schemas.openxmlformats.org/officeDocument/2006/relationships/slide" Target="/ppt/slides/slide7.xml" Id="R6e68f6f32f18457d" /><Relationship Type="http://schemas.openxmlformats.org/officeDocument/2006/relationships/slide" Target="/ppt/slides/slide8.xml" Id="R75b49bc89d8f4cbb" /><Relationship Type="http://schemas.openxmlformats.org/officeDocument/2006/relationships/slide" Target="/ppt/slides/slide9.xml" Id="R0bc85cb2f5e142f3" /><Relationship Type="http://schemas.openxmlformats.org/officeDocument/2006/relationships/slide" Target="/ppt/slides/slide10.xml" Id="Rd519a5a42ce0496a" /><Relationship Type="http://schemas.openxmlformats.org/officeDocument/2006/relationships/slide" Target="/ppt/slides/slide11.xml" Id="R674c933a817e4365" /><Relationship Type="http://schemas.openxmlformats.org/officeDocument/2006/relationships/slide" Target="/ppt/slides/slide12.xml" Id="R2f218eaccef6468a" /><Relationship Type="http://schemas.openxmlformats.org/officeDocument/2006/relationships/slide" Target="/ppt/slides/slide13.xml" Id="Rd04922e443c74257" /><Relationship Type="http://schemas.openxmlformats.org/officeDocument/2006/relationships/slide" Target="/ppt/slides/slide14.xml" Id="R9e650677b94a46f3" /><Relationship Type="http://schemas.openxmlformats.org/officeDocument/2006/relationships/slide" Target="/ppt/slides/slide15.xml" Id="Rc59f343ca3ba4059" /><Relationship Type="http://schemas.openxmlformats.org/officeDocument/2006/relationships/slide" Target="/ppt/slides/slide16.xml" Id="R77b1bfeadc1c4fd5" /><Relationship Type="http://schemas.openxmlformats.org/officeDocument/2006/relationships/slide" Target="/ppt/slides/slide17.xml" Id="R5997da116d2d401f" /><Relationship Type="http://schemas.openxmlformats.org/officeDocument/2006/relationships/slide" Target="/ppt/slides/slide18.xml" Id="Rd45c532b15ce46ec" /><Relationship Type="http://schemas.openxmlformats.org/officeDocument/2006/relationships/slide" Target="/ppt/slides/slide19.xml" Id="R873aefc0a21b4043" /><Relationship Type="http://schemas.openxmlformats.org/officeDocument/2006/relationships/slide" Target="/ppt/slides/slide20.xml" Id="Rb01806fa4e04470e" /><Relationship Type="http://schemas.openxmlformats.org/officeDocument/2006/relationships/slide" Target="/ppt/slides/slide21.xml" Id="Rce8484a69e1c4152" /><Relationship Type="http://schemas.openxmlformats.org/officeDocument/2006/relationships/slide" Target="/ppt/slides/slide22.xml" Id="R09c8bb53b8c0499a" /><Relationship Type="http://schemas.openxmlformats.org/officeDocument/2006/relationships/slide" Target="/ppt/slides/slide23.xml" Id="Re6b24ff6fea34b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bcec3d2bdd49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89e1550bbf4a79" /><Relationship Type="http://schemas.openxmlformats.org/officeDocument/2006/relationships/notesMaster" Target="/ppt/notesMasters/notesMaster1.xml" Id="Raa21ee3eb1124d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deb6eba572425b" /><Relationship Type="http://schemas.openxmlformats.org/officeDocument/2006/relationships/notesMaster" Target="/ppt/notesMasters/notesMaster1.xml" Id="R7e837d2bb6c24e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f5df3f73174dfd" /><Relationship Type="http://schemas.openxmlformats.org/officeDocument/2006/relationships/notesMaster" Target="/ppt/notesMasters/notesMaster1.xml" Id="R2ee5feeb77b84b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5aeb13901746e6" /><Relationship Type="http://schemas.openxmlformats.org/officeDocument/2006/relationships/notesMaster" Target="/ppt/notesMasters/notesMaster1.xml" Id="R31d1fe629a8843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552a2393ed4704" /><Relationship Type="http://schemas.openxmlformats.org/officeDocument/2006/relationships/notesMaster" Target="/ppt/notesMasters/notesMaster1.xml" Id="R16ba51313b4141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2615bec4f24e2f" /><Relationship Type="http://schemas.openxmlformats.org/officeDocument/2006/relationships/notesMaster" Target="/ppt/notesMasters/notesMaster1.xml" Id="Rf8a46a9a3ae546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851002380a4eeb" /><Relationship Type="http://schemas.openxmlformats.org/officeDocument/2006/relationships/notesMaster" Target="/ppt/notesMasters/notesMaster1.xml" Id="Rbdb55c5116e642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b12ad9e8d64438" /><Relationship Type="http://schemas.openxmlformats.org/officeDocument/2006/relationships/notesMaster" Target="/ppt/notesMasters/notesMaster1.xml" Id="Rf7b7ce2d8ca54d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7d70077f9346d3" /><Relationship Type="http://schemas.openxmlformats.org/officeDocument/2006/relationships/notesMaster" Target="/ppt/notesMasters/notesMaster1.xml" Id="Rb59bf92aed2645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77ea9a2f2948e7" /><Relationship Type="http://schemas.openxmlformats.org/officeDocument/2006/relationships/notesMaster" Target="/ppt/notesMasters/notesMaster1.xml" Id="R25c4acfca4f14d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b6f9f1aeb94bd1" /><Relationship Type="http://schemas.openxmlformats.org/officeDocument/2006/relationships/notesMaster" Target="/ppt/notesMasters/notesMaster1.xml" Id="R7686690a89284b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88b98c7ecf498f" /><Relationship Type="http://schemas.openxmlformats.org/officeDocument/2006/relationships/notesMaster" Target="/ppt/notesMasters/notesMaster1.xml" Id="R2b49839f6d8243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287d749d561460d" /><Relationship Type="http://schemas.openxmlformats.org/officeDocument/2006/relationships/notesMaster" Target="/ppt/notesMasters/notesMaster1.xml" Id="R49c479eff2e940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ba50d3773f4c48" /><Relationship Type="http://schemas.openxmlformats.org/officeDocument/2006/relationships/notesMaster" Target="/ppt/notesMasters/notesMaster1.xml" Id="R87a77609874046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af1431b950492b" /><Relationship Type="http://schemas.openxmlformats.org/officeDocument/2006/relationships/notesMaster" Target="/ppt/notesMasters/notesMaster1.xml" Id="Rf2146b92545e4fa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21f4eba9cbc449b" /><Relationship Type="http://schemas.openxmlformats.org/officeDocument/2006/relationships/notesMaster" Target="/ppt/notesMasters/notesMaster1.xml" Id="R12eab189a1944e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3ade3371c084671" /><Relationship Type="http://schemas.openxmlformats.org/officeDocument/2006/relationships/notesMaster" Target="/ppt/notesMasters/notesMaster1.xml" Id="Rab98b17bf01640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739a8243fe4cde" /><Relationship Type="http://schemas.openxmlformats.org/officeDocument/2006/relationships/notesMaster" Target="/ppt/notesMasters/notesMaster1.xml" Id="Re2d0cdc22be947b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84c9933673146ae" /><Relationship Type="http://schemas.openxmlformats.org/officeDocument/2006/relationships/notesMaster" Target="/ppt/notesMasters/notesMaster1.xml" Id="Rb984387f52de474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9cf7083f184138" /><Relationship Type="http://schemas.openxmlformats.org/officeDocument/2006/relationships/notesMaster" Target="/ppt/notesMasters/notesMaster1.xml" Id="Rb1a0d9d05b2d461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607b674ad294bed" /><Relationship Type="http://schemas.openxmlformats.org/officeDocument/2006/relationships/notesMaster" Target="/ppt/notesMasters/notesMaster1.xml" Id="R8017639cc5e842a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e899f46bf3d4214" /><Relationship Type="http://schemas.openxmlformats.org/officeDocument/2006/relationships/notesMaster" Target="/ppt/notesMasters/notesMaster1.xml" Id="R8dabe88b80024de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ff91e961df845b0" /><Relationship Type="http://schemas.openxmlformats.org/officeDocument/2006/relationships/notesMaster" Target="/ppt/notesMasters/notesMaster1.xml" Id="Rd2e600eb038f4d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system passed the application build checks, all seventeen calculation tests and all four protected-page checks. Twenty of twenty-two access-rule checks passed. Secure connections and record-access controls were also confirmed. The main finding is that basic safeguards are present, but two security gaps still need fixing. These are results of AI-assisted system checks conducted on 27 October 2026.</a:t>
            </a:r>
          </a:p>
          <a:p xmlns:a="http://schemas.openxmlformats.org/drawingml/2006/main">
            <a:r>
              <a:t/>
            </a:r>
          </a:p>
          <a:p xmlns:a="http://schemas.openxmlformats.org/drawingml/2006/main">
            <a:r>
              <a:t>Technical details and evidence for questions:</a:t>
            </a:r>
          </a:p>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Two issues remain. First, an administrator could create a store before completing the extra identity check. Second, a person who was not signed in could add an entry to the activity history. The system must enforce the identity check and restrict who can add activity records. Both fixes must be tested before giving a full security pass.</a:t>
            </a:r>
          </a:p>
          <a:p xmlns:a="http://schemas.openxmlformats.org/drawingml/2006/main">
            <a:r>
              <a:t/>
            </a:r>
          </a:p>
          <a:p xmlns:a="http://schemas.openxmlformats.org/drawingml/2006/main">
            <a:r>
              <a:t>Technical details and evidence for questions:</a:t>
            </a:r>
          </a:p>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51697e3f1240c9" /><Relationship Type="http://schemas.openxmlformats.org/officeDocument/2006/relationships/image" Target="/ppt/media/image2.png" Id="R14b1979edfe544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a502207da74022" /><Relationship Type="http://schemas.openxmlformats.org/officeDocument/2006/relationships/image" Target="/ppt/media/image3.png" Id="R7e8c5fd6be3d4f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c675481ee743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d5955c204c49a3" /><Relationship Type="http://schemas.openxmlformats.org/officeDocument/2006/relationships/image" Target="/ppt/media/image4.png" Id="Rfeb9d6b09ccd46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a17201e14049ca" /><Relationship Type="http://schemas.openxmlformats.org/officeDocument/2006/relationships/image" Target="/ppt/media/image5.png" Id="R1266dcff65364d1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e8f6cf013847c5" /><Relationship Type="http://schemas.openxmlformats.org/officeDocument/2006/relationships/image" Target="/ppt/media/image6.png" Id="R07265050581340e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9849d6266044221" /><Relationship Type="http://schemas.openxmlformats.org/officeDocument/2006/relationships/image" Target="/ppt/media/image7.png" Id="R88e0f42f3ccb435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8c762e9289d4b0b" /><Relationship Type="http://schemas.openxmlformats.org/officeDocument/2006/relationships/image" Target="/ppt/media/image8.png" Id="R58040d5aab004c0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25e44f64d9447e6" /><Relationship Type="http://schemas.openxmlformats.org/officeDocument/2006/relationships/image" Target="/ppt/media/image9.png" Id="R12e04e3868d94c5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f77925c1950464f" /><Relationship Type="http://schemas.openxmlformats.org/officeDocument/2006/relationships/image" Target="/ppt/media/image10.png" Id="R6476f7bfa617428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d901d14176a4e0d" /><Relationship Type="http://schemas.openxmlformats.org/officeDocument/2006/relationships/image" Target="/ppt/media/image11.png" Id="Re52fed7ec6d643e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b5ee99e4bca4957" /><Relationship Type="http://schemas.openxmlformats.org/officeDocument/2006/relationships/image" Target="/ppt/media/image12.png" Id="R2b40c715f7a547e2"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2ad355cecf7b4488" /><Relationship Type="http://schemas.openxmlformats.org/officeDocument/2006/relationships/image" Target="/ppt/media/image13.png" Id="Rcc3d0a594c41473f"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31e6cec4c6ed4beb"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B78C119F-FA05-484F-A460-30AA9316474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4b1979edfe544e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45EC1823-3260-4995-AD9C-E1EF671F45C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e8c5fd6be3d4fe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6D771321-0C25-4DB9-920C-DF934A33559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eb9d6b09ccd46f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5478E8C8-25CB-4CC7-85D5-1D0AEF378A9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266dcff65364d1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5B5BC19D-E2E0-46EE-B720-622C516BCA0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7265050581340e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9B69797B-9211-4C6D-9821-5F6C17A678B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8e0f42f3ccb435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EF3422D9-D5F5-40D9-8069-023B75418CA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040d5aab004c0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33E521E5-67DE-44EE-B9CA-0543AA147E0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2e04e3868d94c5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CE0B2FE1-3A7F-45A8-9C68-C1AD037DFF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476f7bfa617428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656BD7E0-BE0A-4E8D-9F28-123ABC3BA43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52fed7ec6d643e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6DFA0368-0B76-43D9-A888-C60110BD46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b40c715f7a547e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EA9A0550-52A0-43E9-8654-3E7B593700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c3d0a594c41473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20c05cb2af1f4233" /><Relationship Type="http://schemas.openxmlformats.org/officeDocument/2006/relationships/theme" Target="/ppt/slideMasters/theme/theme2.xml" Id="Rf55e734cf41e4f8f" /><Relationship Type="http://schemas.openxmlformats.org/officeDocument/2006/relationships/slideLayout" Target="/ppt/slideLayouts/slideLayout1.xml" Id="R3e3c0affbbb44661" /><Relationship Type="http://schemas.openxmlformats.org/officeDocument/2006/relationships/slideLayout" Target="/ppt/slideLayouts/slideLayout2.xml" Id="R659d8e34e4264610" /><Relationship Type="http://schemas.openxmlformats.org/officeDocument/2006/relationships/slideLayout" Target="/ppt/slideLayouts/slideLayout3.xml" Id="R3a32b47f20bb477a" /><Relationship Type="http://schemas.openxmlformats.org/officeDocument/2006/relationships/slideLayout" Target="/ppt/slideLayouts/slideLayout4.xml" Id="R9254c1cefb164eba" /><Relationship Type="http://schemas.openxmlformats.org/officeDocument/2006/relationships/slideLayout" Target="/ppt/slideLayouts/slideLayout5.xml" Id="R0c7ac53d8fa24610" /><Relationship Type="http://schemas.openxmlformats.org/officeDocument/2006/relationships/slideLayout" Target="/ppt/slideLayouts/slideLayout6.xml" Id="Rf25f34adacc14808" /><Relationship Type="http://schemas.openxmlformats.org/officeDocument/2006/relationships/slideLayout" Target="/ppt/slideLayouts/slideLayout7.xml" Id="R8b643cc9f35744f8" /><Relationship Type="http://schemas.openxmlformats.org/officeDocument/2006/relationships/slideLayout" Target="/ppt/slideLayouts/slideLayout8.xml" Id="R36a2b0553d274e6b" /><Relationship Type="http://schemas.openxmlformats.org/officeDocument/2006/relationships/slideLayout" Target="/ppt/slideLayouts/slideLayout9.xml" Id="R7452bd15aa174fa9" /><Relationship Type="http://schemas.openxmlformats.org/officeDocument/2006/relationships/slideLayout" Target="/ppt/slideLayouts/slideLayout10.xml" Id="R2b196279703644e7" /><Relationship Type="http://schemas.openxmlformats.org/officeDocument/2006/relationships/slideLayout" Target="/ppt/slideLayouts/slideLayout11.xml" Id="Rb8df11a052f04fa6" /><Relationship Type="http://schemas.openxmlformats.org/officeDocument/2006/relationships/slideLayout" Target="/ppt/slideLayouts/slideLayout12.xml" Id="Rc3c18da081e249db" /><Relationship Type="http://schemas.openxmlformats.org/officeDocument/2006/relationships/slideLayout" Target="/ppt/slideLayouts/slideLayout13.xml" Id="R4d80a81ac1cd4d3a" /><Relationship Type="http://schemas.openxmlformats.org/officeDocument/2006/relationships/slideLayout" Target="/ppt/slideLayouts/slideLayout14.xml" Id="R2292d5bd13eb45c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ECBF6360-0347-49E6-BAA5-6568EF19303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0c05cb2af1f423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e3c0affbbb44661"/>
    <p:sldLayoutId xmlns:r="http://schemas.openxmlformats.org/officeDocument/2006/relationships" id="2147483650" r:id="R659d8e34e4264610"/>
    <p:sldLayoutId xmlns:r="http://schemas.openxmlformats.org/officeDocument/2006/relationships" id="2147483651" r:id="R3a32b47f20bb477a"/>
    <p:sldLayoutId xmlns:r="http://schemas.openxmlformats.org/officeDocument/2006/relationships" id="2147483652" r:id="R9254c1cefb164eba"/>
    <p:sldLayoutId xmlns:r="http://schemas.openxmlformats.org/officeDocument/2006/relationships" id="2147483653" r:id="R0c7ac53d8fa24610"/>
    <p:sldLayoutId xmlns:r="http://schemas.openxmlformats.org/officeDocument/2006/relationships" id="2147483654" r:id="Rf25f34adacc14808"/>
    <p:sldLayoutId xmlns:r="http://schemas.openxmlformats.org/officeDocument/2006/relationships" id="2147483655" r:id="R8b643cc9f35744f8"/>
    <p:sldLayoutId xmlns:r="http://schemas.openxmlformats.org/officeDocument/2006/relationships" id="2147483656" r:id="R36a2b0553d274e6b"/>
    <p:sldLayoutId xmlns:r="http://schemas.openxmlformats.org/officeDocument/2006/relationships" id="2147483657" r:id="R7452bd15aa174fa9"/>
    <p:sldLayoutId xmlns:r="http://schemas.openxmlformats.org/officeDocument/2006/relationships" id="2147483658" r:id="R2b196279703644e7"/>
    <p:sldLayoutId xmlns:r="http://schemas.openxmlformats.org/officeDocument/2006/relationships" id="2147483659" r:id="Rb8df11a052f04fa6"/>
    <p:sldLayoutId xmlns:r="http://schemas.openxmlformats.org/officeDocument/2006/relationships" id="2147483660" r:id="Rc3c18da081e249db"/>
    <p:sldLayoutId xmlns:r="http://schemas.openxmlformats.org/officeDocument/2006/relationships" id="2147483661" r:id="R4d80a81ac1cd4d3a"/>
    <p:sldLayoutId xmlns:r="http://schemas.openxmlformats.org/officeDocument/2006/relationships" id="2147483662" r:id="R2292d5bd13eb45c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56351e29af4583" /><Relationship Type="http://schemas.openxmlformats.org/officeDocument/2006/relationships/image" Target="/ppt/media/image14.png" Id="R4fc4f83c0f5f401f" /><Relationship Type="http://schemas.openxmlformats.org/officeDocument/2006/relationships/notesSlide" Target="/ppt/notesSlides/notesSlide1.xml" Id="Rcc4457b664e843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891ac6101ca6405e" /><Relationship Type="http://schemas.openxmlformats.org/officeDocument/2006/relationships/image" Target="/ppt/media/image15.png" Id="R3b4c1e2b09e24d15" /><Relationship Type="http://schemas.openxmlformats.org/officeDocument/2006/relationships/notesSlide" Target="/ppt/notesSlides/notesSlide2.xml" Id="R777ddecbe2374b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f321dee23b63480c" /><Relationship Type="http://schemas.openxmlformats.org/officeDocument/2006/relationships/image" Target="/ppt/media/image15.png" Id="R7ddb6e6e0cff4b82" /><Relationship Type="http://schemas.openxmlformats.org/officeDocument/2006/relationships/image" Target="/ppt/media/image16.png" Id="R644515c6224b42f8" /><Relationship Type="http://schemas.openxmlformats.org/officeDocument/2006/relationships/notesSlide" Target="/ppt/notesSlides/notesSlide3.xml" Id="R5d7fe2a76a7849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fa125f7838e94c14" /><Relationship Type="http://schemas.openxmlformats.org/officeDocument/2006/relationships/image" Target="/ppt/media/image15.png" Id="R6af9f60158f742d8" /><Relationship Type="http://schemas.openxmlformats.org/officeDocument/2006/relationships/notesSlide" Target="/ppt/notesSlides/notesSlide4.xml" Id="R759f7a0b066a4b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5a09ea33c219457a" /><Relationship Type="http://schemas.openxmlformats.org/officeDocument/2006/relationships/image" Target="/ppt/media/image15.png" Id="R5eba0770a6cd4e4b" /><Relationship Type="http://schemas.openxmlformats.org/officeDocument/2006/relationships/notesSlide" Target="/ppt/notesSlides/notesSlide5.xml" Id="Rc1894b875b7b42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2cd7a533299b4fcd" /><Relationship Type="http://schemas.openxmlformats.org/officeDocument/2006/relationships/image" Target="/ppt/media/image15.png" Id="Redbc94421ee945a3" /><Relationship Type="http://schemas.openxmlformats.org/officeDocument/2006/relationships/notesSlide" Target="/ppt/notesSlides/notesSlide6.xml" Id="Ra9f00030503c49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506bdbd273594a21" /><Relationship Type="http://schemas.openxmlformats.org/officeDocument/2006/relationships/image" Target="/ppt/media/image15.png" Id="Rf753aaa61f5d4ec3" /><Relationship Type="http://schemas.openxmlformats.org/officeDocument/2006/relationships/notesSlide" Target="/ppt/notesSlides/notesSlide7.xml" Id="R397f215a06014a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7003ca87b40e4543" /><Relationship Type="http://schemas.openxmlformats.org/officeDocument/2006/relationships/image" Target="/ppt/media/image17.png" Id="R685e8a6f9dce468b" /><Relationship Type="http://schemas.openxmlformats.org/officeDocument/2006/relationships/chart" Target="/ppt/slides/charts/chart1.xml" Id="R4ca1e158101a4fc9" /><Relationship Type="http://schemas.openxmlformats.org/officeDocument/2006/relationships/chart" Target="/ppt/slides/charts/chart2.xml" Id="Rec2332fc271646fe" /><Relationship Type="http://schemas.openxmlformats.org/officeDocument/2006/relationships/notesSlide" Target="/ppt/notesSlides/notesSlide8.xml" Id="Rb94abbbc868445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617deec0645e4824" /><Relationship Type="http://schemas.openxmlformats.org/officeDocument/2006/relationships/image" Target="/ppt/media/image18.png" Id="Ra472e1b850b247b0" /><Relationship Type="http://schemas.openxmlformats.org/officeDocument/2006/relationships/chart" Target="/ppt/slides/charts/chart3.xml" Id="Rde2427240bad431a" /><Relationship Type="http://schemas.openxmlformats.org/officeDocument/2006/relationships/notesSlide" Target="/ppt/notesSlides/notesSlide9.xml" Id="R59a72273ca7a48a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7e2ef4ba7a3048d1" /><Relationship Type="http://schemas.openxmlformats.org/officeDocument/2006/relationships/image" Target="/ppt/media/image15.png" Id="Rf54e6ad42a344907" /><Relationship Type="http://schemas.openxmlformats.org/officeDocument/2006/relationships/notesSlide" Target="/ppt/notesSlides/notesSlide10.xml" Id="R1d71dd853cdc40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a817afd6c9864d66" /><Relationship Type="http://schemas.openxmlformats.org/officeDocument/2006/relationships/image" Target="/ppt/media/image19.png" Id="R1652208ae7b441b0" /><Relationship Type="http://schemas.openxmlformats.org/officeDocument/2006/relationships/notesSlide" Target="/ppt/notesSlides/notesSlide11.xml" Id="Rd45c2071e55644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001ce5ebe2fe4450" /><Relationship Type="http://schemas.openxmlformats.org/officeDocument/2006/relationships/image" Target="/ppt/media/image20.png" Id="R0155827c759f4302" /><Relationship Type="http://schemas.openxmlformats.org/officeDocument/2006/relationships/notesSlide" Target="/ppt/notesSlides/notesSlide12.xml" Id="R91a350f596a240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32bf152aa4144507" /><Relationship Type="http://schemas.openxmlformats.org/officeDocument/2006/relationships/image" Target="/ppt/media/image21.png" Id="R142885d5480f4672" /><Relationship Type="http://schemas.openxmlformats.org/officeDocument/2006/relationships/notesSlide" Target="/ppt/notesSlides/notesSlide13.xml" Id="R6061fd89e97d4b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bb9649ca43ff4738" /><Relationship Type="http://schemas.openxmlformats.org/officeDocument/2006/relationships/image" Target="/ppt/media/image15.png" Id="R7cf48a716a744a3d" /><Relationship Type="http://schemas.openxmlformats.org/officeDocument/2006/relationships/image" Target="/ppt/media/image22.png" Id="R877e8b732a924da6" /><Relationship Type="http://schemas.openxmlformats.org/officeDocument/2006/relationships/notesSlide" Target="/ppt/notesSlides/notesSlide14.xml" Id="R66660940fc8143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2d52be9a2e9b4274" /><Relationship Type="http://schemas.openxmlformats.org/officeDocument/2006/relationships/image" Target="/ppt/media/image15.png" Id="Refec691620d14b71" /><Relationship Type="http://schemas.openxmlformats.org/officeDocument/2006/relationships/notesSlide" Target="/ppt/notesSlides/notesSlide15.xml" Id="Ra8198fb4306842f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ac0f7bbe33424ee1" /><Relationship Type="http://schemas.openxmlformats.org/officeDocument/2006/relationships/image" Target="/ppt/media/image15.png" Id="R328a1338b0fe4923" /><Relationship Type="http://schemas.openxmlformats.org/officeDocument/2006/relationships/notesSlide" Target="/ppt/notesSlides/notesSlide16.xml" Id="R9fff2318375a48c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3aec3c6472034aa1" /><Relationship Type="http://schemas.openxmlformats.org/officeDocument/2006/relationships/image" Target="/ppt/media/image15.png" Id="Rcb623e2a87684030" /><Relationship Type="http://schemas.openxmlformats.org/officeDocument/2006/relationships/notesSlide" Target="/ppt/notesSlides/notesSlide17.xml" Id="Rbb150138e5f645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ca81ca9f64024e33" /><Relationship Type="http://schemas.openxmlformats.org/officeDocument/2006/relationships/image" Target="/ppt/media/image15.png" Id="Rb620118f4b5c4da8" /><Relationship Type="http://schemas.openxmlformats.org/officeDocument/2006/relationships/notesSlide" Target="/ppt/notesSlides/notesSlide18.xml" Id="R7746b5ee2e044e1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c8754686d45640fc" /><Relationship Type="http://schemas.openxmlformats.org/officeDocument/2006/relationships/image" Target="/ppt/media/image15.png" Id="Re97543cb599b42d5" /><Relationship Type="http://schemas.openxmlformats.org/officeDocument/2006/relationships/notesSlide" Target="/ppt/notesSlides/notesSlide19.xml" Id="R8bf93a7bc6204a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8f974a76dd7d4c5c" /><Relationship Type="http://schemas.openxmlformats.org/officeDocument/2006/relationships/image" Target="/ppt/media/image15.png" Id="R36f22406e5a34f52" /><Relationship Type="http://schemas.openxmlformats.org/officeDocument/2006/relationships/notesSlide" Target="/ppt/notesSlides/notesSlide20.xml" Id="Rac315bde4bc348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3d0d1f9b123e49b7" /><Relationship Type="http://schemas.openxmlformats.org/officeDocument/2006/relationships/image" Target="/ppt/media/image23.png" Id="R02863ebe11f2441f" /><Relationship Type="http://schemas.openxmlformats.org/officeDocument/2006/relationships/notesSlide" Target="/ppt/notesSlides/notesSlide21.xml" Id="R31e2e371f72e401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3d56fca6429e4c71" /><Relationship Type="http://schemas.openxmlformats.org/officeDocument/2006/relationships/image" Target="/ppt/media/image24.png" Id="R0a97ee61e3954770" /><Relationship Type="http://schemas.openxmlformats.org/officeDocument/2006/relationships/notesSlide" Target="/ppt/notesSlides/notesSlide22.xml" Id="R1ef5ec972a344f7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dca6e19380d443d5" /><Relationship Type="http://schemas.openxmlformats.org/officeDocument/2006/relationships/image" Target="/ppt/media/image15.png" Id="Ra9e704e464d44026" /><Relationship Type="http://schemas.openxmlformats.org/officeDocument/2006/relationships/notesSlide" Target="/ppt/notesSlides/notesSlide23.xml" Id="R992d467bc9b14223"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Owner /
Manager</c:v>
              </c:pt>
              <c:pt idx="1">
                <c:v>Stock
Custodian</c:v>
              </c:pt>
              <c:pt idx="2">
                <c:v>Cashier / Sales
Encoder</c:v>
              </c:pt>
              <c:pt idx="3">
                <c:v>Operations
Staff</c:v>
              </c:pt>
            </c:strLit>
          </c:cat>
          <c:val>
            <c:numLit>
              <c:formatCode>0</c:formatCode>
              <c:ptCount val="4"/>
              <c:pt idx="0">
                <c:v>6</c:v>
              </c:pt>
              <c:pt idx="1">
                <c:v>2</c:v>
              </c:pt>
              <c:pt idx="2">
                <c:v>3</c:v>
              </c:pt>
              <c:pt idx="3">
                <c:v>7</c:v>
              </c:pt>
            </c:numLit>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Less than
1 year</c:v>
              </c:pt>
              <c:pt idx="1">
                <c:v>1–2 years</c:v>
              </c:pt>
              <c:pt idx="2">
                <c:v>3–5 years</c:v>
              </c:pt>
              <c:pt idx="3">
                <c:v>More than
5 years</c:v>
              </c:pt>
            </c:strLit>
          </c:cat>
          <c:val>
            <c:numLit>
              <c:formatCode>0</c:formatCode>
              <c:ptCount val="4"/>
              <c:pt idx="0">
                <c:v>5</c:v>
              </c:pt>
              <c:pt idx="1">
                <c:v>2</c:v>
              </c:pt>
              <c:pt idx="2">
                <c:v>6</c:v>
              </c:pt>
              <c:pt idx="3">
                <c:v>5</c:v>
              </c:pt>
            </c:numLit>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s>
          <c:cat>
            <c:strLit>
              <c:ptCount val="6"/>
              <c:pt idx="0">
                <c:v>Approvals</c:v>
              </c:pt>
              <c:pt idx="1">
                <c:v>Reporting</c:v>
              </c:pt>
              <c:pt idx="2">
                <c:v>Reconciliation</c:v>
              </c:pt>
              <c:pt idx="3">
                <c:v>Stock counts</c:v>
              </c:pt>
              <c:pt idx="4">
                <c:v>Stock issuance / sales logging</c:v>
              </c:pt>
              <c:pt idx="5">
                <c:v>Stock receiving</c:v>
              </c:pt>
            </c:strLit>
          </c:cat>
          <c:val>
            <c:numLit>
              <c:formatCode>0</c:formatCode>
              <c:ptCount val="6"/>
              <c:pt idx="0">
                <c:v>2</c:v>
              </c:pt>
              <c:pt idx="1">
                <c:v>13</c:v>
              </c:pt>
              <c:pt idx="2">
                <c:v>4</c:v>
              </c:pt>
              <c:pt idx="3">
                <c:v>12</c:v>
              </c:pt>
              <c:pt idx="4">
                <c:v>10</c:v>
              </c:pt>
              <c:pt idx="5">
                <c:v>10</c:v>
              </c:pt>
            </c:numLit>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66E7D5A0-D8C3-4064-A453-E9F58DC243CB}"/>
              </a:ext>
            </a:extLst>
          </p:cNvPr>
          <p:cNvPicPr>
            <a:picLocks xmlns:a="http://schemas.openxmlformats.org/drawingml/2006/main" noChangeAspect="1"/>
          </p:cNvPicPr>
          <p:nvPr/>
        </p:nvPicPr>
        <p:blipFill>
          <a:blip xmlns:r="http://schemas.openxmlformats.org/officeDocument/2006/relationships" xmlns:a="http://schemas.openxmlformats.org/drawingml/2006/main" r:embed="R4fc4f83c0f5f401f"/>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04FD4E19-CA72-4419-99DF-A36AF56B639C}"/>
              </a:ext>
            </a:extLst>
          </p:cNvPr>
          <p:cNvPicPr>
            <a:picLocks xmlns:a="http://schemas.openxmlformats.org/drawingml/2006/main" noChangeAspect="1"/>
          </p:cNvPicPr>
          <p:nvPr/>
        </p:nvPicPr>
        <p:blipFill>
          <a:blip xmlns:r="http://schemas.openxmlformats.org/officeDocument/2006/relationships" xmlns:a="http://schemas.openxmlformats.org/drawingml/2006/main" r:embed="R3b4c1e2b09e24d1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6692B756-F141-48B6-A24C-176E0519D730}"/>
              </a:ext>
            </a:extLst>
          </p:cNvPr>
          <p:cNvPicPr>
            <a:picLocks xmlns:a="http://schemas.openxmlformats.org/drawingml/2006/main" noChangeAspect="1"/>
          </p:cNvPicPr>
          <p:nvPr/>
        </p:nvPicPr>
        <p:blipFill>
          <a:blip xmlns:r="http://schemas.openxmlformats.org/officeDocument/2006/relationships" xmlns:a="http://schemas.openxmlformats.org/drawingml/2006/main" r:embed="R7ddb6e6e0cff4b8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F4C0F951-7BDC-4485-9FE9-0D6BFDD304AF}"/>
              </a:ext>
            </a:extLst>
          </p:cNvPr>
          <p:cNvPicPr>
            <a:picLocks xmlns:a="http://schemas.openxmlformats.org/drawingml/2006/main" noChangeAspect="1"/>
          </p:cNvPicPr>
          <p:nvPr/>
        </p:nvPicPr>
        <p:blipFill>
          <a:blip xmlns:r="http://schemas.openxmlformats.org/officeDocument/2006/relationships" xmlns:a="http://schemas.openxmlformats.org/drawingml/2006/main" r:embed="R644515c6224b42f8"/>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D637FEEB-D42D-4435-AF2E-522BF58BB8D2}"/>
              </a:ext>
            </a:extLst>
          </p:cNvPr>
          <p:cNvPicPr>
            <a:picLocks xmlns:a="http://schemas.openxmlformats.org/drawingml/2006/main" noChangeAspect="1"/>
          </p:cNvPicPr>
          <p:nvPr/>
        </p:nvPicPr>
        <p:blipFill>
          <a:blip xmlns:r="http://schemas.openxmlformats.org/officeDocument/2006/relationships" xmlns:a="http://schemas.openxmlformats.org/drawingml/2006/main" r:embed="R6af9f60158f742d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50293847-1192-4081-BC7D-F2F102D727A4}"/>
              </a:ext>
            </a:extLst>
          </p:cNvPr>
          <p:cNvPicPr>
            <a:picLocks xmlns:a="http://schemas.openxmlformats.org/drawingml/2006/main" noChangeAspect="1"/>
          </p:cNvPicPr>
          <p:nvPr/>
        </p:nvPicPr>
        <p:blipFill>
          <a:blip xmlns:r="http://schemas.openxmlformats.org/officeDocument/2006/relationships" xmlns:a="http://schemas.openxmlformats.org/drawingml/2006/main" r:embed="R5eba0770a6cd4e4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0E59676F-62D6-46D0-A2FA-B09E97C21EFB}"/>
              </a:ext>
            </a:extLst>
          </p:cNvPr>
          <p:cNvPicPr>
            <a:picLocks xmlns:a="http://schemas.openxmlformats.org/drawingml/2006/main" noChangeAspect="1"/>
          </p:cNvPicPr>
          <p:nvPr/>
        </p:nvPicPr>
        <p:blipFill>
          <a:blip xmlns:r="http://schemas.openxmlformats.org/officeDocument/2006/relationships" xmlns:a="http://schemas.openxmlformats.org/drawingml/2006/main" r:embed="Redbc94421ee945a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EDB9C8F3-F876-4E84-B81D-5EB10D3D070D}"/>
              </a:ext>
            </a:extLst>
          </p:cNvPr>
          <p:cNvPicPr>
            <a:picLocks xmlns:a="http://schemas.openxmlformats.org/drawingml/2006/main" noChangeAspect="1"/>
          </p:cNvPicPr>
          <p:nvPr/>
        </p:nvPicPr>
        <p:blipFill>
          <a:blip xmlns:r="http://schemas.openxmlformats.org/officeDocument/2006/relationships" xmlns:a="http://schemas.openxmlformats.org/drawingml/2006/main" r:embed="Rf753aaa61f5d4ec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C6C52E3-96AB-47C1-8B0C-B39E63A2F7AE}"/>
              </a:ext>
            </a:extLst>
          </p:cNvPr>
          <p:cNvPicPr>
            <a:picLocks xmlns:a="http://schemas.openxmlformats.org/drawingml/2006/main" noChangeAspect="1"/>
          </p:cNvPicPr>
          <p:nvPr/>
        </p:nvPicPr>
        <p:blipFill>
          <a:blip xmlns:r="http://schemas.openxmlformats.org/officeDocument/2006/relationships" xmlns:a="http://schemas.openxmlformats.org/drawingml/2006/main" r:embed="R685e8a6f9dce468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6907A73-BDC3-405E-BF60-186EB105BB5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640C48E8-041E-4B70-A7EA-50BCE81625DF}"/>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defRPr sz="1725" b="1">
                <a:solidFill>
                  <a:srgbClr val="202C61"/>
                </a:solidFill>
                <a:latin typeface="Arial"/>
                <a:ea typeface="Arial"/>
                <a:cs typeface="Arial"/>
              </a:defRPr>
            </a:lvl1pPr>
            <a:lvl2pPr algn="l">
              <a:defRPr sz="1725" b="1">
                <a:solidFill>
                  <a:srgbClr val="202C61"/>
                </a:solidFill>
                <a:latin typeface="Arial"/>
                <a:ea typeface="Arial"/>
                <a:cs typeface="Arial"/>
              </a:defRPr>
            </a:lvl2pPr>
            <a:lvl3pPr algn="l">
              <a:defRPr sz="1725" b="1">
                <a:solidFill>
                  <a:srgbClr val="202C61"/>
                </a:solidFill>
                <a:latin typeface="Arial"/>
                <a:ea typeface="Arial"/>
                <a:cs typeface="Arial"/>
              </a:defRPr>
            </a:lvl3pPr>
            <a:lvl4pPr algn="l">
              <a:defRPr sz="1725" b="1">
                <a:solidFill>
                  <a:srgbClr val="202C61"/>
                </a:solidFill>
                <a:latin typeface="Arial"/>
                <a:ea typeface="Arial"/>
                <a:cs typeface="Arial"/>
              </a:defRPr>
            </a:lvl4pPr>
            <a:lvl5pPr algn="l">
              <a:defRPr sz="1725" b="1">
                <a:solidFill>
                  <a:srgbClr val="202C61"/>
                </a:solidFill>
                <a:latin typeface="Arial"/>
                <a:ea typeface="Arial"/>
                <a:cs typeface="Arial"/>
              </a:defRPr>
            </a:lvl5pPr>
            <a:lvl6pPr algn="l">
              <a:defRPr sz="1725" b="1">
                <a:solidFill>
                  <a:srgbClr val="202C61"/>
                </a:solidFill>
                <a:latin typeface="Arial"/>
                <a:ea typeface="Arial"/>
                <a:cs typeface="Arial"/>
              </a:defRPr>
            </a:lvl6pPr>
            <a:lvl7pPr algn="l">
              <a:defRPr sz="1725" b="1">
                <a:solidFill>
                  <a:srgbClr val="202C61"/>
                </a:solidFill>
                <a:latin typeface="Arial"/>
                <a:ea typeface="Arial"/>
                <a:cs typeface="Arial"/>
              </a:defRPr>
            </a:lvl7pPr>
            <a:lvl8pPr algn="l">
              <a:defRPr sz="1725" b="1">
                <a:solidFill>
                  <a:srgbClr val="202C61"/>
                </a:solidFill>
                <a:latin typeface="Arial"/>
                <a:ea typeface="Arial"/>
                <a:cs typeface="Arial"/>
              </a:defRPr>
            </a:lvl8pPr>
            <a:lvl9pPr algn="l">
              <a:defRPr sz="1725" b="1">
                <a:solidFill>
                  <a:srgbClr val="202C61"/>
                </a:solidFill>
                <a:latin typeface="Arial"/>
                <a:ea typeface="Arial"/>
                <a:cs typeface="Arial"/>
              </a:defRPr>
            </a:lvl9pPr>
          </a:lstStyle>
          <a:p xmlns:a="http://schemas.openxmlformats.org/drawingml/2006/main">
            <a:pPr algn="l">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8CF55878-1373-446C-9138-D09F2FEABACF}"/>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38100" tIns="38100" rIns="38100" bIns="38100"/>
                    <a:lstStyle/>
                    <a:p>
                      <a:pPr algn="ct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Target</a:t>
                      </a:r>
                    </a:p>
                    <a:p>
                      <a:pPr algn="ct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38100" tIns="38100" rIns="38100" bIns="38100"/>
                    <a:lstStyle/>
                    <a:p>
                      <a:pPr algn="l"/>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38100" tIns="38100" rIns="38100" bIns="38100"/>
                    <a:lstStyle/>
                    <a:p>
                      <a:pPr algn="l"/>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F383F4C9-F35A-4E81-82B5-61798D59D4CA}"/>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4ca1e158101a4fc9"/>
          </a:graphicData>
        </a:graphic>
      </p:graphicFrame>
      <p:graphicFrame>
        <p:nvGraphicFramePr>
          <p:cNvPr id="6" name="Chart">
            <a:extLst xmlns:a="http://schemas.openxmlformats.org/drawingml/2006/main">
              <a:ext uri="{FF2B5EF4-FFF2-40B4-BE49-F238E27FC236}">
                <a16:creationId xmlns:a16="http://schemas.microsoft.com/office/drawing/2014/main" id="{FB42C7C4-18A0-46B7-B935-C7082CED3860}"/>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ec2332fc271646fe"/>
          </a:graphicData>
        </a:graphic>
      </p:graphicFrame>
    </p:spTree>
    <p:extLst>
      <p:ext uri="{BB962C8B-B14F-4D97-AF65-F5344CB8AC3E}">
        <p14:creationId xmlns:p14="http://schemas.microsoft.com/office/powerpoint/2010/main" val="17174262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EB7AEB3-BAA0-4DBB-B337-91C661360C0C}"/>
              </a:ext>
            </a:extLst>
          </p:cNvPr>
          <p:cNvPicPr>
            <a:picLocks xmlns:a="http://schemas.openxmlformats.org/drawingml/2006/main" noChangeAspect="1"/>
          </p:cNvPicPr>
          <p:nvPr/>
        </p:nvPicPr>
        <p:blipFill>
          <a:blip xmlns:r="http://schemas.openxmlformats.org/officeDocument/2006/relationships" xmlns:a="http://schemas.openxmlformats.org/drawingml/2006/main" r:embed="Ra472e1b850b247b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456D59-E84D-4227-BC70-98CD9629EA5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A14B22D7-EB34-4DC1-9719-B082BA8D3DFE}"/>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de2427240bad431a"/>
          </a:graphicData>
        </a:graphic>
      </p:graphicFrame>
      <p:sp>
        <p:nvSpPr>
          <p:cNvPr id="4" name="">
            <a:extLst xmlns:a="http://schemas.openxmlformats.org/drawingml/2006/main">
              <a:ext uri="{FF2B5EF4-FFF2-40B4-BE49-F238E27FC236}">
                <a16:creationId xmlns:a16="http://schemas.microsoft.com/office/drawing/2014/main" id="{849B4B9D-3D8B-4B38-86C7-3987B2C08C17}"/>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128878209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A35C7260-5024-4A81-84FD-3D7179341169}"/>
              </a:ext>
            </a:extLst>
          </p:cNvPr>
          <p:cNvPicPr>
            <a:picLocks xmlns:a="http://schemas.openxmlformats.org/drawingml/2006/main" noChangeAspect="1"/>
          </p:cNvPicPr>
          <p:nvPr/>
        </p:nvPicPr>
        <p:blipFill>
          <a:blip xmlns:r="http://schemas.openxmlformats.org/officeDocument/2006/relationships" xmlns:a="http://schemas.openxmlformats.org/drawingml/2006/main" r:embed="Rf54e6ad42a34490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B6A957F2-9B80-4C91-9DBA-9C8B67308751}"/>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DC8E0D9-65F6-47D0-9124-97A8A0F20A42}"/>
              </a:ext>
            </a:extLst>
          </p:cNvPr>
          <p:cNvPicPr>
            <a:picLocks xmlns:a="http://schemas.openxmlformats.org/drawingml/2006/main" noChangeAspect="1"/>
          </p:cNvPicPr>
          <p:nvPr/>
        </p:nvPicPr>
        <p:blipFill>
          <a:blip xmlns:r="http://schemas.openxmlformats.org/officeDocument/2006/relationships" xmlns:a="http://schemas.openxmlformats.org/drawingml/2006/main" r:embed="R1652208ae7b441b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5A95AA-FADD-460B-8017-B9758E1801E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7C1F7480-3A75-4DCF-BD1F-B570E792B9BE}"/>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4B073988-1763-4436-86F9-F087DD5790CC}"/>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20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52500">
                <a:tc>
                  <a:txBody>
                    <a:bodyPr wrap="square" lIns="38100" tIns="38100" rIns="38100" bIns="38100"/>
                    <a:lstStyle/>
                    <a:p>
                      <a:pPr algn="l"/>
                      <a:r>
                        <a:rPr sz="1200"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7142832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96E3DC0-DDDE-4F2F-8ED1-450FB38D2BD2}"/>
              </a:ext>
            </a:extLst>
          </p:cNvPr>
          <p:cNvPicPr>
            <a:picLocks xmlns:a="http://schemas.openxmlformats.org/drawingml/2006/main" noChangeAspect="1"/>
          </p:cNvPicPr>
          <p:nvPr/>
        </p:nvPicPr>
        <p:blipFill>
          <a:blip xmlns:r="http://schemas.openxmlformats.org/officeDocument/2006/relationships" xmlns:a="http://schemas.openxmlformats.org/drawingml/2006/main" r:embed="R0155827c759f430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54A06E-C284-4803-835A-7ADDC03330BE}"/>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B5945024-2136-4CC8-B72D-4EAF530C3607}"/>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BBD9EF83-FF1C-4803-B3B0-9D29B8742B92}"/>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28750">
                <a:tc>
                  <a:txBody>
                    <a:bodyPr wrap="square" lIns="38100" tIns="38100" rIns="38100" bIns="38100"/>
                    <a:lstStyle/>
                    <a:p>
                      <a:pPr algn="l"/>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28750">
                <a:tc>
                  <a:txBody>
                    <a:bodyPr wrap="square" lIns="38100" tIns="38100" rIns="38100" bIns="38100"/>
                    <a:lstStyle/>
                    <a:p>
                      <a:pPr algn="l"/>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18694560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5D3CAFB-FA19-4DCF-81E1-C3255564FF67}"/>
              </a:ext>
            </a:extLst>
          </p:cNvPr>
          <p:cNvPicPr>
            <a:picLocks xmlns:a="http://schemas.openxmlformats.org/drawingml/2006/main" noChangeAspect="1"/>
          </p:cNvPicPr>
          <p:nvPr/>
        </p:nvPicPr>
        <p:blipFill>
          <a:blip xmlns:r="http://schemas.openxmlformats.org/officeDocument/2006/relationships" xmlns:a="http://schemas.openxmlformats.org/drawingml/2006/main" r:embed="R142885d5480f467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F44C6B-8203-4DD7-B8FF-E0035C1894F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E9EEA26D-E39A-45AD-A27E-DD377A951645}"/>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F884AA-E365-4DD1-9415-BDCA3D76ED14}"/>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3CDBA946-A6F7-4038-97A5-EB37B910C34C}"/>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EA112C24-7FD8-489D-AC27-56621F8D660C}"/>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2734FA2C-63DF-41EF-996B-32E2C2E749E2}"/>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5462F7C5-4D50-46C2-80A5-A3D1A62FAD83}"/>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0E986266-4FD1-4DA5-9894-C292502DD5E7}"/>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65D9D156-B89F-4D1F-A84F-652800543D82}"/>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8C7060D6-56FC-474A-837E-8A1CB4EC1D17}"/>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3558089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BD7E04DA-245C-4919-B21F-AD97B179955F}"/>
              </a:ext>
            </a:extLst>
          </p:cNvPr>
          <p:cNvPicPr>
            <a:picLocks xmlns:a="http://schemas.openxmlformats.org/drawingml/2006/main" noChangeAspect="1"/>
          </p:cNvPicPr>
          <p:nvPr/>
        </p:nvPicPr>
        <p:blipFill>
          <a:blip xmlns:r="http://schemas.openxmlformats.org/officeDocument/2006/relationships" xmlns:a="http://schemas.openxmlformats.org/drawingml/2006/main" r:embed="R7cf48a716a744a3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42E2D1FB-223A-4742-A8BF-EEC7709A138D}"/>
              </a:ext>
            </a:extLst>
          </p:cNvPr>
          <p:cNvPicPr>
            <a:picLocks xmlns:a="http://schemas.openxmlformats.org/drawingml/2006/main" noChangeAspect="1"/>
          </p:cNvPicPr>
          <p:nvPr/>
        </p:nvPicPr>
        <p:blipFill>
          <a:blip xmlns:r="http://schemas.openxmlformats.org/officeDocument/2006/relationships" xmlns:a="http://schemas.openxmlformats.org/drawingml/2006/main" r:embed="R877e8b732a924da6"/>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FB2D3998-9538-4DA9-BDBC-7FDA81D47DCF}"/>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0E8E8E48-4599-4404-A0B6-FF3BA1FBA6EB}"/>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A84B578F-ACED-49FE-81E5-C9BED0A510A6}"/>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29A6124E-59FD-4364-BF36-B28ED1930431}"/>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7CCE940C-4039-40B5-B2FF-3D2338506C5D}"/>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52170594-48F7-417B-B1B2-0974293F080A}"/>
              </a:ext>
            </a:extLst>
          </p:cNvPr>
          <p:cNvPicPr>
            <a:picLocks xmlns:a="http://schemas.openxmlformats.org/drawingml/2006/main" noChangeAspect="1"/>
          </p:cNvPicPr>
          <p:nvPr/>
        </p:nvPicPr>
        <p:blipFill>
          <a:blip xmlns:r="http://schemas.openxmlformats.org/officeDocument/2006/relationships" xmlns:a="http://schemas.openxmlformats.org/drawingml/2006/main" r:embed="Refec691620d14b7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0176A3BB-CC83-4ED3-980F-250C2171A1F7}"/>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A48427F7-FDD1-41AD-BCCB-5CBC19991FEB}"/>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D44860EE-DE79-4EBD-AD32-EF35C28EE703}"/>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FD686388-0401-44CB-8301-D66D7B5DB21F}"/>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AB7B7C3A-62C6-4B86-8099-C46CE5057124}"/>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EEF8D3F8-6325-4EEC-A84B-A3F38F06B37B}"/>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1AA5B0BF-1CDA-4DFA-B298-A5D6BAFECD2A}"/>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7079F952-2B5E-40E5-A213-849BEE803018}"/>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11C1C58A-CA54-4AA6-9947-7F9EB4ACD3E7}"/>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BC55616C-333D-4889-8BFE-96E941D754F3}"/>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5688ADF6-8DF5-4A79-83C3-E97374EB8CCE}"/>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D426CC9C-7794-488A-8904-5ACB1D94594E}"/>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EE89FA16-183C-4F6F-89A5-9732539A2EE3}"/>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3778395D-CC15-4898-973D-A87E04D6E57E}"/>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CC6A8121-10B5-4A08-B654-1FAD43B9A589}"/>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42630211-76BC-4939-A45C-C65B4919F95A}"/>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7FD96E87-16DB-474D-99AD-0827B144C2E5}"/>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5E2F36FB-4139-4B6E-88E6-EBD1D30F8825}"/>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D3B984DF-CB3E-4D31-A688-D13D9D0FA909}"/>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EF13E9FA-F169-4C3A-BD0B-E15C42A02E52}"/>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BB32DC13-9F32-4272-A622-E63239A17384}"/>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602FBC20-586E-498F-80FC-A483FB456355}"/>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97707FB0-CB8C-4D60-AEE6-B2F1D30EC7AD}"/>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73E613A7-7533-48F1-A084-E3AC364D437B}"/>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A4F42802-8595-42F7-A613-B85C2957022F}"/>
              </a:ext>
            </a:extLst>
          </p:cNvPr>
          <p:cNvPicPr>
            <a:picLocks xmlns:a="http://schemas.openxmlformats.org/drawingml/2006/main" noChangeAspect="1"/>
          </p:cNvPicPr>
          <p:nvPr/>
        </p:nvPicPr>
        <p:blipFill>
          <a:blip xmlns:r="http://schemas.openxmlformats.org/officeDocument/2006/relationships" xmlns:a="http://schemas.openxmlformats.org/drawingml/2006/main" r:embed="R328a1338b0fe492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974FCDAA-F2C0-4309-9BE8-B8168BC752B4}"/>
              </a:ext>
            </a:extLst>
          </p:cNvPr>
          <p:cNvPicPr>
            <a:picLocks xmlns:a="http://schemas.openxmlformats.org/drawingml/2006/main" noChangeAspect="1"/>
          </p:cNvPicPr>
          <p:nvPr/>
        </p:nvPicPr>
        <p:blipFill>
          <a:blip xmlns:r="http://schemas.openxmlformats.org/officeDocument/2006/relationships" xmlns:a="http://schemas.openxmlformats.org/drawingml/2006/main" r:embed="Rcb623e2a8768403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1C1BCFF4-8A1B-43FC-8D92-97047DCBEE6A}"/>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DF7889B3-3F63-46D5-87B9-4F579757B69B}"/>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6EDF0DB6-D6EE-49A9-9ACD-A6E873BF48B3}"/>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0E30CA38-0E2E-4F7C-96EC-8C0DD7598511}"/>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5167FFFF-93C2-4A79-9F13-3EA17346111E}"/>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E6DE8040-75C2-4E9D-B19D-2F3ACEB9BC75}"/>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937B3255-F790-4821-9853-CC3B074264A8}"/>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0EF6336A-6D03-48A6-A34B-E24F4D0D212E}"/>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EE928133-ADEE-44A9-8030-8829FC09DF7D}"/>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CFECE1CC-3845-48ED-A7EA-4F45802C479B}"/>
              </a:ext>
            </a:extLst>
          </p:cNvPr>
          <p:cNvPicPr>
            <a:picLocks xmlns:a="http://schemas.openxmlformats.org/drawingml/2006/main" noChangeAspect="1"/>
          </p:cNvPicPr>
          <p:nvPr/>
        </p:nvPicPr>
        <p:blipFill>
          <a:blip xmlns:r="http://schemas.openxmlformats.org/officeDocument/2006/relationships" xmlns:a="http://schemas.openxmlformats.org/drawingml/2006/main" r:embed="Rb620118f4b5c4da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366F13FC-A31D-460B-9612-DA2181E478B8}"/>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10DBA2C7-2562-41FA-AD18-8B55D3C31DC5}"/>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E29937CB-5ECB-42B7-9ADC-D8B4F9FADEAE}"/>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85DA5B6F-036F-48E3-B1A9-600760318E1E}"/>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DCDB00F0-22F8-4BD2-9278-A3A6FCC5A9B2}"/>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D7609AAD-F04D-4E55-8218-F7B1BBD0E634}"/>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FB043623-7545-423F-9393-686168406334}"/>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B5359B0A-B8CB-493A-B306-BA9AE27A7B89}"/>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30EFBD46-88AF-4B38-8A3B-F73B2C252654}"/>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F9F20844-8B55-482E-9628-22F7C715D3C9}"/>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2C76B7E7-E22D-425B-8EAA-13FD050210A6}"/>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DAAA1B1E-F605-46B2-B22F-FF07CA1C6476}"/>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86DF600F-CD17-41FC-936D-E8FD650EADE1}"/>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863DC850-8597-4A33-B318-82753B361EF3}"/>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8B046889-E68D-4D8C-A10A-42EA173EC6C5}"/>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05380A42-5037-4DA8-9FFE-F76C4E0DE286}"/>
              </a:ext>
            </a:extLst>
          </p:cNvPr>
          <p:cNvPicPr>
            <a:picLocks xmlns:a="http://schemas.openxmlformats.org/drawingml/2006/main" noChangeAspect="1"/>
          </p:cNvPicPr>
          <p:nvPr/>
        </p:nvPicPr>
        <p:blipFill>
          <a:blip xmlns:r="http://schemas.openxmlformats.org/officeDocument/2006/relationships" xmlns:a="http://schemas.openxmlformats.org/drawingml/2006/main" r:embed="Re97543cb599b42d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DE0035A3-4479-4F0E-99E1-BDD1D5444832}"/>
              </a:ext>
            </a:extLst>
          </p:cNvPr>
          <p:cNvPicPr>
            <a:picLocks xmlns:a="http://schemas.openxmlformats.org/drawingml/2006/main" noChangeAspect="1"/>
          </p:cNvPicPr>
          <p:nvPr/>
        </p:nvPicPr>
        <p:blipFill>
          <a:blip xmlns:r="http://schemas.openxmlformats.org/officeDocument/2006/relationships" xmlns:a="http://schemas.openxmlformats.org/drawingml/2006/main" r:embed="R36f22406e5a34f5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147364C9-17F9-413B-ACB2-B86BAC15ED8F}"/>
              </a:ext>
            </a:extLst>
          </p:cNvPr>
          <p:cNvPicPr>
            <a:picLocks xmlns:a="http://schemas.openxmlformats.org/drawingml/2006/main" noChangeAspect="1"/>
          </p:cNvPicPr>
          <p:nvPr/>
        </p:nvPicPr>
        <p:blipFill>
          <a:blip xmlns:r="http://schemas.openxmlformats.org/officeDocument/2006/relationships" xmlns:a="http://schemas.openxmlformats.org/drawingml/2006/main" r:embed="R02863ebe11f2441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262631-059D-4502-B503-D9D4F94F04CA}"/>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5FBB3FAC-7891-4E2D-B3AF-A41129615F3B}"/>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System checks, 27 October 2026</a:t>
            </a:r>
          </a:p>
        </p:txBody>
      </p:sp>
      <p:graphicFrame>
        <p:nvGraphicFramePr>
          <p:cNvPr id="4" name="">
            <a:extLst xmlns:a="http://schemas.openxmlformats.org/drawingml/2006/main">
              <a:ext uri="{FF2B5EF4-FFF2-40B4-BE49-F238E27FC236}">
                <a16:creationId xmlns:a16="http://schemas.microsoft.com/office/drawing/2014/main" id="{E83BE5EB-AFD8-4C4D-B6CE-0B8100933C8F}"/>
              </a:ext>
            </a:extLst>
          </p:cNvPr>
          <p:cNvGraphicFramePr/>
          <p:nvPr/>
        </p:nvGraphicFramePr>
        <p:xfrm>
          <a:off xmlns:a="http://schemas.openxmlformats.org/drawingml/2006/main" x="533400" y="1514475"/>
          <a:ext xmlns:a="http://schemas.openxmlformats.org/drawingml/2006/main" cx="8058150" cy="2286000"/>
        </p:xfrm>
        <a:graphic xmlns:a="http://schemas.openxmlformats.org/drawingml/2006/main">
          <a:graphicData uri="http://schemas.openxmlformats.org/drawingml/2006/table">
            <a:tbl>
              <a:tblPr/>
              <a:tblGrid>
                <a:gridCol w="2333625"/>
                <a:gridCol w="1619250"/>
                <a:gridCol w="4105275"/>
              </a:tblGrid>
              <a:tr h="428625">
                <a:tc>
                  <a:txBody>
                    <a:bodyPr wrap="square" lIns="47625" tIns="47625" rIns="47625" bIns="47625"/>
                    <a:lstStyle/>
                    <a:p>
                      <a:pPr algn="ctr"/>
                      <a:r>
                        <a:rPr sz="1500" b="1">
                          <a:solidFill>
                            <a:srgbClr val="171717"/>
                          </a:solidFill>
                          <a:latin typeface="Cambria"/>
                          <a:ea typeface="Cambria"/>
                          <a:cs typeface="Cambria"/>
                        </a:rPr>
                        <a:t>What was checked</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r>
                        <a:rPr sz="150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r>
                        <a:rPr sz="1500" b="1">
                          <a:solidFill>
                            <a:srgbClr val="171717"/>
                          </a:solidFill>
                          <a:latin typeface="Cambria"/>
                          <a:ea typeface="Cambria"/>
                          <a:cs typeface="Cambria"/>
                        </a:rPr>
                        <a:t>What it means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523875">
                <a:tc>
                  <a:txBody>
                    <a:bodyPr wrap="square" lIns="47625" tIns="47625" rIns="47625" bIns="47625"/>
                    <a:lstStyle/>
                    <a:p>
                      <a:pPr algn="l"/>
                      <a:r>
                        <a:rPr sz="1500" b="0">
                          <a:solidFill>
                            <a:srgbClr val="171717"/>
                          </a:solidFill>
                          <a:latin typeface="Cambria"/>
                          <a:ea typeface="Cambria"/>
                          <a:cs typeface="Cambria"/>
                        </a:rPr>
                        <a:t>Application build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r>
                        <a:rPr sz="150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00" b="0">
                          <a:solidFill>
                            <a:srgbClr val="171717"/>
                          </a:solidFill>
                          <a:latin typeface="Cambria"/>
                          <a:ea typeface="Cambria"/>
                          <a:cs typeface="Cambria"/>
                        </a:rPr>
                        <a:t>The application built without errors.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r>
                        <a:rPr sz="1500" b="0">
                          <a:solidFill>
                            <a:srgbClr val="171717"/>
                          </a:solidFill>
                          <a:latin typeface="Cambria"/>
                          <a:ea typeface="Cambria"/>
                          <a:cs typeface="Cambria"/>
                        </a:rPr>
                        <a:t>Sales calculations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r>
                        <a:rPr sz="1500" b="0">
                          <a:solidFill>
                            <a:srgbClr val="171717"/>
                          </a:solidFill>
                          <a:latin typeface="Cambria"/>
                          <a:ea typeface="Cambria"/>
                          <a:cs typeface="Cambria"/>
                        </a:rPr>
                        <a:t>17 of 17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00" b="0">
                          <a:solidFill>
                            <a:srgbClr val="171717"/>
                          </a:solidFill>
                          <a:latin typeface="Cambria"/>
                          <a:ea typeface="Cambria"/>
                          <a:cs typeface="Cambria"/>
                        </a:rPr>
                        <a:t>Tested calculations gave the expected results.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r>
                        <a:rPr sz="1500" b="0">
                          <a:solidFill>
                            <a:srgbClr val="171717"/>
                          </a:solidFill>
                          <a:latin typeface="Cambria"/>
                          <a:ea typeface="Cambria"/>
                          <a:cs typeface="Cambria"/>
                        </a:rPr>
                        <a:t>Login protection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r>
                        <a:rPr sz="1500" b="0">
                          <a:solidFill>
                            <a:srgbClr val="171717"/>
                          </a:solidFill>
                          <a:latin typeface="Cambria"/>
                          <a:ea typeface="Cambria"/>
                          <a:cs typeface="Cambria"/>
                        </a:rPr>
                        <a:t>4 of 4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00" b="0">
                          <a:solidFill>
                            <a:srgbClr val="171717"/>
                          </a:solidFill>
                          <a:latin typeface="Cambria"/>
                          <a:ea typeface="Cambria"/>
                          <a:cs typeface="Cambria"/>
                        </a:rPr>
                        <a:t>Protected pages required users to sign 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r>
                        <a:rPr sz="1500" b="0">
                          <a:solidFill>
                            <a:srgbClr val="171717"/>
                          </a:solidFill>
                          <a:latin typeface="Cambria"/>
                          <a:ea typeface="Cambria"/>
                          <a:cs typeface="Cambria"/>
                        </a:rPr>
                        <a:t>Access rules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r>
                        <a:rPr sz="1500" b="0">
                          <a:solidFill>
                            <a:srgbClr val="171717"/>
                          </a:solidFill>
                          <a:latin typeface="Cambria"/>
                          <a:ea typeface="Cambria"/>
                          <a:cs typeface="Cambria"/>
                        </a:rPr>
                        <a:t>20 of 22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00" b="0">
                          <a:solidFill>
                            <a:srgbClr val="171717"/>
                          </a:solidFill>
                          <a:latin typeface="Cambria"/>
                          <a:ea typeface="Cambria"/>
                          <a:cs typeface="Cambria"/>
                        </a:rPr>
                        <a:t>Two security gaps still need fixing.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523875">
                <a:tc>
                  <a:txBody>
                    <a:bodyPr wrap="square" lIns="47625" tIns="47625" rIns="47625" bIns="47625"/>
                    <a:lstStyle/>
                    <a:p>
                      <a:pPr algn="l"/>
                      <a:r>
                        <a:rPr sz="1500" b="0">
                          <a:solidFill>
                            <a:srgbClr val="171717"/>
                          </a:solidFill>
                          <a:latin typeface="Cambria"/>
                          <a:ea typeface="Cambria"/>
                          <a:cs typeface="Cambria"/>
                        </a:rPr>
                        <a:t>Data protection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ctr"/>
                      <a:r>
                        <a:rPr sz="1500" b="0">
                          <a:solidFill>
                            <a:srgbClr val="171717"/>
                          </a:solidFill>
                          <a:latin typeface="Cambria"/>
                          <a:ea typeface="Cambria"/>
                          <a:cs typeface="Cambria"/>
                        </a:rPr>
                        <a:t>Controls present</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00" b="0">
                          <a:solidFill>
                            <a:srgbClr val="171717"/>
                          </a:solidFill>
                          <a:latin typeface="Cambria"/>
                          <a:ea typeface="Cambria"/>
                          <a:cs typeface="Cambria"/>
                        </a:rPr>
                        <a:t>Secure connections and record-access limits were confirmed.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430FD88-C311-4610-A9BC-D4FAAA038401}"/>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AI-assisted system checks. Detailed evidence is in the speaker notes.</a:t>
            </a:r>
          </a:p>
        </p:txBody>
      </p:sp>
    </p:spTree>
    <p:extLst>
      <p:ext uri="{BB962C8B-B14F-4D97-AF65-F5344CB8AC3E}">
        <p14:creationId xmlns:p14="http://schemas.microsoft.com/office/powerpoint/2010/main" val="147345872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DCF9256-16DA-4540-A7B9-297485AC0903}"/>
              </a:ext>
            </a:extLst>
          </p:cNvPr>
          <p:cNvPicPr>
            <a:picLocks xmlns:a="http://schemas.openxmlformats.org/drawingml/2006/main" noChangeAspect="1"/>
          </p:cNvPicPr>
          <p:nvPr/>
        </p:nvPicPr>
        <p:blipFill>
          <a:blip xmlns:r="http://schemas.openxmlformats.org/officeDocument/2006/relationships" xmlns:a="http://schemas.openxmlformats.org/drawingml/2006/main" r:embed="R0a97ee61e395477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2AE946-076E-4BF1-9161-DB44052E1A0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45913429-620E-43BD-BAE7-22DDD64971D0}"/>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Two issues found during the system checks</a:t>
            </a:r>
          </a:p>
        </p:txBody>
      </p:sp>
      <p:graphicFrame>
        <p:nvGraphicFramePr>
          <p:cNvPr id="4" name="">
            <a:extLst xmlns:a="http://schemas.openxmlformats.org/drawingml/2006/main">
              <a:ext uri="{FF2B5EF4-FFF2-40B4-BE49-F238E27FC236}">
                <a16:creationId xmlns:a16="http://schemas.microsoft.com/office/drawing/2014/main" id="{A06B9BCA-8EAA-4E1B-AFCE-7A1A47035E1A}"/>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1905000"/>
                <a:gridCol w="3238500"/>
                <a:gridCol w="2914650"/>
              </a:tblGrid>
              <a:tr h="419100">
                <a:tc>
                  <a:txBody>
                    <a:bodyPr wrap="square" lIns="47625" tIns="47625" rIns="47625" bIns="47625"/>
                    <a:lstStyle/>
                    <a:p>
                      <a:pPr algn="ctr"/>
                      <a:r>
                        <a:rPr sz="1575" b="1">
                          <a:solidFill>
                            <a:srgbClr val="171717"/>
                          </a:solidFill>
                          <a:latin typeface="Cambria"/>
                          <a:ea typeface="Cambria"/>
                          <a:cs typeface="Cambria"/>
                        </a:rPr>
                        <a:t>Area</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r>
                        <a:rPr sz="1575" b="1">
                          <a:solidFill>
                            <a:srgbClr val="171717"/>
                          </a:solidFill>
                          <a:latin typeface="Cambria"/>
                          <a:ea typeface="Cambria"/>
                          <a:cs typeface="Cambria"/>
                        </a:rPr>
                        <a:t>What was found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47625" tIns="47625" rIns="47625" bIns="47625"/>
                    <a:lstStyle/>
                    <a:p>
                      <a:pPr algn="ctr"/>
                      <a:r>
                        <a:rPr sz="1575" b="1">
                          <a:solidFill>
                            <a:srgbClr val="171717"/>
                          </a:solidFill>
                          <a:latin typeface="Cambria"/>
                          <a:ea typeface="Cambria"/>
                          <a:cs typeface="Cambria"/>
                        </a:rPr>
                        <a:t>What needs to change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47625" tIns="47625" rIns="47625" bIns="47625"/>
                    <a:lstStyle/>
                    <a:p>
                      <a:pPr algn="l"/>
                      <a:r>
                        <a:rPr sz="1575" b="0">
                          <a:solidFill>
                            <a:srgbClr val="171717"/>
                          </a:solidFill>
                          <a:latin typeface="Cambria"/>
                          <a:ea typeface="Cambria"/>
                          <a:cs typeface="Cambria"/>
                        </a:rPr>
                        <a:t>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75" b="0">
                          <a:solidFill>
                            <a:srgbClr val="171717"/>
                          </a:solidFill>
                          <a:latin typeface="Cambria"/>
                          <a:ea typeface="Cambria"/>
                          <a:cs typeface="Cambria"/>
                        </a:rPr>
                        <a:t>The extra identity check could be bypassed.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75" b="0">
                          <a:solidFill>
                            <a:srgbClr val="171717"/>
                          </a:solidFill>
                          <a:latin typeface="Cambria"/>
                          <a:ea typeface="Cambria"/>
                          <a:cs typeface="Cambria"/>
                        </a:rPr>
                        <a:t>Require the check before allowing store creation.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47625" tIns="47625" rIns="47625" bIns="47625"/>
                    <a:lstStyle/>
                    <a:p>
                      <a:pPr algn="l"/>
                      <a:r>
                        <a:rPr sz="1575" b="0">
                          <a:solidFill>
                            <a:srgbClr val="171717"/>
                          </a:solidFill>
                          <a:latin typeface="Cambria"/>
                          <a:ea typeface="Cambria"/>
                          <a:cs typeface="Cambria"/>
                        </a:rPr>
                        <a:t>Activity history</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75" b="0">
                          <a:solidFill>
                            <a:srgbClr val="171717"/>
                          </a:solidFill>
                          <a:latin typeface="Cambria"/>
                          <a:ea typeface="Cambria"/>
                          <a:cs typeface="Cambria"/>
                        </a:rPr>
                        <a:t>Someone who was not signed in could add an activity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47625" tIns="47625" rIns="47625" bIns="47625"/>
                    <a:lstStyle/>
                    <a:p>
                      <a:pPr algn="l"/>
                      <a:r>
                        <a:rPr sz="1575" b="0">
                          <a:solidFill>
                            <a:srgbClr val="171717"/>
                          </a:solidFill>
                          <a:latin typeface="Cambria"/>
                          <a:ea typeface="Cambria"/>
                          <a:cs typeface="Cambria"/>
                        </a:rPr>
                        <a:t>Only authorized users should add these records.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CAA5DAA-6841-4215-B5D9-68B122E0A74A}"/>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Two security gaps still need fixing</a:t>
            </a:r>
          </a:p>
        </p:txBody>
      </p:sp>
      <p:sp>
        <p:nvSpPr>
          <p:cNvPr id="6" name="">
            <a:extLst xmlns:a="http://schemas.openxmlformats.org/drawingml/2006/main">
              <a:ext uri="{FF2B5EF4-FFF2-40B4-BE49-F238E27FC236}">
                <a16:creationId xmlns:a16="http://schemas.microsoft.com/office/drawing/2014/main" id="{6E76FE89-FECE-409A-BAA0-58E19E421D51}"/>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Fix both gaps and test again before giving a full security pass.</a:t>
            </a:r>
          </a:p>
        </p:txBody>
      </p:sp>
    </p:spTree>
    <p:extLst>
      <p:ext uri="{BB962C8B-B14F-4D97-AF65-F5344CB8AC3E}">
        <p14:creationId xmlns:p14="http://schemas.microsoft.com/office/powerpoint/2010/main" val="205122979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8FC8A80D-7071-4BB0-8618-4A0095DEE0FD}"/>
              </a:ext>
            </a:extLst>
          </p:cNvPr>
          <p:cNvPicPr>
            <a:picLocks xmlns:a="http://schemas.openxmlformats.org/drawingml/2006/main" noChangeAspect="1"/>
          </p:cNvPicPr>
          <p:nvPr/>
        </p:nvPicPr>
        <p:blipFill>
          <a:blip xmlns:r="http://schemas.openxmlformats.org/officeDocument/2006/relationships" xmlns:a="http://schemas.openxmlformats.org/drawingml/2006/main" r:embed="Ra9e704e464d4402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2026-10-27T16:43:43.4250000Z</dcterms:created>
  <dcterms:modified xsi:type="dcterms:W3CDTF">2026-10-27T16:43:43.4250000Z</dcterms:modified>
</coreProperties>
</file>