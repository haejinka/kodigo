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f47db0157146ba" /><Relationship Type="http://schemas.openxmlformats.org/officeDocument/2006/relationships/extended-properties" Target="/docProps/app.xml" Id="R735aefeb609640ac" /><Relationship Type="http://schemas.openxmlformats.org/officeDocument/2006/relationships/officeDocument" Target="/ppt/presentation.xml" Id="R793bf67905f14e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a20c38bbbcb4ab4"/>
  </p:sldMasterIdLst>
  <p:notesMasterIdLst>
    <p:notesMasterId xmlns:r="http://schemas.openxmlformats.org/officeDocument/2006/relationships" r:id="R0a51c115879b4dfd"/>
  </p:notesMasterIdLst>
  <p:sldIdLst>
    <p:sldId xmlns:r="http://schemas.openxmlformats.org/officeDocument/2006/relationships" id="256" r:id="R19f5a9817adc4160"/>
    <p:sldId xmlns:r="http://schemas.openxmlformats.org/officeDocument/2006/relationships" id="257" r:id="R9b8eb244eca546a0"/>
    <p:sldId xmlns:r="http://schemas.openxmlformats.org/officeDocument/2006/relationships" id="258" r:id="R76d8ceeea42b4cf0"/>
    <p:sldId xmlns:r="http://schemas.openxmlformats.org/officeDocument/2006/relationships" id="259" r:id="R81281ae6236242b9"/>
    <p:sldId xmlns:r="http://schemas.openxmlformats.org/officeDocument/2006/relationships" id="260" r:id="Rc9b9826590184c53"/>
    <p:sldId xmlns:r="http://schemas.openxmlformats.org/officeDocument/2006/relationships" id="261" r:id="R5793ac2953b843be"/>
    <p:sldId xmlns:r="http://schemas.openxmlformats.org/officeDocument/2006/relationships" id="262" r:id="Rbc01922c30244d36"/>
    <p:sldId xmlns:r="http://schemas.openxmlformats.org/officeDocument/2006/relationships" id="263" r:id="R4ede4f55940f4105"/>
    <p:sldId xmlns:r="http://schemas.openxmlformats.org/officeDocument/2006/relationships" id="264" r:id="R89befb9650c84b56"/>
    <p:sldId xmlns:r="http://schemas.openxmlformats.org/officeDocument/2006/relationships" id="265" r:id="R0656f81fce074f78"/>
    <p:sldId xmlns:r="http://schemas.openxmlformats.org/officeDocument/2006/relationships" id="266" r:id="R5bed09bb30634607"/>
    <p:sldId xmlns:r="http://schemas.openxmlformats.org/officeDocument/2006/relationships" id="267" r:id="R3b2baadb9b734f20"/>
    <p:sldId xmlns:r="http://schemas.openxmlformats.org/officeDocument/2006/relationships" id="268" r:id="Rfc57bbe51fff41b9"/>
    <p:sldId xmlns:r="http://schemas.openxmlformats.org/officeDocument/2006/relationships" id="269" r:id="R831124b9a78a4f47"/>
    <p:sldId xmlns:r="http://schemas.openxmlformats.org/officeDocument/2006/relationships" id="270" r:id="R5342ccfda1574e64"/>
    <p:sldId xmlns:r="http://schemas.openxmlformats.org/officeDocument/2006/relationships" id="271" r:id="R63b56761d5194ffa"/>
    <p:sldId xmlns:r="http://schemas.openxmlformats.org/officeDocument/2006/relationships" id="272" r:id="R5f15c681fa0f47e7"/>
    <p:sldId xmlns:r="http://schemas.openxmlformats.org/officeDocument/2006/relationships" id="273" r:id="R9974cbd3a54d4b6a"/>
    <p:sldId xmlns:r="http://schemas.openxmlformats.org/officeDocument/2006/relationships" id="274" r:id="Rb7fe3d961fce4a6a"/>
    <p:sldId xmlns:r="http://schemas.openxmlformats.org/officeDocument/2006/relationships" id="275" r:id="Rfd503f0243d3493d"/>
    <p:sldId xmlns:r="http://schemas.openxmlformats.org/officeDocument/2006/relationships" id="276" r:id="R0ea1488fc6ab44b7"/>
    <p:sldId xmlns:r="http://schemas.openxmlformats.org/officeDocument/2006/relationships" id="277" r:id="Rb7f8b67ff4c3458d"/>
    <p:sldId xmlns:r="http://schemas.openxmlformats.org/officeDocument/2006/relationships" id="278" r:id="Rf358e6c6eaca4c95"/>
  </p:sldIdLst>
  <p:sldSz cx="9144000" cy="5143500"/>
  <p:notesSz cx="6858000" cy="9144000"/>
  <p:embeddedFontLst>
    <p:embeddedFont>
      <p:font typeface="Cambria"/>
      <p:regular xmlns:r="http://schemas.openxmlformats.org/officeDocument/2006/relationships" r:id="Rbfdddd83c5434745"/>
      <p:bold xmlns:r="http://schemas.openxmlformats.org/officeDocument/2006/relationships" r:id="R5146fa178e3c4a7e"/>
      <p:italic xmlns:r="http://schemas.openxmlformats.org/officeDocument/2006/relationships" r:id="R5a5ff87431fd4886"/>
      <p:boldItalic xmlns:r="http://schemas.openxmlformats.org/officeDocument/2006/relationships" r:id="R0a6f50cf30d44097"/>
    </p:embeddedFont>
    <p:embeddedFont>
      <p:font typeface="Lato"/>
      <p:regular xmlns:r="http://schemas.openxmlformats.org/officeDocument/2006/relationships" r:id="R0b23aeab59154579"/>
      <p:bold xmlns:r="http://schemas.openxmlformats.org/officeDocument/2006/relationships" r:id="Rf67ef079454e4239"/>
      <p:italic xmlns:r="http://schemas.openxmlformats.org/officeDocument/2006/relationships" r:id="Rb31db1a654ae4673"/>
      <p:boldItalic xmlns:r="http://schemas.openxmlformats.org/officeDocument/2006/relationships" r:id="R8dc46ec3ddb54b62"/>
    </p:embeddedFont>
    <p:embeddedFont>
      <p:font typeface="Open Sans"/>
      <p:regular xmlns:r="http://schemas.openxmlformats.org/officeDocument/2006/relationships" r:id="R34a206a665734de2"/>
      <p:bold xmlns:r="http://schemas.openxmlformats.org/officeDocument/2006/relationships" r:id="Rbb6fc321a0834d90"/>
      <p:italic xmlns:r="http://schemas.openxmlformats.org/officeDocument/2006/relationships" r:id="Re30761c4dbbe4f71"/>
      <p:boldItalic xmlns:r="http://schemas.openxmlformats.org/officeDocument/2006/relationships" r:id="R7891c2323c8f485f"/>
    </p:embeddedFont>
    <p:embeddedFont>
      <p:font typeface="Raleway"/>
      <p:regular xmlns:r="http://schemas.openxmlformats.org/officeDocument/2006/relationships" r:id="R15000b326daa41ae"/>
      <p:bold xmlns:r="http://schemas.openxmlformats.org/officeDocument/2006/relationships" r:id="Rf51ee4cf0d8843b7"/>
      <p:italic xmlns:r="http://schemas.openxmlformats.org/officeDocument/2006/relationships" r:id="R4fb68c91357e422e"/>
      <p:boldItalic xmlns:r="http://schemas.openxmlformats.org/officeDocument/2006/relationships" r:id="R51df4ad11cab4e1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66d86e58b904915" /><Relationship Type="http://schemas.openxmlformats.org/officeDocument/2006/relationships/slideMaster" Target="/ppt/slideMasters/slideMaster1.xml" Id="R9a20c38bbbcb4ab4" /><Relationship Type="http://schemas.openxmlformats.org/officeDocument/2006/relationships/notesMaster" Target="/ppt/notesMasters/notesMaster1.xml" Id="R0a51c115879b4dfd" /><Relationship Type="http://schemas.openxmlformats.org/officeDocument/2006/relationships/presProps" Target="/ppt/presProps.xml" Id="Rc17173625c534936" /><Relationship Type="http://schemas.openxmlformats.org/officeDocument/2006/relationships/viewProps" Target="/ppt/viewProps.xml" Id="R964e05a537634a01" /><Relationship Type="http://schemas.openxmlformats.org/officeDocument/2006/relationships/tableStyles" Target="/ppt/tableStyles.xml" Id="Rabb06bdae5d844ef" /><Relationship Type="http://schemas.openxmlformats.org/officeDocument/2006/relationships/font" Target="/ppt/fonts/font.dat" Id="Rbfdddd83c5434745" /><Relationship Type="http://schemas.openxmlformats.org/officeDocument/2006/relationships/font" Target="/ppt/fonts/font2.dat" Id="R5146fa178e3c4a7e" /><Relationship Type="http://schemas.openxmlformats.org/officeDocument/2006/relationships/font" Target="/ppt/fonts/font3.dat" Id="R5a5ff87431fd4886" /><Relationship Type="http://schemas.openxmlformats.org/officeDocument/2006/relationships/font" Target="/ppt/fonts/font4.dat" Id="R0a6f50cf30d44097" /><Relationship Type="http://schemas.openxmlformats.org/officeDocument/2006/relationships/font" Target="/ppt/fonts/font5.dat" Id="R0b23aeab59154579" /><Relationship Type="http://schemas.openxmlformats.org/officeDocument/2006/relationships/font" Target="/ppt/fonts/font6.dat" Id="Rf67ef079454e4239" /><Relationship Type="http://schemas.openxmlformats.org/officeDocument/2006/relationships/font" Target="/ppt/fonts/font7.dat" Id="Rb31db1a654ae4673" /><Relationship Type="http://schemas.openxmlformats.org/officeDocument/2006/relationships/font" Target="/ppt/fonts/font8.dat" Id="R8dc46ec3ddb54b62" /><Relationship Type="http://schemas.openxmlformats.org/officeDocument/2006/relationships/font" Target="/ppt/fonts/font9.dat" Id="R34a206a665734de2" /><Relationship Type="http://schemas.openxmlformats.org/officeDocument/2006/relationships/font" Target="/ppt/fonts/font10.dat" Id="Rbb6fc321a0834d90" /><Relationship Type="http://schemas.openxmlformats.org/officeDocument/2006/relationships/font" Target="/ppt/fonts/font11.dat" Id="Re30761c4dbbe4f71" /><Relationship Type="http://schemas.openxmlformats.org/officeDocument/2006/relationships/font" Target="/ppt/fonts/font12.dat" Id="R7891c2323c8f485f" /><Relationship Type="http://schemas.openxmlformats.org/officeDocument/2006/relationships/font" Target="/ppt/fonts/font13.dat" Id="R15000b326daa41ae" /><Relationship Type="http://schemas.openxmlformats.org/officeDocument/2006/relationships/font" Target="/ppt/fonts/font14.dat" Id="Rf51ee4cf0d8843b7" /><Relationship Type="http://schemas.openxmlformats.org/officeDocument/2006/relationships/font" Target="/ppt/fonts/font15.dat" Id="R4fb68c91357e422e" /><Relationship Type="http://schemas.openxmlformats.org/officeDocument/2006/relationships/font" Target="/ppt/fonts/font16.dat" Id="R51df4ad11cab4e1a" /><Relationship Type="http://schemas.openxmlformats.org/officeDocument/2006/relationships/slide" Target="/ppt/slides/slide1.xml" Id="R19f5a9817adc4160" /><Relationship Type="http://schemas.openxmlformats.org/officeDocument/2006/relationships/slide" Target="/ppt/slides/slide2.xml" Id="R9b8eb244eca546a0" /><Relationship Type="http://schemas.openxmlformats.org/officeDocument/2006/relationships/slide" Target="/ppt/slides/slide3.xml" Id="R76d8ceeea42b4cf0" /><Relationship Type="http://schemas.openxmlformats.org/officeDocument/2006/relationships/slide" Target="/ppt/slides/slide4.xml" Id="R81281ae6236242b9" /><Relationship Type="http://schemas.openxmlformats.org/officeDocument/2006/relationships/slide" Target="/ppt/slides/slide5.xml" Id="Rc9b9826590184c53" /><Relationship Type="http://schemas.openxmlformats.org/officeDocument/2006/relationships/slide" Target="/ppt/slides/slide6.xml" Id="R5793ac2953b843be" /><Relationship Type="http://schemas.openxmlformats.org/officeDocument/2006/relationships/slide" Target="/ppt/slides/slide7.xml" Id="Rbc01922c30244d36" /><Relationship Type="http://schemas.openxmlformats.org/officeDocument/2006/relationships/slide" Target="/ppt/slides/slide8.xml" Id="R4ede4f55940f4105" /><Relationship Type="http://schemas.openxmlformats.org/officeDocument/2006/relationships/slide" Target="/ppt/slides/slide9.xml" Id="R89befb9650c84b56" /><Relationship Type="http://schemas.openxmlformats.org/officeDocument/2006/relationships/slide" Target="/ppt/slides/slide10.xml" Id="R0656f81fce074f78" /><Relationship Type="http://schemas.openxmlformats.org/officeDocument/2006/relationships/slide" Target="/ppt/slides/slide11.xml" Id="R5bed09bb30634607" /><Relationship Type="http://schemas.openxmlformats.org/officeDocument/2006/relationships/slide" Target="/ppt/slides/slide12.xml" Id="R3b2baadb9b734f20" /><Relationship Type="http://schemas.openxmlformats.org/officeDocument/2006/relationships/slide" Target="/ppt/slides/slide13.xml" Id="Rfc57bbe51fff41b9" /><Relationship Type="http://schemas.openxmlformats.org/officeDocument/2006/relationships/slide" Target="/ppt/slides/slide14.xml" Id="R831124b9a78a4f47" /><Relationship Type="http://schemas.openxmlformats.org/officeDocument/2006/relationships/slide" Target="/ppt/slides/slide15.xml" Id="R5342ccfda1574e64" /><Relationship Type="http://schemas.openxmlformats.org/officeDocument/2006/relationships/slide" Target="/ppt/slides/slide16.xml" Id="R63b56761d5194ffa" /><Relationship Type="http://schemas.openxmlformats.org/officeDocument/2006/relationships/slide" Target="/ppt/slides/slide17.xml" Id="R5f15c681fa0f47e7" /><Relationship Type="http://schemas.openxmlformats.org/officeDocument/2006/relationships/slide" Target="/ppt/slides/slide18.xml" Id="R9974cbd3a54d4b6a" /><Relationship Type="http://schemas.openxmlformats.org/officeDocument/2006/relationships/slide" Target="/ppt/slides/slide19.xml" Id="Rb7fe3d961fce4a6a" /><Relationship Type="http://schemas.openxmlformats.org/officeDocument/2006/relationships/slide" Target="/ppt/slides/slide20.xml" Id="Rfd503f0243d3493d" /><Relationship Type="http://schemas.openxmlformats.org/officeDocument/2006/relationships/slide" Target="/ppt/slides/slide21.xml" Id="R0ea1488fc6ab44b7" /><Relationship Type="http://schemas.openxmlformats.org/officeDocument/2006/relationships/slide" Target="/ppt/slides/slide22.xml" Id="Rb7f8b67ff4c3458d" /><Relationship Type="http://schemas.openxmlformats.org/officeDocument/2006/relationships/slide" Target="/ppt/slides/slide23.xml" Id="Rf358e6c6eaca4c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6029e443a54c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f0872239304cca" /><Relationship Type="http://schemas.openxmlformats.org/officeDocument/2006/relationships/notesMaster" Target="/ppt/notesMasters/notesMaster1.xml" Id="R3c4b80ad72bb47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b73b4623af42c3" /><Relationship Type="http://schemas.openxmlformats.org/officeDocument/2006/relationships/notesMaster" Target="/ppt/notesMasters/notesMaster1.xml" Id="Rc6366f1c82a44d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f420190b644541" /><Relationship Type="http://schemas.openxmlformats.org/officeDocument/2006/relationships/notesMaster" Target="/ppt/notesMasters/notesMaster1.xml" Id="R44ecd955840841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6a68947e2e4c57" /><Relationship Type="http://schemas.openxmlformats.org/officeDocument/2006/relationships/notesMaster" Target="/ppt/notesMasters/notesMaster1.xml" Id="R99e6921860cc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fff1dff2ac43a8" /><Relationship Type="http://schemas.openxmlformats.org/officeDocument/2006/relationships/notesMaster" Target="/ppt/notesMasters/notesMaster1.xml" Id="Rd1e108151c614e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2f160c72c64cba" /><Relationship Type="http://schemas.openxmlformats.org/officeDocument/2006/relationships/notesMaster" Target="/ppt/notesMasters/notesMaster1.xml" Id="R868ef5c68d9143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58c2eb534a4ac1" /><Relationship Type="http://schemas.openxmlformats.org/officeDocument/2006/relationships/notesMaster" Target="/ppt/notesMasters/notesMaster1.xml" Id="R8bbabb3c65fa4f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d6bbb3d0f743fc" /><Relationship Type="http://schemas.openxmlformats.org/officeDocument/2006/relationships/notesMaster" Target="/ppt/notesMasters/notesMaster1.xml" Id="Rbaf24e8bf93f49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3355bc6e0041ad" /><Relationship Type="http://schemas.openxmlformats.org/officeDocument/2006/relationships/notesMaster" Target="/ppt/notesMasters/notesMaster1.xml" Id="Ra631275d831343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b7d35dce7d4649" /><Relationship Type="http://schemas.openxmlformats.org/officeDocument/2006/relationships/notesMaster" Target="/ppt/notesMasters/notesMaster1.xml" Id="Ree7ab04507674d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4f0d9824ed45fe" /><Relationship Type="http://schemas.openxmlformats.org/officeDocument/2006/relationships/notesMaster" Target="/ppt/notesMasters/notesMaster1.xml" Id="R151ebba496f34e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bbcda4a94449cc" /><Relationship Type="http://schemas.openxmlformats.org/officeDocument/2006/relationships/notesMaster" Target="/ppt/notesMasters/notesMaster1.xml" Id="R40781378ff5a4b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b465ebb6b242bf" /><Relationship Type="http://schemas.openxmlformats.org/officeDocument/2006/relationships/notesMaster" Target="/ppt/notesMasters/notesMaster1.xml" Id="Rec7bc0d0a14b44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8d092d0d5a428f" /><Relationship Type="http://schemas.openxmlformats.org/officeDocument/2006/relationships/notesMaster" Target="/ppt/notesMasters/notesMaster1.xml" Id="Rd9520f41cf01482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6804e266e54eda" /><Relationship Type="http://schemas.openxmlformats.org/officeDocument/2006/relationships/notesMaster" Target="/ppt/notesMasters/notesMaster1.xml" Id="R762d8a2090fa48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e836e9a5ce4d9a" /><Relationship Type="http://schemas.openxmlformats.org/officeDocument/2006/relationships/notesMaster" Target="/ppt/notesMasters/notesMaster1.xml" Id="R770f654653904d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b587325eaa4d00" /><Relationship Type="http://schemas.openxmlformats.org/officeDocument/2006/relationships/notesMaster" Target="/ppt/notesMasters/notesMaster1.xml" Id="R761900f602014b9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239d8f6144480d" /><Relationship Type="http://schemas.openxmlformats.org/officeDocument/2006/relationships/notesMaster" Target="/ppt/notesMasters/notesMaster1.xml" Id="Rd73f0fbe50664e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1b42300fee43b2" /><Relationship Type="http://schemas.openxmlformats.org/officeDocument/2006/relationships/notesMaster" Target="/ppt/notesMasters/notesMaster1.xml" Id="R84ea977731c140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c9abd8af9f4d57" /><Relationship Type="http://schemas.openxmlformats.org/officeDocument/2006/relationships/notesMaster" Target="/ppt/notesMasters/notesMaster1.xml" Id="R5e93d942325c48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84524743a4447b" /><Relationship Type="http://schemas.openxmlformats.org/officeDocument/2006/relationships/notesMaster" Target="/ppt/notesMasters/notesMaster1.xml" Id="Re3c95e814bdf4b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e32180c7ff84822" /><Relationship Type="http://schemas.openxmlformats.org/officeDocument/2006/relationships/notesMaster" Target="/ppt/notesMasters/notesMaster1.xml" Id="R46764477169446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5ca14501cb43a5" /><Relationship Type="http://schemas.openxmlformats.org/officeDocument/2006/relationships/notesMaster" Target="/ppt/notesMasters/notesMaster1.xml" Id="R20c5386418d54a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cf51bbfad8495d" /><Relationship Type="http://schemas.openxmlformats.org/officeDocument/2006/relationships/image" Target="/ppt/media/image2.png" Id="R85084f8e611e4e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803de36b2443a5" /><Relationship Type="http://schemas.openxmlformats.org/officeDocument/2006/relationships/image" Target="/ppt/media/image3.png" Id="R1d981df6bff948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d1a4c378cb40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953fca9df04480" /><Relationship Type="http://schemas.openxmlformats.org/officeDocument/2006/relationships/image" Target="/ppt/media/image4.png" Id="R6d7c0b27ea2646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ac1bcfd345465e" /><Relationship Type="http://schemas.openxmlformats.org/officeDocument/2006/relationships/image" Target="/ppt/media/image5.png" Id="Rde17787d8b8241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c77cb0617a4071" /><Relationship Type="http://schemas.openxmlformats.org/officeDocument/2006/relationships/image" Target="/ppt/media/image6.png" Id="R55bb1114f40d427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5c3eb598f44aa2" /><Relationship Type="http://schemas.openxmlformats.org/officeDocument/2006/relationships/image" Target="/ppt/media/image7.png" Id="Reb89e3f1aa5f46b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faddd2c7cac45d3" /><Relationship Type="http://schemas.openxmlformats.org/officeDocument/2006/relationships/image" Target="/ppt/media/image8.png" Id="R62c14c12afa84e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eef956121345f5" /><Relationship Type="http://schemas.openxmlformats.org/officeDocument/2006/relationships/image" Target="/ppt/media/image9.png" Id="Rf497437ac5c74a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cdd12a5aa1a4cb4" /><Relationship Type="http://schemas.openxmlformats.org/officeDocument/2006/relationships/image" Target="/ppt/media/image10.png" Id="Ref643d9151f44dd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b54ffbd5da74df8" /><Relationship Type="http://schemas.openxmlformats.org/officeDocument/2006/relationships/image" Target="/ppt/media/image11.png" Id="R4dcb953cd8a3412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f5028b7c6ac4845" /><Relationship Type="http://schemas.openxmlformats.org/officeDocument/2006/relationships/image" Target="/ppt/media/image12.png" Id="R8b06cab1159049c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a973a89338b48b4" /><Relationship Type="http://schemas.openxmlformats.org/officeDocument/2006/relationships/image" Target="/ppt/media/image13.png" Id="R88efbc1fe65847de"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3ccea6181b346e1"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19CB6CA7-0C2E-4A7D-9EB8-BFF2C5E7646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084f8e611e4ed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CE8F8DEF-E650-4B6D-8101-8B1FE24890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981df6bff9489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6F8C4EE8-62BF-44BB-BCAA-422C0530EE7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7c0b27ea26464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DE1DA3FA-BC79-4620-B046-7CE3BB3665D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e17787d8b8241f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6FA65C3B-46E6-46EC-B374-D941A00595F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5bb1114f40d427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7B2175E1-9190-4BC5-9FAC-DA6252B7E3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b89e3f1aa5f46b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45A37050-14E0-4EB4-BB83-AA5D8D72E48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2c14c12afa84e9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B03AE4CD-B18D-44C6-A2B3-25A07FCB433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497437ac5c74a0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5B362BAF-04A2-4CB5-A51C-9AF183D300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f643d9151f44dd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DA804261-8169-4EAF-A34B-B380D334AD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cb953cd8a3412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18CEFF95-D167-464D-AA2D-8E9A0A33F9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b06cab1159049c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22E81774-B550-47F9-9A43-4D840C21D7A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efbc1fe65847de">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3ee310de9504f60" /><Relationship Type="http://schemas.openxmlformats.org/officeDocument/2006/relationships/theme" Target="/ppt/slideMasters/theme/theme2.xml" Id="Rc52dbae8cbd74135" /><Relationship Type="http://schemas.openxmlformats.org/officeDocument/2006/relationships/slideLayout" Target="/ppt/slideLayouts/slideLayout1.xml" Id="R9a7145c4e2f24665" /><Relationship Type="http://schemas.openxmlformats.org/officeDocument/2006/relationships/slideLayout" Target="/ppt/slideLayouts/slideLayout2.xml" Id="R3204e348a2eb4a78" /><Relationship Type="http://schemas.openxmlformats.org/officeDocument/2006/relationships/slideLayout" Target="/ppt/slideLayouts/slideLayout3.xml" Id="R3b12a727e7384353" /><Relationship Type="http://schemas.openxmlformats.org/officeDocument/2006/relationships/slideLayout" Target="/ppt/slideLayouts/slideLayout4.xml" Id="R01d3ff5c3b734c2d" /><Relationship Type="http://schemas.openxmlformats.org/officeDocument/2006/relationships/slideLayout" Target="/ppt/slideLayouts/slideLayout5.xml" Id="Ra9ad2163f058413d" /><Relationship Type="http://schemas.openxmlformats.org/officeDocument/2006/relationships/slideLayout" Target="/ppt/slideLayouts/slideLayout6.xml" Id="R2ffaff6e964c48cd" /><Relationship Type="http://schemas.openxmlformats.org/officeDocument/2006/relationships/slideLayout" Target="/ppt/slideLayouts/slideLayout7.xml" Id="R5f35a04bc26e4698" /><Relationship Type="http://schemas.openxmlformats.org/officeDocument/2006/relationships/slideLayout" Target="/ppt/slideLayouts/slideLayout8.xml" Id="R5ebb41680da7482c" /><Relationship Type="http://schemas.openxmlformats.org/officeDocument/2006/relationships/slideLayout" Target="/ppt/slideLayouts/slideLayout9.xml" Id="Refb20450fa064687" /><Relationship Type="http://schemas.openxmlformats.org/officeDocument/2006/relationships/slideLayout" Target="/ppt/slideLayouts/slideLayout10.xml" Id="Rabf513f6d0d84c70" /><Relationship Type="http://schemas.openxmlformats.org/officeDocument/2006/relationships/slideLayout" Target="/ppt/slideLayouts/slideLayout11.xml" Id="R76a6d6e9de3c49bd" /><Relationship Type="http://schemas.openxmlformats.org/officeDocument/2006/relationships/slideLayout" Target="/ppt/slideLayouts/slideLayout12.xml" Id="R141d92329dc34654" /><Relationship Type="http://schemas.openxmlformats.org/officeDocument/2006/relationships/slideLayout" Target="/ppt/slideLayouts/slideLayout13.xml" Id="R5fe4606ff8e2416d" /><Relationship Type="http://schemas.openxmlformats.org/officeDocument/2006/relationships/slideLayout" Target="/ppt/slideLayouts/slideLayout14.xml" Id="Rf19deab78fc44c4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1B70CC24-4A71-4808-96F3-91CAA4C3B2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3ee310de9504f6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a7145c4e2f24665"/>
    <p:sldLayoutId xmlns:r="http://schemas.openxmlformats.org/officeDocument/2006/relationships" id="2147483650" r:id="R3204e348a2eb4a78"/>
    <p:sldLayoutId xmlns:r="http://schemas.openxmlformats.org/officeDocument/2006/relationships" id="2147483651" r:id="R3b12a727e7384353"/>
    <p:sldLayoutId xmlns:r="http://schemas.openxmlformats.org/officeDocument/2006/relationships" id="2147483652" r:id="R01d3ff5c3b734c2d"/>
    <p:sldLayoutId xmlns:r="http://schemas.openxmlformats.org/officeDocument/2006/relationships" id="2147483653" r:id="Ra9ad2163f058413d"/>
    <p:sldLayoutId xmlns:r="http://schemas.openxmlformats.org/officeDocument/2006/relationships" id="2147483654" r:id="R2ffaff6e964c48cd"/>
    <p:sldLayoutId xmlns:r="http://schemas.openxmlformats.org/officeDocument/2006/relationships" id="2147483655" r:id="R5f35a04bc26e4698"/>
    <p:sldLayoutId xmlns:r="http://schemas.openxmlformats.org/officeDocument/2006/relationships" id="2147483656" r:id="R5ebb41680da7482c"/>
    <p:sldLayoutId xmlns:r="http://schemas.openxmlformats.org/officeDocument/2006/relationships" id="2147483657" r:id="Refb20450fa064687"/>
    <p:sldLayoutId xmlns:r="http://schemas.openxmlformats.org/officeDocument/2006/relationships" id="2147483658" r:id="Rabf513f6d0d84c70"/>
    <p:sldLayoutId xmlns:r="http://schemas.openxmlformats.org/officeDocument/2006/relationships" id="2147483659" r:id="R76a6d6e9de3c49bd"/>
    <p:sldLayoutId xmlns:r="http://schemas.openxmlformats.org/officeDocument/2006/relationships" id="2147483660" r:id="R141d92329dc34654"/>
    <p:sldLayoutId xmlns:r="http://schemas.openxmlformats.org/officeDocument/2006/relationships" id="2147483661" r:id="R5fe4606ff8e2416d"/>
    <p:sldLayoutId xmlns:r="http://schemas.openxmlformats.org/officeDocument/2006/relationships" id="2147483662" r:id="Rf19deab78fc44c4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11c2e8943042e8" /><Relationship Type="http://schemas.openxmlformats.org/officeDocument/2006/relationships/image" Target="/ppt/media/image14.png" Id="R72bbf622a3fb4382" /><Relationship Type="http://schemas.openxmlformats.org/officeDocument/2006/relationships/notesSlide" Target="/ppt/notesSlides/notesSlide1.xml" Id="R7dec93fa197e4b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411374eed324524" /><Relationship Type="http://schemas.openxmlformats.org/officeDocument/2006/relationships/image" Target="/ppt/media/image15.png" Id="R187e7fa77e274e70" /><Relationship Type="http://schemas.openxmlformats.org/officeDocument/2006/relationships/notesSlide" Target="/ppt/notesSlides/notesSlide2.xml" Id="Rbed2492093754d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c22b679c47b420e" /><Relationship Type="http://schemas.openxmlformats.org/officeDocument/2006/relationships/image" Target="/ppt/media/image15.png" Id="R3f98ec6d3eca4c5d" /><Relationship Type="http://schemas.openxmlformats.org/officeDocument/2006/relationships/image" Target="/ppt/media/image16.png" Id="R0ac4e86bdf4c4507" /><Relationship Type="http://schemas.openxmlformats.org/officeDocument/2006/relationships/notesSlide" Target="/ppt/notesSlides/notesSlide3.xml" Id="R210463dd2d8d42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b447c675af7c443b" /><Relationship Type="http://schemas.openxmlformats.org/officeDocument/2006/relationships/image" Target="/ppt/media/image15.png" Id="R07f2221302314062" /><Relationship Type="http://schemas.openxmlformats.org/officeDocument/2006/relationships/notesSlide" Target="/ppt/notesSlides/notesSlide4.xml" Id="Rcae18d8bbd71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3364d7282c544d1f" /><Relationship Type="http://schemas.openxmlformats.org/officeDocument/2006/relationships/image" Target="/ppt/media/image15.png" Id="R7298d8a790d24770" /><Relationship Type="http://schemas.openxmlformats.org/officeDocument/2006/relationships/notesSlide" Target="/ppt/notesSlides/notesSlide5.xml" Id="R7ec7b1a6292e44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13b4b345e824659" /><Relationship Type="http://schemas.openxmlformats.org/officeDocument/2006/relationships/image" Target="/ppt/media/image15.png" Id="Rb769cc0973744e32" /><Relationship Type="http://schemas.openxmlformats.org/officeDocument/2006/relationships/notesSlide" Target="/ppt/notesSlides/notesSlide6.xml" Id="Rcd8cb63d0dc144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a866733d6caf4769" /><Relationship Type="http://schemas.openxmlformats.org/officeDocument/2006/relationships/image" Target="/ppt/media/image15.png" Id="R428ee90938a84b7d" /><Relationship Type="http://schemas.openxmlformats.org/officeDocument/2006/relationships/notesSlide" Target="/ppt/notesSlides/notesSlide7.xml" Id="R78d0b7301dfb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cd0d7215bee74190" /><Relationship Type="http://schemas.openxmlformats.org/officeDocument/2006/relationships/image" Target="/ppt/media/image17.png" Id="Rf2b708e654084350" /><Relationship Type="http://schemas.openxmlformats.org/officeDocument/2006/relationships/chart" Target="/ppt/slides/charts/chart1.xml" Id="R8cf00d2fab734b0e" /><Relationship Type="http://schemas.openxmlformats.org/officeDocument/2006/relationships/chart" Target="/ppt/slides/charts/chart2.xml" Id="R461eff752d9f4756" /><Relationship Type="http://schemas.openxmlformats.org/officeDocument/2006/relationships/notesSlide" Target="/ppt/notesSlides/notesSlide8.xml" Id="Rf62ef31022954e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fca02a544e5c4650" /><Relationship Type="http://schemas.openxmlformats.org/officeDocument/2006/relationships/image" Target="/ppt/media/image18.png" Id="R154e2935552e4b65" /><Relationship Type="http://schemas.openxmlformats.org/officeDocument/2006/relationships/chart" Target="/ppt/slides/charts/chart3.xml" Id="Rd87547ad17b4427d" /><Relationship Type="http://schemas.openxmlformats.org/officeDocument/2006/relationships/notesSlide" Target="/ppt/notesSlides/notesSlide9.xml" Id="R69e64274c93f41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3cad0b9930a443f4" /><Relationship Type="http://schemas.openxmlformats.org/officeDocument/2006/relationships/image" Target="/ppt/media/image15.png" Id="R77725c572b4a4955" /><Relationship Type="http://schemas.openxmlformats.org/officeDocument/2006/relationships/notesSlide" Target="/ppt/notesSlides/notesSlide10.xml" Id="R95c878a47f79463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a05f14cd79148a8" /><Relationship Type="http://schemas.openxmlformats.org/officeDocument/2006/relationships/image" Target="/ppt/media/image19.png" Id="R6db9ff9694754a8b" /><Relationship Type="http://schemas.openxmlformats.org/officeDocument/2006/relationships/notesSlide" Target="/ppt/notesSlides/notesSlide11.xml" Id="Rf9f299173cf841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065571e737d4869" /><Relationship Type="http://schemas.openxmlformats.org/officeDocument/2006/relationships/image" Target="/ppt/media/image20.png" Id="R5f907d67ca2547a8" /><Relationship Type="http://schemas.openxmlformats.org/officeDocument/2006/relationships/notesSlide" Target="/ppt/notesSlides/notesSlide12.xml" Id="R2b75545ec51a4ee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d80b4395e57e4c90" /><Relationship Type="http://schemas.openxmlformats.org/officeDocument/2006/relationships/image" Target="/ppt/media/image21.png" Id="R93bf6f5fad934120" /><Relationship Type="http://schemas.openxmlformats.org/officeDocument/2006/relationships/notesSlide" Target="/ppt/notesSlides/notesSlide13.xml" Id="R6cd361809b9949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12833b8a26d4d57" /><Relationship Type="http://schemas.openxmlformats.org/officeDocument/2006/relationships/image" Target="/ppt/media/image15.png" Id="R68a9e88035a34eb9" /><Relationship Type="http://schemas.openxmlformats.org/officeDocument/2006/relationships/image" Target="/ppt/media/image22.png" Id="R2bb3b0cf0bd74212" /><Relationship Type="http://schemas.openxmlformats.org/officeDocument/2006/relationships/notesSlide" Target="/ppt/notesSlides/notesSlide14.xml" Id="R133fb7d2f4074b9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7286de8d09b54c52" /><Relationship Type="http://schemas.openxmlformats.org/officeDocument/2006/relationships/image" Target="/ppt/media/image15.png" Id="R4663e6a63d9c4381" /><Relationship Type="http://schemas.openxmlformats.org/officeDocument/2006/relationships/notesSlide" Target="/ppt/notesSlides/notesSlide15.xml" Id="R295169e44b2d45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730bdebdf2048f3" /><Relationship Type="http://schemas.openxmlformats.org/officeDocument/2006/relationships/image" Target="/ppt/media/image15.png" Id="Re13f3d1f99f74222" /><Relationship Type="http://schemas.openxmlformats.org/officeDocument/2006/relationships/notesSlide" Target="/ppt/notesSlides/notesSlide16.xml" Id="R5ec99c0e8e5545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e5067e7778cf4bfc" /><Relationship Type="http://schemas.openxmlformats.org/officeDocument/2006/relationships/image" Target="/ppt/media/image15.png" Id="R2e8ee25bfbc24306" /><Relationship Type="http://schemas.openxmlformats.org/officeDocument/2006/relationships/notesSlide" Target="/ppt/notesSlides/notesSlide17.xml" Id="R8f4d91f37bd547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b34359afe2d40ca" /><Relationship Type="http://schemas.openxmlformats.org/officeDocument/2006/relationships/image" Target="/ppt/media/image15.png" Id="Rda00d5d1bc92413a" /><Relationship Type="http://schemas.openxmlformats.org/officeDocument/2006/relationships/notesSlide" Target="/ppt/notesSlides/notesSlide18.xml" Id="R426fbcd6211048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707d5ff795ed43d2" /><Relationship Type="http://schemas.openxmlformats.org/officeDocument/2006/relationships/image" Target="/ppt/media/image15.png" Id="Rb7642d4f53644934" /><Relationship Type="http://schemas.openxmlformats.org/officeDocument/2006/relationships/notesSlide" Target="/ppt/notesSlides/notesSlide19.xml" Id="R722c036eb8144d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4254b32562244d4d" /><Relationship Type="http://schemas.openxmlformats.org/officeDocument/2006/relationships/image" Target="/ppt/media/image15.png" Id="Rfce96e3d60104e7c" /><Relationship Type="http://schemas.openxmlformats.org/officeDocument/2006/relationships/notesSlide" Target="/ppt/notesSlides/notesSlide20.xml" Id="Rcdf6368dd34d4e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525279cd13c94307" /><Relationship Type="http://schemas.openxmlformats.org/officeDocument/2006/relationships/image" Target="/ppt/media/image23.png" Id="Ra647335908254aaa" /><Relationship Type="http://schemas.openxmlformats.org/officeDocument/2006/relationships/notesSlide" Target="/ppt/notesSlides/notesSlide21.xml" Id="R5be6b5b4dd9147c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2e6e1ec546b4181" /><Relationship Type="http://schemas.openxmlformats.org/officeDocument/2006/relationships/image" Target="/ppt/media/image24.png" Id="R22f32e7cd84548d6" /><Relationship Type="http://schemas.openxmlformats.org/officeDocument/2006/relationships/notesSlide" Target="/ppt/notesSlides/notesSlide22.xml" Id="R31ac65e425724f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f7b1fa50096741d0" /><Relationship Type="http://schemas.openxmlformats.org/officeDocument/2006/relationships/image" Target="/ppt/media/image15.png" Id="R6d303322d41147d9" /><Relationship Type="http://schemas.openxmlformats.org/officeDocument/2006/relationships/notesSlide" Target="/ppt/notesSlides/notesSlide23.xml" Id="R3931c245088b4455"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Owner /
Manager</c:v>
              </c:pt>
              <c:pt idx="1">
                <c:v>Stock
Custodian</c:v>
              </c:pt>
              <c:pt idx="2">
                <c:v>Cashier / Sales
Encoder</c:v>
              </c:pt>
              <c:pt idx="3">
                <c:v>Operations
Staff</c:v>
              </c:pt>
            </c:strLit>
          </c:cat>
          <c:val>
            <c:numLit>
              <c:formatCode>0</c:formatCode>
              <c:ptCount val="4"/>
              <c:pt idx="0">
                <c:v>6</c:v>
              </c:pt>
              <c:pt idx="1">
                <c:v>2</c:v>
              </c:pt>
              <c:pt idx="2">
                <c:v>3</c:v>
              </c:pt>
              <c:pt idx="3">
                <c:v>7</c:v>
              </c:pt>
            </c:numLit>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Lit>
              <c:ptCount val="4"/>
              <c:pt idx="0">
                <c:v>Less than
1 year</c:v>
              </c:pt>
              <c:pt idx="1">
                <c:v>1–2 years</c:v>
              </c:pt>
              <c:pt idx="2">
                <c:v>3–5 years</c:v>
              </c:pt>
              <c:pt idx="3">
                <c:v>More than
5 years</c:v>
              </c:pt>
            </c:strLit>
          </c:cat>
          <c:val>
            <c:numLit>
              <c:formatCode>0</c:formatCode>
              <c:ptCount val="4"/>
              <c:pt idx="0">
                <c:v>5</c:v>
              </c:pt>
              <c:pt idx="1">
                <c:v>2</c:v>
              </c:pt>
              <c:pt idx="2">
                <c:v>6</c:v>
              </c:pt>
              <c:pt idx="3">
                <c:v>5</c:v>
              </c:pt>
            </c:numLit>
          </c:val>
        </c:ser>
        <c:dLbls>
          <c:numFmt formatCode="0.0%" sourceLinked="0"/>
          <c:txPr>
            <a:bodyPr xmlns:a="http://schemas.openxmlformats.org/drawingml/2006/main" anchorCtr="1"/>
            <a:lstStyle xmlns:a="http://schemas.openxmlformats.org/drawingml/2006/main"/>
            <a:p xmlns:a="http://schemas.openxmlformats.org/drawingml/2006/main">
              <a:pPr>
                <a:defRPr sz="900">
                  <a:solidFill>
                    <a:srgbClr val="FFFFFF"/>
                  </a:solidFill>
                  <a:latin typeface="Arial"/>
                  <a:ea typeface="Arial"/>
                  <a:cs typeface="Arial"/>
                </a:defRPr>
              </a:pPr>
            </a:p>
          </c:txPr>
          <c:dLblPos val="ctr"/>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Lit>
              <c:ptCount val="6"/>
              <c:pt idx="0">
                <c:v>Approvals</c:v>
              </c:pt>
              <c:pt idx="1">
                <c:v>Reporting</c:v>
              </c:pt>
              <c:pt idx="2">
                <c:v>Reconciliation</c:v>
              </c:pt>
              <c:pt idx="3">
                <c:v>Stock counts</c:v>
              </c:pt>
              <c:pt idx="4">
                <c:v>Stock issuance / sales logging</c:v>
              </c:pt>
              <c:pt idx="5">
                <c:v>Stock receiving</c:v>
              </c:pt>
            </c:strLit>
          </c:cat>
          <c:val>
            <c:numLit>
              <c:formatCode>0</c:formatCode>
              <c:ptCount val="6"/>
              <c:pt idx="0">
                <c:v>2</c:v>
              </c:pt>
              <c:pt idx="1">
                <c:v>13</c:v>
              </c:pt>
              <c:pt idx="2">
                <c:v>4</c:v>
              </c:pt>
              <c:pt idx="3">
                <c:v>12</c:v>
              </c:pt>
              <c:pt idx="4">
                <c:v>10</c:v>
              </c:pt>
              <c:pt idx="5">
                <c:v>10</c:v>
              </c:pt>
            </c:numLit>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921F11B4-7C5E-442A-90F1-8A0F3CA67678}"/>
              </a:ext>
            </a:extLst>
          </p:cNvPr>
          <p:cNvPicPr>
            <a:picLocks xmlns:a="http://schemas.openxmlformats.org/drawingml/2006/main" noChangeAspect="1"/>
          </p:cNvPicPr>
          <p:nvPr/>
        </p:nvPicPr>
        <p:blipFill>
          <a:blip xmlns:r="http://schemas.openxmlformats.org/officeDocument/2006/relationships" xmlns:a="http://schemas.openxmlformats.org/drawingml/2006/main" r:embed="R72bbf622a3fb4382"/>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796A1F1-AEA5-4205-A4E0-3270F707844A}"/>
              </a:ext>
            </a:extLst>
          </p:cNvPr>
          <p:cNvPicPr>
            <a:picLocks xmlns:a="http://schemas.openxmlformats.org/drawingml/2006/main" noChangeAspect="1"/>
          </p:cNvPicPr>
          <p:nvPr/>
        </p:nvPicPr>
        <p:blipFill>
          <a:blip xmlns:r="http://schemas.openxmlformats.org/officeDocument/2006/relationships" xmlns:a="http://schemas.openxmlformats.org/drawingml/2006/main" r:embed="R187e7fa77e274e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F246059F-C1F9-4F09-BDCA-C3DB886FB7B8}"/>
              </a:ext>
            </a:extLst>
          </p:cNvPr>
          <p:cNvPicPr>
            <a:picLocks xmlns:a="http://schemas.openxmlformats.org/drawingml/2006/main" noChangeAspect="1"/>
          </p:cNvPicPr>
          <p:nvPr/>
        </p:nvPicPr>
        <p:blipFill>
          <a:blip xmlns:r="http://schemas.openxmlformats.org/officeDocument/2006/relationships" xmlns:a="http://schemas.openxmlformats.org/drawingml/2006/main" r:embed="R3f98ec6d3eca4c5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EF93A01C-5563-407F-AE42-DB600B2FD50C}"/>
              </a:ext>
            </a:extLst>
          </p:cNvPr>
          <p:cNvPicPr>
            <a:picLocks xmlns:a="http://schemas.openxmlformats.org/drawingml/2006/main" noChangeAspect="1"/>
          </p:cNvPicPr>
          <p:nvPr/>
        </p:nvPicPr>
        <p:blipFill>
          <a:blip xmlns:r="http://schemas.openxmlformats.org/officeDocument/2006/relationships" xmlns:a="http://schemas.openxmlformats.org/drawingml/2006/main" r:embed="R0ac4e86bdf4c4507"/>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E5B7EEDB-95D8-450A-8F25-5C42A3A024F8}"/>
              </a:ext>
            </a:extLst>
          </p:cNvPr>
          <p:cNvPicPr>
            <a:picLocks xmlns:a="http://schemas.openxmlformats.org/drawingml/2006/main" noChangeAspect="1"/>
          </p:cNvPicPr>
          <p:nvPr/>
        </p:nvPicPr>
        <p:blipFill>
          <a:blip xmlns:r="http://schemas.openxmlformats.org/officeDocument/2006/relationships" xmlns:a="http://schemas.openxmlformats.org/drawingml/2006/main" r:embed="R07f222130231406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521359E3-EC27-4348-A3DA-83380DF7BAA9}"/>
              </a:ext>
            </a:extLst>
          </p:cNvPr>
          <p:cNvPicPr>
            <a:picLocks xmlns:a="http://schemas.openxmlformats.org/drawingml/2006/main" noChangeAspect="1"/>
          </p:cNvPicPr>
          <p:nvPr/>
        </p:nvPicPr>
        <p:blipFill>
          <a:blip xmlns:r="http://schemas.openxmlformats.org/officeDocument/2006/relationships" xmlns:a="http://schemas.openxmlformats.org/drawingml/2006/main" r:embed="R7298d8a790d2477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37BABF32-7E91-40C6-9A6D-6D6300686002}"/>
              </a:ext>
            </a:extLst>
          </p:cNvPr>
          <p:cNvPicPr>
            <a:picLocks xmlns:a="http://schemas.openxmlformats.org/drawingml/2006/main" noChangeAspect="1"/>
          </p:cNvPicPr>
          <p:nvPr/>
        </p:nvPicPr>
        <p:blipFill>
          <a:blip xmlns:r="http://schemas.openxmlformats.org/officeDocument/2006/relationships" xmlns:a="http://schemas.openxmlformats.org/drawingml/2006/main" r:embed="Rb769cc0973744e3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3DE7CBB1-89DF-4147-932E-D45C8FAF0449}"/>
              </a:ext>
            </a:extLst>
          </p:cNvPr>
          <p:cNvPicPr>
            <a:picLocks xmlns:a="http://schemas.openxmlformats.org/drawingml/2006/main" noChangeAspect="1"/>
          </p:cNvPicPr>
          <p:nvPr/>
        </p:nvPicPr>
        <p:blipFill>
          <a:blip xmlns:r="http://schemas.openxmlformats.org/officeDocument/2006/relationships" xmlns:a="http://schemas.openxmlformats.org/drawingml/2006/main" r:embed="R428ee90938a84b7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8E1354C-7C5C-4311-8569-8C8B22678752}"/>
              </a:ext>
            </a:extLst>
          </p:cNvPr>
          <p:cNvPicPr>
            <a:picLocks xmlns:a="http://schemas.openxmlformats.org/drawingml/2006/main" noChangeAspect="1"/>
          </p:cNvPicPr>
          <p:nvPr/>
        </p:nvPicPr>
        <p:blipFill>
          <a:blip xmlns:r="http://schemas.openxmlformats.org/officeDocument/2006/relationships" xmlns:a="http://schemas.openxmlformats.org/drawingml/2006/main" r:embed="Rf2b708e65408435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AA54BD-4634-4192-A466-6C211E2A4CD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5BC0CE3-5434-4191-8046-B6BEFB2FB090}"/>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5574B880-3CBA-4BDC-8A3F-2E4E0053C750}"/>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A18E8ED-0C2E-43EA-9016-EC5D5A3D783B}"/>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8cf00d2fab734b0e"/>
          </a:graphicData>
        </a:graphic>
      </p:graphicFrame>
      <p:graphicFrame>
        <p:nvGraphicFramePr>
          <p:cNvPr id="6" name="Chart">
            <a:extLst xmlns:a="http://schemas.openxmlformats.org/drawingml/2006/main">
              <a:ext uri="{FF2B5EF4-FFF2-40B4-BE49-F238E27FC236}">
                <a16:creationId xmlns:a16="http://schemas.microsoft.com/office/drawing/2014/main" id="{2BC83993-A9E0-4D1B-B232-AEB0FF7D4D4A}"/>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461eff752d9f4756"/>
          </a:graphicData>
        </a:graphic>
      </p:graphicFrame>
    </p:spTree>
    <p:extLst>
      <p:ext uri="{BB962C8B-B14F-4D97-AF65-F5344CB8AC3E}">
        <p14:creationId xmlns:p14="http://schemas.microsoft.com/office/powerpoint/2010/main" val="6371164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1671892-1558-4D60-B71E-C96FFFB58ED7}"/>
              </a:ext>
            </a:extLst>
          </p:cNvPr>
          <p:cNvPicPr>
            <a:picLocks xmlns:a="http://schemas.openxmlformats.org/drawingml/2006/main" noChangeAspect="1"/>
          </p:cNvPicPr>
          <p:nvPr/>
        </p:nvPicPr>
        <p:blipFill>
          <a:blip xmlns:r="http://schemas.openxmlformats.org/officeDocument/2006/relationships" xmlns:a="http://schemas.openxmlformats.org/drawingml/2006/main" r:embed="R154e2935552e4b6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F5CFA0-4D03-4439-8A58-E1BD4F7711F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3A99A7BC-9590-4013-94A2-DA36923F6AFF}"/>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d87547ad17b4427d"/>
          </a:graphicData>
        </a:graphic>
      </p:graphicFrame>
      <p:sp>
        <p:nvSpPr>
          <p:cNvPr id="4" name="">
            <a:extLst xmlns:a="http://schemas.openxmlformats.org/drawingml/2006/main">
              <a:ext uri="{FF2B5EF4-FFF2-40B4-BE49-F238E27FC236}">
                <a16:creationId xmlns:a16="http://schemas.microsoft.com/office/drawing/2014/main" id="{F2072755-39C9-4D33-A2A1-7A1DE2A81445}"/>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4589397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D1BD1238-BC46-4FBE-9594-54176C7633A8}"/>
              </a:ext>
            </a:extLst>
          </p:cNvPr>
          <p:cNvPicPr>
            <a:picLocks xmlns:a="http://schemas.openxmlformats.org/drawingml/2006/main" noChangeAspect="1"/>
          </p:cNvPicPr>
          <p:nvPr/>
        </p:nvPicPr>
        <p:blipFill>
          <a:blip xmlns:r="http://schemas.openxmlformats.org/officeDocument/2006/relationships" xmlns:a="http://schemas.openxmlformats.org/drawingml/2006/main" r:embed="R77725c572b4a495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62DB7434-9465-4DBB-A827-7FA77E1436A2}"/>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0C5F7FF-ACE2-4D63-8EFF-7427E94FBE70}"/>
              </a:ext>
            </a:extLst>
          </p:cNvPr>
          <p:cNvPicPr>
            <a:picLocks xmlns:a="http://schemas.openxmlformats.org/drawingml/2006/main" noChangeAspect="1"/>
          </p:cNvPicPr>
          <p:nvPr/>
        </p:nvPicPr>
        <p:blipFill>
          <a:blip xmlns:r="http://schemas.openxmlformats.org/officeDocument/2006/relationships" xmlns:a="http://schemas.openxmlformats.org/drawingml/2006/main" r:embed="R6db9ff9694754a8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65AE82-6E9C-4496-B058-9ADA5B2C769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47EF0F42-D3DC-4010-BC19-F23026741D34}"/>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B1575D81-7A9C-488A-B110-985E29CCAA7A}"/>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77198072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9E0B9DD-DC80-4090-B081-53D6F17ADE43}"/>
              </a:ext>
            </a:extLst>
          </p:cNvPr>
          <p:cNvPicPr>
            <a:picLocks xmlns:a="http://schemas.openxmlformats.org/drawingml/2006/main" noChangeAspect="1"/>
          </p:cNvPicPr>
          <p:nvPr/>
        </p:nvPicPr>
        <p:blipFill>
          <a:blip xmlns:r="http://schemas.openxmlformats.org/officeDocument/2006/relationships" xmlns:a="http://schemas.openxmlformats.org/drawingml/2006/main" r:embed="R5f907d67ca2547a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F66A1B-9E86-4D68-8810-71AF12A173D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9F22055-949E-4FE7-86D3-D463A4714585}"/>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E15D1CF7-AA7D-4654-A79B-1FCE0BFC59C7}"/>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94261122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6477A04-0C58-49BB-95CC-D06ACF5FD694}"/>
              </a:ext>
            </a:extLst>
          </p:cNvPr>
          <p:cNvPicPr>
            <a:picLocks xmlns:a="http://schemas.openxmlformats.org/drawingml/2006/main" noChangeAspect="1"/>
          </p:cNvPicPr>
          <p:nvPr/>
        </p:nvPicPr>
        <p:blipFill>
          <a:blip xmlns:r="http://schemas.openxmlformats.org/officeDocument/2006/relationships" xmlns:a="http://schemas.openxmlformats.org/drawingml/2006/main" r:embed="R93bf6f5fad93412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06ED6D-B1BF-49D7-A194-155A5664C7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8C88E2C8-7CB6-4412-A9F6-CF126D68ADBF}"/>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3521A2-2987-4EB0-B6F6-2D5667A47DFF}"/>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978EBD1-37E5-4D6D-852B-6A576AD90C0B}"/>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2741A758-F93E-488E-BA01-5D4D75ACC0AF}"/>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FE130430-0E82-4CCC-A826-70152BE80969}"/>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C4FB8FCE-48AC-4C5F-AC88-8CDEC3BB5952}"/>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3C4EA26F-E20A-4E5B-A86B-2F12B6B1A2F0}"/>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840B0970-65A8-4323-B346-486B6CA50AF2}"/>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6B7DF299-784A-4610-A1E2-001B64AA215F}"/>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16536615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56E544E4-8280-45AA-A55E-1566A4CF82A6}"/>
              </a:ext>
            </a:extLst>
          </p:cNvPr>
          <p:cNvPicPr>
            <a:picLocks xmlns:a="http://schemas.openxmlformats.org/drawingml/2006/main" noChangeAspect="1"/>
          </p:cNvPicPr>
          <p:nvPr/>
        </p:nvPicPr>
        <p:blipFill>
          <a:blip xmlns:r="http://schemas.openxmlformats.org/officeDocument/2006/relationships" xmlns:a="http://schemas.openxmlformats.org/drawingml/2006/main" r:embed="R68a9e88035a34eb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93048721-D38C-41E7-AD46-A3EA590BB1C1}"/>
              </a:ext>
            </a:extLst>
          </p:cNvPr>
          <p:cNvPicPr>
            <a:picLocks xmlns:a="http://schemas.openxmlformats.org/drawingml/2006/main" noChangeAspect="1"/>
          </p:cNvPicPr>
          <p:nvPr/>
        </p:nvPicPr>
        <p:blipFill>
          <a:blip xmlns:r="http://schemas.openxmlformats.org/officeDocument/2006/relationships" xmlns:a="http://schemas.openxmlformats.org/drawingml/2006/main" r:embed="R2bb3b0cf0bd74212"/>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26336A4A-1DDC-4496-B8FF-1DDBF042F833}"/>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5A981164-F19E-4EB0-8AB7-D42E84216CDD}"/>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673D219C-DB2E-49A3-9AF7-49336E44F4D4}"/>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513A5FA1-D3A2-439C-B14A-E73EFC5CF62C}"/>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8EA9D3CF-8E69-449D-A7D2-0D377FAF1263}"/>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5EBAC822-CB18-4B6F-BC58-771E83E30D0C}"/>
              </a:ext>
            </a:extLst>
          </p:cNvPr>
          <p:cNvPicPr>
            <a:picLocks xmlns:a="http://schemas.openxmlformats.org/drawingml/2006/main" noChangeAspect="1"/>
          </p:cNvPicPr>
          <p:nvPr/>
        </p:nvPicPr>
        <p:blipFill>
          <a:blip xmlns:r="http://schemas.openxmlformats.org/officeDocument/2006/relationships" xmlns:a="http://schemas.openxmlformats.org/drawingml/2006/main" r:embed="R4663e6a63d9c438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5FDF8BA8-7F34-4062-9427-2311DE2D4BA1}"/>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8554503B-DC95-48CC-9DD3-F1FABDD20554}"/>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B1E84CD5-AEAF-4520-BFB3-1A5BF8303576}"/>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32688350-729E-4FC9-9AEF-65A128F45C6B}"/>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434B9D5D-B8EB-4C28-93E5-DC4C77539D53}"/>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49323714-B8EF-45B3-B6C5-F54B2E4D1F9F}"/>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6CB1ED05-46F4-4017-B695-8A839B85A33F}"/>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DDA1544D-8CFE-4C5B-94FB-FF8E568DAB30}"/>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C3320BEB-DE9F-45BF-9543-494773D54EB5}"/>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D2997B17-B3BB-495C-B561-8D7221D764E5}"/>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34FC1CD4-7A66-421D-A351-547D1DCC5301}"/>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A4462640-6740-4476-8D91-A6644DF328CB}"/>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5F8189E-8E22-4518-997D-383D3AC2486F}"/>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38536E8F-0879-4608-915A-E10D7437B56F}"/>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D59063C4-DDF0-4EB5-A5B2-4FE99AA285E4}"/>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DF9DF60F-2EE7-4E86-9721-E2A8894DD9AC}"/>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A08CD4E0-A542-4F20-A9F7-7FA73B555255}"/>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9FCFD3CD-7A54-4F58-A04D-CC1EFC9A0BF0}"/>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F416577E-E663-4A91-A8E2-C03144A99786}"/>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8C1E46C0-A51C-4552-BF54-2E44BBBBB304}"/>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88F725C4-2DC8-4CEA-98CB-6772777D3994}"/>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B78AB03C-74A8-47D4-B00C-9EF9D0B5C171}"/>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B1314EDD-48B9-439D-B93C-7F603372E8F1}"/>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B29CFA07-8D24-4FD3-926D-03CDA2879DFB}"/>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BF11CB0F-A7C6-45EF-8B71-A800C0B8FD32}"/>
              </a:ext>
            </a:extLst>
          </p:cNvPr>
          <p:cNvPicPr>
            <a:picLocks xmlns:a="http://schemas.openxmlformats.org/drawingml/2006/main" noChangeAspect="1"/>
          </p:cNvPicPr>
          <p:nvPr/>
        </p:nvPicPr>
        <p:blipFill>
          <a:blip xmlns:r="http://schemas.openxmlformats.org/officeDocument/2006/relationships" xmlns:a="http://schemas.openxmlformats.org/drawingml/2006/main" r:embed="Re13f3d1f99f7422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68D5F56C-22C5-4F99-A570-F9E5631AE4A5}"/>
              </a:ext>
            </a:extLst>
          </p:cNvPr>
          <p:cNvPicPr>
            <a:picLocks xmlns:a="http://schemas.openxmlformats.org/drawingml/2006/main" noChangeAspect="1"/>
          </p:cNvPicPr>
          <p:nvPr/>
        </p:nvPicPr>
        <p:blipFill>
          <a:blip xmlns:r="http://schemas.openxmlformats.org/officeDocument/2006/relationships" xmlns:a="http://schemas.openxmlformats.org/drawingml/2006/main" r:embed="R2e8ee25bfbc2430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196FEA74-A4CE-41B9-B7CF-67C9B656907D}"/>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729A662D-7DA4-4B24-BAB0-5A74D4B60394}"/>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7D4A9354-A247-4638-99C0-E86491083316}"/>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40803EF1-4F0C-4368-8A86-3041F1C35B55}"/>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52442F6C-E6F9-4F71-B611-D56ACC3A21DA}"/>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503B1C11-505F-4B00-B3A8-200250AE99AD}"/>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4C526CA8-467F-4225-A579-E10E36FE1B0C}"/>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D4CDD5F6-CEDF-4D01-BF07-137A57A441B7}"/>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9E5DD910-D832-4CEF-AD91-276B5376F21B}"/>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F03DFDD2-8268-4546-B1C9-26355F331EF6}"/>
              </a:ext>
            </a:extLst>
          </p:cNvPr>
          <p:cNvPicPr>
            <a:picLocks xmlns:a="http://schemas.openxmlformats.org/drawingml/2006/main" noChangeAspect="1"/>
          </p:cNvPicPr>
          <p:nvPr/>
        </p:nvPicPr>
        <p:blipFill>
          <a:blip xmlns:r="http://schemas.openxmlformats.org/officeDocument/2006/relationships" xmlns:a="http://schemas.openxmlformats.org/drawingml/2006/main" r:embed="Rda00d5d1bc92413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00F9F81D-FD1B-438C-A31F-598455686C66}"/>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C3B8BE35-C88F-461A-B046-301F4B213CD5}"/>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4BE45CB0-348D-4E9C-A79C-68F020A2E540}"/>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FF3137DE-E325-47A4-B603-C026CF215BF5}"/>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B73CA629-79C6-4F2D-8014-B7020FE6E73B}"/>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4529C961-2168-4B1B-8DDD-80C66B61BBA4}"/>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0BF26BFE-E39C-49E1-AE7B-05A5724471A4}"/>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C4A5DD1C-E022-4198-A629-A3000BEB59B0}"/>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6FF25B27-0106-445F-8DDC-989194B15EAF}"/>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85D70A10-F1D7-4850-8584-DD7C8F29B8F1}"/>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6A4D6313-45E7-4D03-96B3-EEF9F06ED0D8}"/>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9E874291-B97C-48DF-B285-B25809717CFF}"/>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58B4C19E-5CB6-4511-8346-87D70D3A3F34}"/>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32F1879C-9C38-4DCB-AEE7-D6E8E3BC8B32}"/>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17A2EB4F-3634-411F-9BD3-46469D2A3D3E}"/>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27D18195-7B34-47F9-98A0-E5DFC0561594}"/>
              </a:ext>
            </a:extLst>
          </p:cNvPr>
          <p:cNvPicPr>
            <a:picLocks xmlns:a="http://schemas.openxmlformats.org/drawingml/2006/main" noChangeAspect="1"/>
          </p:cNvPicPr>
          <p:nvPr/>
        </p:nvPicPr>
        <p:blipFill>
          <a:blip xmlns:r="http://schemas.openxmlformats.org/officeDocument/2006/relationships" xmlns:a="http://schemas.openxmlformats.org/drawingml/2006/main" r:embed="Rb7642d4f5364493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6B7BA545-AE9E-429D-B24F-8F4891561A4C}"/>
              </a:ext>
            </a:extLst>
          </p:cNvPr>
          <p:cNvPicPr>
            <a:picLocks xmlns:a="http://schemas.openxmlformats.org/drawingml/2006/main" noChangeAspect="1"/>
          </p:cNvPicPr>
          <p:nvPr/>
        </p:nvPicPr>
        <p:blipFill>
          <a:blip xmlns:r="http://schemas.openxmlformats.org/officeDocument/2006/relationships" xmlns:a="http://schemas.openxmlformats.org/drawingml/2006/main" r:embed="Rfce96e3d60104e7c"/>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7782904-C961-4D95-8E8A-97C14128F951}"/>
              </a:ext>
            </a:extLst>
          </p:cNvPr>
          <p:cNvPicPr>
            <a:picLocks xmlns:a="http://schemas.openxmlformats.org/drawingml/2006/main" noChangeAspect="1"/>
          </p:cNvPicPr>
          <p:nvPr/>
        </p:nvPicPr>
        <p:blipFill>
          <a:blip xmlns:r="http://schemas.openxmlformats.org/officeDocument/2006/relationships" xmlns:a="http://schemas.openxmlformats.org/drawingml/2006/main" r:embed="Ra647335908254aa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EFABD3-B9F4-4D67-B6B5-91A44AE192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53E84A7A-38BF-474C-B094-866435FBBC2F}"/>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FBE36AD4-BD96-497A-BBB7-7E852649C7AE}"/>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EF4244D-E290-42F6-A755-9CB527007676}"/>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63760497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C7E69D9-E5C6-4279-A3A7-15A3389159A1}"/>
              </a:ext>
            </a:extLst>
          </p:cNvPr>
          <p:cNvPicPr>
            <a:picLocks xmlns:a="http://schemas.openxmlformats.org/drawingml/2006/main" noChangeAspect="1"/>
          </p:cNvPicPr>
          <p:nvPr/>
        </p:nvPicPr>
        <p:blipFill>
          <a:blip xmlns:r="http://schemas.openxmlformats.org/officeDocument/2006/relationships" xmlns:a="http://schemas.openxmlformats.org/drawingml/2006/main" r:embed="R22f32e7cd84548d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77390A-4E41-410C-A6E6-C005C803D2D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3FBEFB9C-6E59-4B47-9F1B-3B2FDBCF2E11}"/>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E4B53F1C-CBF2-463F-821A-7726F2518F6A}"/>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F962AA9-DB9B-4835-B63C-1D3A39B26ADF}"/>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58246795-5BF4-4D74-92FF-EF359E985E63}"/>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121332943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C435D876-E1D8-4251-834E-2A954658A7F0}"/>
              </a:ext>
            </a:extLst>
          </p:cNvPr>
          <p:cNvPicPr>
            <a:picLocks xmlns:a="http://schemas.openxmlformats.org/drawingml/2006/main" noChangeAspect="1"/>
          </p:cNvPicPr>
          <p:nvPr/>
        </p:nvPicPr>
        <p:blipFill>
          <a:blip xmlns:r="http://schemas.openxmlformats.org/officeDocument/2006/relationships" xmlns:a="http://schemas.openxmlformats.org/drawingml/2006/main" r:embed="R6d303322d41147d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2026-10-27T16:37:02.1140000Z</dcterms:created>
  <dcterms:modified xsi:type="dcterms:W3CDTF">2026-10-27T16:37:02.1150000Z</dcterms:modified>
</coreProperties>
</file>