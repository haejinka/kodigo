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6a51d799394cba" /><Relationship Type="http://schemas.openxmlformats.org/officeDocument/2006/relationships/extended-properties" Target="/docProps/app.xml" Id="R72cb1effa3e3447b" /><Relationship Type="http://schemas.openxmlformats.org/officeDocument/2006/relationships/officeDocument" Target="/ppt/presentation.xml" Id="R4eaf0bf28739431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d31b33e56ff4f8e"/>
  </p:sldMasterIdLst>
  <p:notesMasterIdLst>
    <p:notesMasterId xmlns:r="http://schemas.openxmlformats.org/officeDocument/2006/relationships" r:id="Rb32fbb8d7c73485f"/>
  </p:notesMasterIdLst>
  <p:sldIdLst>
    <p:sldId xmlns:r="http://schemas.openxmlformats.org/officeDocument/2006/relationships" id="256" r:id="R31400b2eed8b4d07"/>
    <p:sldId xmlns:r="http://schemas.openxmlformats.org/officeDocument/2006/relationships" id="257" r:id="R0e3c75249e2c48ea"/>
    <p:sldId xmlns:r="http://schemas.openxmlformats.org/officeDocument/2006/relationships" id="258" r:id="R330152d8088f48ca"/>
    <p:sldId xmlns:r="http://schemas.openxmlformats.org/officeDocument/2006/relationships" id="259" r:id="R5f64e5b0491d45c4"/>
    <p:sldId xmlns:r="http://schemas.openxmlformats.org/officeDocument/2006/relationships" id="260" r:id="R58ed2285166647f6"/>
    <p:sldId xmlns:r="http://schemas.openxmlformats.org/officeDocument/2006/relationships" id="261" r:id="Rcc53055124f64be9"/>
    <p:sldId xmlns:r="http://schemas.openxmlformats.org/officeDocument/2006/relationships" id="262" r:id="Rc9b1e372869346be"/>
    <p:sldId xmlns:r="http://schemas.openxmlformats.org/officeDocument/2006/relationships" id="263" r:id="Re1b259067a864a77"/>
    <p:sldId xmlns:r="http://schemas.openxmlformats.org/officeDocument/2006/relationships" id="264" r:id="R966c4f964da84792"/>
    <p:sldId xmlns:r="http://schemas.openxmlformats.org/officeDocument/2006/relationships" id="265" r:id="R294b596688ae4ccc"/>
    <p:sldId xmlns:r="http://schemas.openxmlformats.org/officeDocument/2006/relationships" id="266" r:id="R6107efe287dc4bdf"/>
    <p:sldId xmlns:r="http://schemas.openxmlformats.org/officeDocument/2006/relationships" id="267" r:id="R4ec9acbd6d674a77"/>
    <p:sldId xmlns:r="http://schemas.openxmlformats.org/officeDocument/2006/relationships" id="268" r:id="Rd9a8f212f6004e88"/>
    <p:sldId xmlns:r="http://schemas.openxmlformats.org/officeDocument/2006/relationships" id="269" r:id="R80f5f2696e4c4b80"/>
    <p:sldId xmlns:r="http://schemas.openxmlformats.org/officeDocument/2006/relationships" id="270" r:id="Re5799f20af1f45cf"/>
    <p:sldId xmlns:r="http://schemas.openxmlformats.org/officeDocument/2006/relationships" id="271" r:id="R14a1710214624fda"/>
    <p:sldId xmlns:r="http://schemas.openxmlformats.org/officeDocument/2006/relationships" id="272" r:id="Rd40f7166e369436a"/>
    <p:sldId xmlns:r="http://schemas.openxmlformats.org/officeDocument/2006/relationships" id="273" r:id="Rb9e5b8a754a84a2c"/>
    <p:sldId xmlns:r="http://schemas.openxmlformats.org/officeDocument/2006/relationships" id="274" r:id="R507eafda30244ccf"/>
    <p:sldId xmlns:r="http://schemas.openxmlformats.org/officeDocument/2006/relationships" id="275" r:id="R4a358207303348d7"/>
    <p:sldId xmlns:r="http://schemas.openxmlformats.org/officeDocument/2006/relationships" id="276" r:id="Rae1bde5be13b457f"/>
    <p:sldId xmlns:r="http://schemas.openxmlformats.org/officeDocument/2006/relationships" id="277" r:id="R7970a255020a494b"/>
    <p:sldId xmlns:r="http://schemas.openxmlformats.org/officeDocument/2006/relationships" id="278" r:id="R0c8adca9c67e4780"/>
  </p:sldIdLst>
  <p:sldSz cx="9144000" cy="5143500"/>
  <p:notesSz cx="6858000" cy="9144000"/>
  <p:embeddedFontLst>
    <p:embeddedFont>
      <p:font typeface="Cambria"/>
      <p:regular xmlns:r="http://schemas.openxmlformats.org/officeDocument/2006/relationships" r:id="R3c8e16d95a864b0c"/>
      <p:bold xmlns:r="http://schemas.openxmlformats.org/officeDocument/2006/relationships" r:id="R22dc3f36b26548c0"/>
      <p:italic xmlns:r="http://schemas.openxmlformats.org/officeDocument/2006/relationships" r:id="R4cc5fdc4ed144748"/>
      <p:boldItalic xmlns:r="http://schemas.openxmlformats.org/officeDocument/2006/relationships" r:id="R83ea7fc0d82241e3"/>
    </p:embeddedFont>
    <p:embeddedFont>
      <p:font typeface="Lato"/>
      <p:regular xmlns:r="http://schemas.openxmlformats.org/officeDocument/2006/relationships" r:id="Rcf48ea98442b4bfa"/>
      <p:bold xmlns:r="http://schemas.openxmlformats.org/officeDocument/2006/relationships" r:id="R38f3c316b6354ef4"/>
      <p:italic xmlns:r="http://schemas.openxmlformats.org/officeDocument/2006/relationships" r:id="Rdfdb8a36c406450a"/>
      <p:boldItalic xmlns:r="http://schemas.openxmlformats.org/officeDocument/2006/relationships" r:id="R06cc417d14524692"/>
    </p:embeddedFont>
    <p:embeddedFont>
      <p:font typeface="Open Sans"/>
      <p:regular xmlns:r="http://schemas.openxmlformats.org/officeDocument/2006/relationships" r:id="Reec2fba971904bab"/>
      <p:bold xmlns:r="http://schemas.openxmlformats.org/officeDocument/2006/relationships" r:id="R82eb0362bfd1456b"/>
      <p:italic xmlns:r="http://schemas.openxmlformats.org/officeDocument/2006/relationships" r:id="R401ad49d5a364189"/>
      <p:boldItalic xmlns:r="http://schemas.openxmlformats.org/officeDocument/2006/relationships" r:id="Rf0afe18285e94cf5"/>
    </p:embeddedFont>
    <p:embeddedFont>
      <p:font typeface="Raleway"/>
      <p:regular xmlns:r="http://schemas.openxmlformats.org/officeDocument/2006/relationships" r:id="Rfb51a5356b754d5e"/>
      <p:bold xmlns:r="http://schemas.openxmlformats.org/officeDocument/2006/relationships" r:id="R22120ef1c30b4278"/>
      <p:italic xmlns:r="http://schemas.openxmlformats.org/officeDocument/2006/relationships" r:id="R3196a4f572234f10"/>
      <p:boldItalic xmlns:r="http://schemas.openxmlformats.org/officeDocument/2006/relationships" r:id="Rff9786caf8a54630"/>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5d1e7476f25438f" /><Relationship Type="http://schemas.openxmlformats.org/officeDocument/2006/relationships/slideMaster" Target="/ppt/slideMasters/slideMaster1.xml" Id="R8d31b33e56ff4f8e" /><Relationship Type="http://schemas.openxmlformats.org/officeDocument/2006/relationships/notesMaster" Target="/ppt/notesMasters/notesMaster1.xml" Id="Rb32fbb8d7c73485f" /><Relationship Type="http://schemas.openxmlformats.org/officeDocument/2006/relationships/presProps" Target="/ppt/presProps.xml" Id="Rf51f7c0bdfe54cf5" /><Relationship Type="http://schemas.openxmlformats.org/officeDocument/2006/relationships/viewProps" Target="/ppt/viewProps.xml" Id="Rad03d98a89f64fa1" /><Relationship Type="http://schemas.openxmlformats.org/officeDocument/2006/relationships/tableStyles" Target="/ppt/tableStyles.xml" Id="R0af53f863b644c99" /><Relationship Type="http://schemas.openxmlformats.org/officeDocument/2006/relationships/font" Target="/ppt/fonts/font.dat" Id="R3c8e16d95a864b0c" /><Relationship Type="http://schemas.openxmlformats.org/officeDocument/2006/relationships/font" Target="/ppt/fonts/font2.dat" Id="R22dc3f36b26548c0" /><Relationship Type="http://schemas.openxmlformats.org/officeDocument/2006/relationships/font" Target="/ppt/fonts/font3.dat" Id="R4cc5fdc4ed144748" /><Relationship Type="http://schemas.openxmlformats.org/officeDocument/2006/relationships/font" Target="/ppt/fonts/font4.dat" Id="R83ea7fc0d82241e3" /><Relationship Type="http://schemas.openxmlformats.org/officeDocument/2006/relationships/font" Target="/ppt/fonts/font5.dat" Id="Rcf48ea98442b4bfa" /><Relationship Type="http://schemas.openxmlformats.org/officeDocument/2006/relationships/font" Target="/ppt/fonts/font6.dat" Id="R38f3c316b6354ef4" /><Relationship Type="http://schemas.openxmlformats.org/officeDocument/2006/relationships/font" Target="/ppt/fonts/font7.dat" Id="Rdfdb8a36c406450a" /><Relationship Type="http://schemas.openxmlformats.org/officeDocument/2006/relationships/font" Target="/ppt/fonts/font8.dat" Id="R06cc417d14524692" /><Relationship Type="http://schemas.openxmlformats.org/officeDocument/2006/relationships/font" Target="/ppt/fonts/font9.dat" Id="Reec2fba971904bab" /><Relationship Type="http://schemas.openxmlformats.org/officeDocument/2006/relationships/font" Target="/ppt/fonts/font10.dat" Id="R82eb0362bfd1456b" /><Relationship Type="http://schemas.openxmlformats.org/officeDocument/2006/relationships/font" Target="/ppt/fonts/font11.dat" Id="R401ad49d5a364189" /><Relationship Type="http://schemas.openxmlformats.org/officeDocument/2006/relationships/font" Target="/ppt/fonts/font12.dat" Id="Rf0afe18285e94cf5" /><Relationship Type="http://schemas.openxmlformats.org/officeDocument/2006/relationships/font" Target="/ppt/fonts/font13.dat" Id="Rfb51a5356b754d5e" /><Relationship Type="http://schemas.openxmlformats.org/officeDocument/2006/relationships/font" Target="/ppt/fonts/font14.dat" Id="R22120ef1c30b4278" /><Relationship Type="http://schemas.openxmlformats.org/officeDocument/2006/relationships/font" Target="/ppt/fonts/font15.dat" Id="R3196a4f572234f10" /><Relationship Type="http://schemas.openxmlformats.org/officeDocument/2006/relationships/font" Target="/ppt/fonts/font16.dat" Id="Rff9786caf8a54630" /><Relationship Type="http://schemas.openxmlformats.org/officeDocument/2006/relationships/slide" Target="/ppt/slides/slide1.xml" Id="R31400b2eed8b4d07" /><Relationship Type="http://schemas.openxmlformats.org/officeDocument/2006/relationships/slide" Target="/ppt/slides/slide2.xml" Id="R0e3c75249e2c48ea" /><Relationship Type="http://schemas.openxmlformats.org/officeDocument/2006/relationships/slide" Target="/ppt/slides/slide3.xml" Id="R330152d8088f48ca" /><Relationship Type="http://schemas.openxmlformats.org/officeDocument/2006/relationships/slide" Target="/ppt/slides/slide4.xml" Id="R5f64e5b0491d45c4" /><Relationship Type="http://schemas.openxmlformats.org/officeDocument/2006/relationships/slide" Target="/ppt/slides/slide5.xml" Id="R58ed2285166647f6" /><Relationship Type="http://schemas.openxmlformats.org/officeDocument/2006/relationships/slide" Target="/ppt/slides/slide6.xml" Id="Rcc53055124f64be9" /><Relationship Type="http://schemas.openxmlformats.org/officeDocument/2006/relationships/slide" Target="/ppt/slides/slide7.xml" Id="Rc9b1e372869346be" /><Relationship Type="http://schemas.openxmlformats.org/officeDocument/2006/relationships/slide" Target="/ppt/slides/slide8.xml" Id="Re1b259067a864a77" /><Relationship Type="http://schemas.openxmlformats.org/officeDocument/2006/relationships/slide" Target="/ppt/slides/slide9.xml" Id="R966c4f964da84792" /><Relationship Type="http://schemas.openxmlformats.org/officeDocument/2006/relationships/slide" Target="/ppt/slides/slide10.xml" Id="R294b596688ae4ccc" /><Relationship Type="http://schemas.openxmlformats.org/officeDocument/2006/relationships/slide" Target="/ppt/slides/slide11.xml" Id="R6107efe287dc4bdf" /><Relationship Type="http://schemas.openxmlformats.org/officeDocument/2006/relationships/slide" Target="/ppt/slides/slide12.xml" Id="R4ec9acbd6d674a77" /><Relationship Type="http://schemas.openxmlformats.org/officeDocument/2006/relationships/slide" Target="/ppt/slides/slide13.xml" Id="Rd9a8f212f6004e88" /><Relationship Type="http://schemas.openxmlformats.org/officeDocument/2006/relationships/slide" Target="/ppt/slides/slide14.xml" Id="R80f5f2696e4c4b80" /><Relationship Type="http://schemas.openxmlformats.org/officeDocument/2006/relationships/slide" Target="/ppt/slides/slide15.xml" Id="Re5799f20af1f45cf" /><Relationship Type="http://schemas.openxmlformats.org/officeDocument/2006/relationships/slide" Target="/ppt/slides/slide16.xml" Id="R14a1710214624fda" /><Relationship Type="http://schemas.openxmlformats.org/officeDocument/2006/relationships/slide" Target="/ppt/slides/slide17.xml" Id="Rd40f7166e369436a" /><Relationship Type="http://schemas.openxmlformats.org/officeDocument/2006/relationships/slide" Target="/ppt/slides/slide18.xml" Id="Rb9e5b8a754a84a2c" /><Relationship Type="http://schemas.openxmlformats.org/officeDocument/2006/relationships/slide" Target="/ppt/slides/slide19.xml" Id="R507eafda30244ccf" /><Relationship Type="http://schemas.openxmlformats.org/officeDocument/2006/relationships/slide" Target="/ppt/slides/slide20.xml" Id="R4a358207303348d7" /><Relationship Type="http://schemas.openxmlformats.org/officeDocument/2006/relationships/slide" Target="/ppt/slides/slide21.xml" Id="Rae1bde5be13b457f" /><Relationship Type="http://schemas.openxmlformats.org/officeDocument/2006/relationships/slide" Target="/ppt/slides/slide22.xml" Id="R7970a255020a494b" /><Relationship Type="http://schemas.openxmlformats.org/officeDocument/2006/relationships/slide" Target="/ppt/slides/slide23.xml" Id="R0c8adca9c67e47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451444b3c946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677068712b40e9" /><Relationship Type="http://schemas.openxmlformats.org/officeDocument/2006/relationships/notesMaster" Target="/ppt/notesMasters/notesMaster1.xml" Id="Rb25152a68d6f42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e942235fc8408d" /><Relationship Type="http://schemas.openxmlformats.org/officeDocument/2006/relationships/notesMaster" Target="/ppt/notesMasters/notesMaster1.xml" Id="R70343824cfce45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e5b1b056874373" /><Relationship Type="http://schemas.openxmlformats.org/officeDocument/2006/relationships/notesMaster" Target="/ppt/notesMasters/notesMaster1.xml" Id="R6ae8dc7a6aba42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57e324136d4388" /><Relationship Type="http://schemas.openxmlformats.org/officeDocument/2006/relationships/notesMaster" Target="/ppt/notesMasters/notesMaster1.xml" Id="R5eed198f53024b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52eddb52d04701" /><Relationship Type="http://schemas.openxmlformats.org/officeDocument/2006/relationships/notesMaster" Target="/ppt/notesMasters/notesMaster1.xml" Id="R2a83ae4a03fb42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0be14e1ecf4b1e" /><Relationship Type="http://schemas.openxmlformats.org/officeDocument/2006/relationships/notesMaster" Target="/ppt/notesMasters/notesMaster1.xml" Id="R5565c8cfd62d47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d8966a8d1e42a7" /><Relationship Type="http://schemas.openxmlformats.org/officeDocument/2006/relationships/notesMaster" Target="/ppt/notesMasters/notesMaster1.xml" Id="R1575fe989baf45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3438ca7dd049b1" /><Relationship Type="http://schemas.openxmlformats.org/officeDocument/2006/relationships/notesMaster" Target="/ppt/notesMasters/notesMaster1.xml" Id="R4643cbf89ce541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d1a24a450647c2" /><Relationship Type="http://schemas.openxmlformats.org/officeDocument/2006/relationships/notesMaster" Target="/ppt/notesMasters/notesMaster1.xml" Id="R371f32d15cd642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d8c3cdf53b48a0" /><Relationship Type="http://schemas.openxmlformats.org/officeDocument/2006/relationships/notesMaster" Target="/ppt/notesMasters/notesMaster1.xml" Id="Rd389d04eb7bb4e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809fbe115e42f6" /><Relationship Type="http://schemas.openxmlformats.org/officeDocument/2006/relationships/notesMaster" Target="/ppt/notesMasters/notesMaster1.xml" Id="R063a06e705884e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5a18a96ed44ce4" /><Relationship Type="http://schemas.openxmlformats.org/officeDocument/2006/relationships/notesMaster" Target="/ppt/notesMasters/notesMaster1.xml" Id="R28f671f01e1b43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4b1fb214fe456a" /><Relationship Type="http://schemas.openxmlformats.org/officeDocument/2006/relationships/notesMaster" Target="/ppt/notesMasters/notesMaster1.xml" Id="R287c68659c1345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ae734066b040c8" /><Relationship Type="http://schemas.openxmlformats.org/officeDocument/2006/relationships/notesMaster" Target="/ppt/notesMasters/notesMaster1.xml" Id="Rc5c4e12884cc41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aaf017e3fa4adf" /><Relationship Type="http://schemas.openxmlformats.org/officeDocument/2006/relationships/notesMaster" Target="/ppt/notesMasters/notesMaster1.xml" Id="Rf7ac227f8921480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e397445e2742a8" /><Relationship Type="http://schemas.openxmlformats.org/officeDocument/2006/relationships/notesMaster" Target="/ppt/notesMasters/notesMaster1.xml" Id="Rc1f43f3d08a843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f30c1709c34efb" /><Relationship Type="http://schemas.openxmlformats.org/officeDocument/2006/relationships/notesMaster" Target="/ppt/notesMasters/notesMaster1.xml" Id="R61ee52689a9143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78f2f7711244f6" /><Relationship Type="http://schemas.openxmlformats.org/officeDocument/2006/relationships/notesMaster" Target="/ppt/notesMasters/notesMaster1.xml" Id="Rfb24f68c80bd45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579b10c2bb4ff6" /><Relationship Type="http://schemas.openxmlformats.org/officeDocument/2006/relationships/notesMaster" Target="/ppt/notesMasters/notesMaster1.xml" Id="Rb02ede5a3f9946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2d374cc3cc400d" /><Relationship Type="http://schemas.openxmlformats.org/officeDocument/2006/relationships/notesMaster" Target="/ppt/notesMasters/notesMaster1.xml" Id="Rd898c9d5912947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6f84c406804f86" /><Relationship Type="http://schemas.openxmlformats.org/officeDocument/2006/relationships/notesMaster" Target="/ppt/notesMasters/notesMaster1.xml" Id="R6108f48d8f96447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ec406900f643cd" /><Relationship Type="http://schemas.openxmlformats.org/officeDocument/2006/relationships/notesMaster" Target="/ppt/notesMasters/notesMaster1.xml" Id="Rb0e9541e2a1849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0d3a07bf44a4627" /><Relationship Type="http://schemas.openxmlformats.org/officeDocument/2006/relationships/notesMaster" Target="/ppt/notesMasters/notesMaster1.xml" Id="Rf10a8802c30c46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5c3a549fb6405c" /><Relationship Type="http://schemas.openxmlformats.org/officeDocument/2006/relationships/image" Target="/ppt/media/image2.png" Id="R315a35320d9d4f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5c3c85be9347cb" /><Relationship Type="http://schemas.openxmlformats.org/officeDocument/2006/relationships/image" Target="/ppt/media/image3.png" Id="Refc6c824717f41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73a77d32b94a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81b39d83234a76" /><Relationship Type="http://schemas.openxmlformats.org/officeDocument/2006/relationships/image" Target="/ppt/media/image4.png" Id="Rdcad7370875644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13a5a0723e441a" /><Relationship Type="http://schemas.openxmlformats.org/officeDocument/2006/relationships/image" Target="/ppt/media/image5.png" Id="Re8d556882ad14d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d2b9afeeab4e4c" /><Relationship Type="http://schemas.openxmlformats.org/officeDocument/2006/relationships/image" Target="/ppt/media/image6.png" Id="R9ac8fb5d9a89485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d43ab35155e4a27" /><Relationship Type="http://schemas.openxmlformats.org/officeDocument/2006/relationships/image" Target="/ppt/media/image7.png" Id="R52104f49b37844c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2cd178c9bfa4a98" /><Relationship Type="http://schemas.openxmlformats.org/officeDocument/2006/relationships/image" Target="/ppt/media/image8.png" Id="R6aba4ceac29f423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058d88deb144da9" /><Relationship Type="http://schemas.openxmlformats.org/officeDocument/2006/relationships/image" Target="/ppt/media/image9.png" Id="R77b7f86853e0467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10fe22d7b3e481a" /><Relationship Type="http://schemas.openxmlformats.org/officeDocument/2006/relationships/image" Target="/ppt/media/image10.png" Id="Rc173af3d2d1a4e4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5da564c610e42ec" /><Relationship Type="http://schemas.openxmlformats.org/officeDocument/2006/relationships/image" Target="/ppt/media/image11.png" Id="Rebf555254c19426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88dae39dadc4328" /><Relationship Type="http://schemas.openxmlformats.org/officeDocument/2006/relationships/image" Target="/ppt/media/image12.png" Id="R9d4ba0c3804e4f98"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f2b6b1ecc804df9" /><Relationship Type="http://schemas.openxmlformats.org/officeDocument/2006/relationships/image" Target="/ppt/media/image13.png" Id="R7db3c57b11e046a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406514de27c4478a"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B75D2F8D-695E-42A8-B46A-2BE3C74C0F2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15a35320d9d4fb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93B50F99-8D04-4B15-A248-722C6F6A752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fc6c824717f41f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BE9A1BC9-DAB2-456F-A289-3FE9600A8E3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cad7370875644c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D6C65C88-8A12-492D-A448-6EDE7E547CA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8d556882ad14de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17861FC5-8C3F-4484-BB6A-8374FAA835C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ac8fb5d9a89485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A306CCFF-28CA-46A8-8579-45CED5B74EF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2104f49b37844c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893A4500-59E7-429C-AFF0-84A39B8762C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ba4ceac29f423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111C7702-91B1-4D7E-9597-27087726F21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b7f86853e0467e">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ECEE7161-66B7-4787-A2AA-D767D1358A0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173af3d2d1a4e4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B505F575-0798-4365-88CF-A27480C4A6B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bf555254c19426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1F9DDE59-E9B7-489E-AF9B-55E814E587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4ba0c3804e4f9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934598C3-9293-459A-B631-D49C4EA9117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db3c57b11e046a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bca85a9ad5654e53" /><Relationship Type="http://schemas.openxmlformats.org/officeDocument/2006/relationships/theme" Target="/ppt/slideMasters/theme/theme2.xml" Id="Ra495429d00a8445d" /><Relationship Type="http://schemas.openxmlformats.org/officeDocument/2006/relationships/slideLayout" Target="/ppt/slideLayouts/slideLayout1.xml" Id="R9f3b3b6f25724426" /><Relationship Type="http://schemas.openxmlformats.org/officeDocument/2006/relationships/slideLayout" Target="/ppt/slideLayouts/slideLayout2.xml" Id="Rdc56d3c4e68e47d0" /><Relationship Type="http://schemas.openxmlformats.org/officeDocument/2006/relationships/slideLayout" Target="/ppt/slideLayouts/slideLayout3.xml" Id="R75e0764b894c4124" /><Relationship Type="http://schemas.openxmlformats.org/officeDocument/2006/relationships/slideLayout" Target="/ppt/slideLayouts/slideLayout4.xml" Id="Rec137306d79e4087" /><Relationship Type="http://schemas.openxmlformats.org/officeDocument/2006/relationships/slideLayout" Target="/ppt/slideLayouts/slideLayout5.xml" Id="Rdce1d5a3aa9e45ea" /><Relationship Type="http://schemas.openxmlformats.org/officeDocument/2006/relationships/slideLayout" Target="/ppt/slideLayouts/slideLayout6.xml" Id="R90a1fdb2e59542d9" /><Relationship Type="http://schemas.openxmlformats.org/officeDocument/2006/relationships/slideLayout" Target="/ppt/slideLayouts/slideLayout7.xml" Id="Rd3660ffec07846d5" /><Relationship Type="http://schemas.openxmlformats.org/officeDocument/2006/relationships/slideLayout" Target="/ppt/slideLayouts/slideLayout8.xml" Id="Rd09881ca16564b14" /><Relationship Type="http://schemas.openxmlformats.org/officeDocument/2006/relationships/slideLayout" Target="/ppt/slideLayouts/slideLayout9.xml" Id="R39b403f040c5413b" /><Relationship Type="http://schemas.openxmlformats.org/officeDocument/2006/relationships/slideLayout" Target="/ppt/slideLayouts/slideLayout10.xml" Id="Rcb3d5dd1b3cd402e" /><Relationship Type="http://schemas.openxmlformats.org/officeDocument/2006/relationships/slideLayout" Target="/ppt/slideLayouts/slideLayout11.xml" Id="Re177785f75c34fcc" /><Relationship Type="http://schemas.openxmlformats.org/officeDocument/2006/relationships/slideLayout" Target="/ppt/slideLayouts/slideLayout12.xml" Id="Re26bf24274654300" /><Relationship Type="http://schemas.openxmlformats.org/officeDocument/2006/relationships/slideLayout" Target="/ppt/slideLayouts/slideLayout13.xml" Id="Rc8812277ff044771" /><Relationship Type="http://schemas.openxmlformats.org/officeDocument/2006/relationships/slideLayout" Target="/ppt/slideLayouts/slideLayout14.xml" Id="Rf6020234272a4515"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4844D197-ED71-4429-9669-9A470DCB054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a85a9ad5654e5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f3b3b6f25724426"/>
    <p:sldLayoutId xmlns:r="http://schemas.openxmlformats.org/officeDocument/2006/relationships" id="2147483650" r:id="Rdc56d3c4e68e47d0"/>
    <p:sldLayoutId xmlns:r="http://schemas.openxmlformats.org/officeDocument/2006/relationships" id="2147483651" r:id="R75e0764b894c4124"/>
    <p:sldLayoutId xmlns:r="http://schemas.openxmlformats.org/officeDocument/2006/relationships" id="2147483652" r:id="Rec137306d79e4087"/>
    <p:sldLayoutId xmlns:r="http://schemas.openxmlformats.org/officeDocument/2006/relationships" id="2147483653" r:id="Rdce1d5a3aa9e45ea"/>
    <p:sldLayoutId xmlns:r="http://schemas.openxmlformats.org/officeDocument/2006/relationships" id="2147483654" r:id="R90a1fdb2e59542d9"/>
    <p:sldLayoutId xmlns:r="http://schemas.openxmlformats.org/officeDocument/2006/relationships" id="2147483655" r:id="Rd3660ffec07846d5"/>
    <p:sldLayoutId xmlns:r="http://schemas.openxmlformats.org/officeDocument/2006/relationships" id="2147483656" r:id="Rd09881ca16564b14"/>
    <p:sldLayoutId xmlns:r="http://schemas.openxmlformats.org/officeDocument/2006/relationships" id="2147483657" r:id="R39b403f040c5413b"/>
    <p:sldLayoutId xmlns:r="http://schemas.openxmlformats.org/officeDocument/2006/relationships" id="2147483658" r:id="Rcb3d5dd1b3cd402e"/>
    <p:sldLayoutId xmlns:r="http://schemas.openxmlformats.org/officeDocument/2006/relationships" id="2147483659" r:id="Re177785f75c34fcc"/>
    <p:sldLayoutId xmlns:r="http://schemas.openxmlformats.org/officeDocument/2006/relationships" id="2147483660" r:id="Re26bf24274654300"/>
    <p:sldLayoutId xmlns:r="http://schemas.openxmlformats.org/officeDocument/2006/relationships" id="2147483661" r:id="Rc8812277ff044771"/>
    <p:sldLayoutId xmlns:r="http://schemas.openxmlformats.org/officeDocument/2006/relationships" id="2147483662" r:id="Rf6020234272a451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4b7a78dbf94b48" /><Relationship Type="http://schemas.openxmlformats.org/officeDocument/2006/relationships/image" Target="/ppt/media/image14.png" Id="R7b6454b8c3b74adf" /><Relationship Type="http://schemas.openxmlformats.org/officeDocument/2006/relationships/notesSlide" Target="/ppt/notesSlides/notesSlide1.xml" Id="Rd151c19df49b48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0d4f208d8224182" /><Relationship Type="http://schemas.openxmlformats.org/officeDocument/2006/relationships/image" Target="/ppt/media/image15.png" Id="R8a71e08dd7944bca" /><Relationship Type="http://schemas.openxmlformats.org/officeDocument/2006/relationships/notesSlide" Target="/ppt/notesSlides/notesSlide2.xml" Id="Rfa58ebf4f9954c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bda67fd0d2e4ef5" /><Relationship Type="http://schemas.openxmlformats.org/officeDocument/2006/relationships/image" Target="/ppt/media/image15.png" Id="R9e2e388803a94fc0" /><Relationship Type="http://schemas.openxmlformats.org/officeDocument/2006/relationships/image" Target="/ppt/media/image16.png" Id="Ra92be96fbb8a4ccb" /><Relationship Type="http://schemas.openxmlformats.org/officeDocument/2006/relationships/notesSlide" Target="/ppt/notesSlides/notesSlide3.xml" Id="R715a2687f17241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8f2c850bd7f943ec" /><Relationship Type="http://schemas.openxmlformats.org/officeDocument/2006/relationships/image" Target="/ppt/media/image15.png" Id="R486c93b5ff4c48e4" /><Relationship Type="http://schemas.openxmlformats.org/officeDocument/2006/relationships/notesSlide" Target="/ppt/notesSlides/notesSlide4.xml" Id="Rcd101356e2f34b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b57c4adbc6e44d4c" /><Relationship Type="http://schemas.openxmlformats.org/officeDocument/2006/relationships/image" Target="/ppt/media/image15.png" Id="R3a809c8be37d4110" /><Relationship Type="http://schemas.openxmlformats.org/officeDocument/2006/relationships/notesSlide" Target="/ppt/notesSlides/notesSlide5.xml" Id="R7faa77ccb1b54c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6e72f23ca2084e21" /><Relationship Type="http://schemas.openxmlformats.org/officeDocument/2006/relationships/image" Target="/ppt/media/image15.png" Id="Rdc1a79612d1e4e49" /><Relationship Type="http://schemas.openxmlformats.org/officeDocument/2006/relationships/notesSlide" Target="/ppt/notesSlides/notesSlide6.xml" Id="R5a2454255afc4e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b6a389a838274d1f" /><Relationship Type="http://schemas.openxmlformats.org/officeDocument/2006/relationships/image" Target="/ppt/media/image15.png" Id="R5f53666491d445a9" /><Relationship Type="http://schemas.openxmlformats.org/officeDocument/2006/relationships/notesSlide" Target="/ppt/notesSlides/notesSlide7.xml" Id="Rac723ddd604046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9a0d5c51326f4251" /><Relationship Type="http://schemas.openxmlformats.org/officeDocument/2006/relationships/image" Target="/ppt/media/image17.png" Id="R255a35e11acf4b96" /><Relationship Type="http://schemas.openxmlformats.org/officeDocument/2006/relationships/chart" Target="/ppt/slides/charts/chart1.xml" Id="Rb127659886c04467" /><Relationship Type="http://schemas.openxmlformats.org/officeDocument/2006/relationships/chart" Target="/ppt/slides/charts/chart2.xml" Id="R4a8f818d24564a96" /><Relationship Type="http://schemas.openxmlformats.org/officeDocument/2006/relationships/notesSlide" Target="/ppt/notesSlides/notesSlide8.xml" Id="R502c964becb242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beabd05661e4ef4" /><Relationship Type="http://schemas.openxmlformats.org/officeDocument/2006/relationships/image" Target="/ppt/media/image18.png" Id="Rd7f09727e8d6466a" /><Relationship Type="http://schemas.openxmlformats.org/officeDocument/2006/relationships/chart" Target="/ppt/slides/charts/chart3.xml" Id="Rc3f82f63578d4fb8" /><Relationship Type="http://schemas.openxmlformats.org/officeDocument/2006/relationships/notesSlide" Target="/ppt/notesSlides/notesSlide9.xml" Id="Rb9c6c811cbdc4e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f00114b845b14092" /><Relationship Type="http://schemas.openxmlformats.org/officeDocument/2006/relationships/image" Target="/ppt/media/image15.png" Id="Rf8f604607bae49ba" /><Relationship Type="http://schemas.openxmlformats.org/officeDocument/2006/relationships/notesSlide" Target="/ppt/notesSlides/notesSlide10.xml" Id="Rcf783e18580649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1217ba80f0684ba4" /><Relationship Type="http://schemas.openxmlformats.org/officeDocument/2006/relationships/image" Target="/ppt/media/image19.png" Id="Rcb8bd1863d1a4621" /><Relationship Type="http://schemas.openxmlformats.org/officeDocument/2006/relationships/notesSlide" Target="/ppt/notesSlides/notesSlide11.xml" Id="Rc89c362bd01440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926df0988b944236" /><Relationship Type="http://schemas.openxmlformats.org/officeDocument/2006/relationships/image" Target="/ppt/media/image20.png" Id="R13bae212e8dd47b3" /><Relationship Type="http://schemas.openxmlformats.org/officeDocument/2006/relationships/notesSlide" Target="/ppt/notesSlides/notesSlide12.xml" Id="R30786878951b41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f8419003429b4ab8" /><Relationship Type="http://schemas.openxmlformats.org/officeDocument/2006/relationships/image" Target="/ppt/media/image21.png" Id="R463b88cc43c949d7" /><Relationship Type="http://schemas.openxmlformats.org/officeDocument/2006/relationships/notesSlide" Target="/ppt/notesSlides/notesSlide13.xml" Id="R9f3566e761c24f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78d8e2ccc90c4178" /><Relationship Type="http://schemas.openxmlformats.org/officeDocument/2006/relationships/image" Target="/ppt/media/image15.png" Id="R615bbac28e9a4462" /><Relationship Type="http://schemas.openxmlformats.org/officeDocument/2006/relationships/image" Target="/ppt/media/image22.png" Id="R9b438cf4834c49b5" /><Relationship Type="http://schemas.openxmlformats.org/officeDocument/2006/relationships/notesSlide" Target="/ppt/notesSlides/notesSlide14.xml" Id="Rbddfd8fb26df4b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2e807a59a0404924" /><Relationship Type="http://schemas.openxmlformats.org/officeDocument/2006/relationships/image" Target="/ppt/media/image15.png" Id="R34bd746087fe409d" /><Relationship Type="http://schemas.openxmlformats.org/officeDocument/2006/relationships/notesSlide" Target="/ppt/notesSlides/notesSlide15.xml" Id="Rf841c4f9726847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f35cd49436bb4479" /><Relationship Type="http://schemas.openxmlformats.org/officeDocument/2006/relationships/image" Target="/ppt/media/image15.png" Id="R9c7a94ba779e4adb" /><Relationship Type="http://schemas.openxmlformats.org/officeDocument/2006/relationships/notesSlide" Target="/ppt/notesSlides/notesSlide16.xml" Id="Rb6b04a6c663a46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caafac64efce452d" /><Relationship Type="http://schemas.openxmlformats.org/officeDocument/2006/relationships/image" Target="/ppt/media/image15.png" Id="Rd349ca05baa4459e" /><Relationship Type="http://schemas.openxmlformats.org/officeDocument/2006/relationships/notesSlide" Target="/ppt/notesSlides/notesSlide17.xml" Id="R5cdfd95e2a8b49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59e3435f877c4c23" /><Relationship Type="http://schemas.openxmlformats.org/officeDocument/2006/relationships/image" Target="/ppt/media/image15.png" Id="R2f210c0ca42f4839" /><Relationship Type="http://schemas.openxmlformats.org/officeDocument/2006/relationships/notesSlide" Target="/ppt/notesSlides/notesSlide18.xml" Id="Ra327cc438c4141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a165e62b64c6419c" /><Relationship Type="http://schemas.openxmlformats.org/officeDocument/2006/relationships/image" Target="/ppt/media/image15.png" Id="R5a6a4fa015454c1f" /><Relationship Type="http://schemas.openxmlformats.org/officeDocument/2006/relationships/notesSlide" Target="/ppt/notesSlides/notesSlide19.xml" Id="R86d19eac421244c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e04faf663d9140ae" /><Relationship Type="http://schemas.openxmlformats.org/officeDocument/2006/relationships/image" Target="/ppt/media/image15.png" Id="Rdbfa948f30bb47d2" /><Relationship Type="http://schemas.openxmlformats.org/officeDocument/2006/relationships/notesSlide" Target="/ppt/notesSlides/notesSlide20.xml" Id="Rc1cb3665ad2347b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28dbca72ee3f4c00" /><Relationship Type="http://schemas.openxmlformats.org/officeDocument/2006/relationships/image" Target="/ppt/media/image23.png" Id="Rcf703156eab941b7" /><Relationship Type="http://schemas.openxmlformats.org/officeDocument/2006/relationships/notesSlide" Target="/ppt/notesSlides/notesSlide21.xml" Id="R8ca49d582aee43c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07b3e043edae4595" /><Relationship Type="http://schemas.openxmlformats.org/officeDocument/2006/relationships/image" Target="/ppt/media/image24.png" Id="Rb3a7902783f342e1" /><Relationship Type="http://schemas.openxmlformats.org/officeDocument/2006/relationships/notesSlide" Target="/ppt/notesSlides/notesSlide22.xml" Id="R5a7faae8353b4c9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bdf1ea0b92dd4e31" /><Relationship Type="http://schemas.openxmlformats.org/officeDocument/2006/relationships/image" Target="/ppt/media/image15.png" Id="R849e548f67c84908" /><Relationship Type="http://schemas.openxmlformats.org/officeDocument/2006/relationships/notesSlide" Target="/ppt/notesSlides/notesSlide23.xml" Id="R63b22267b8834e70"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Owner /
Manager</c:v>
              </c:pt>
              <c:pt idx="1">
                <c:v>Stock
Custodian</c:v>
              </c:pt>
              <c:pt idx="2">
                <c:v>Cashier / Sales
Encoder</c:v>
              </c:pt>
              <c:pt idx="3">
                <c:v>Operations
Staff</c:v>
              </c:pt>
            </c:strLit>
          </c:cat>
          <c:val>
            <c:numLit>
              <c:formatCode>0</c:formatCode>
              <c:ptCount val="4"/>
              <c:pt idx="0">
                <c:v>6</c:v>
              </c:pt>
              <c:pt idx="1">
                <c:v>2</c:v>
              </c:pt>
              <c:pt idx="2">
                <c:v>3</c:v>
              </c:pt>
              <c:pt idx="3">
                <c:v>7</c:v>
              </c:pt>
            </c:numLit>
          </c:val>
        </c:ser>
        <c:dLbls>
          <c:numFmt formatCode="0.0%" sourceLinked="0"/>
          <c:txPr>
            <a:bodyPr xmlns:a="http://schemas.openxmlformats.org/drawingml/2006/main" anchorCtr="1"/>
            <a:lstStyle xmlns:a="http://schemas.openxmlformats.org/drawingml/2006/main"/>
            <a:p xmlns:a="http://schemas.openxmlformats.org/drawingml/2006/main">
              <a:pPr>
                <a:defRPr sz="1013">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13">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Less than
1 year</c:v>
              </c:pt>
              <c:pt idx="1">
                <c:v>1–2 years</c:v>
              </c:pt>
              <c:pt idx="2">
                <c:v>3–5 years</c:v>
              </c:pt>
              <c:pt idx="3">
                <c:v>More than
5 years</c:v>
              </c:pt>
            </c:strLit>
          </c:cat>
          <c:val>
            <c:numLit>
              <c:formatCode>0</c:formatCode>
              <c:ptCount val="4"/>
              <c:pt idx="0">
                <c:v>5</c:v>
              </c:pt>
              <c:pt idx="1">
                <c:v>2</c:v>
              </c:pt>
              <c:pt idx="2">
                <c:v>6</c:v>
              </c:pt>
              <c:pt idx="3">
                <c:v>5</c:v>
              </c:pt>
            </c:numLit>
          </c:val>
        </c:ser>
        <c:dLbls>
          <c:numFmt formatCode="0.0%" sourceLinked="0"/>
          <c:txPr>
            <a:bodyPr xmlns:a="http://schemas.openxmlformats.org/drawingml/2006/main" anchorCtr="1"/>
            <a:lstStyle xmlns:a="http://schemas.openxmlformats.org/drawingml/2006/main"/>
            <a:p xmlns:a="http://schemas.openxmlformats.org/drawingml/2006/main">
              <a:pPr>
                <a:defRPr sz="1013">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13">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Lit>
              <c:ptCount val="6"/>
              <c:pt idx="0">
                <c:v>Approvals</c:v>
              </c:pt>
              <c:pt idx="1">
                <c:v>Reporting</c:v>
              </c:pt>
              <c:pt idx="2">
                <c:v>Reconciliation</c:v>
              </c:pt>
              <c:pt idx="3">
                <c:v>Stock counts</c:v>
              </c:pt>
              <c:pt idx="4">
                <c:v>Stock issuance / sales logging</c:v>
              </c:pt>
              <c:pt idx="5">
                <c:v>Stock receiving</c:v>
              </c:pt>
            </c:strLit>
          </c:cat>
          <c:val>
            <c:numLit>
              <c:formatCode>0</c:formatCode>
              <c:ptCount val="6"/>
              <c:pt idx="0">
                <c:v>2</c:v>
              </c:pt>
              <c:pt idx="1">
                <c:v>13</c:v>
              </c:pt>
              <c:pt idx="2">
                <c:v>4</c:v>
              </c:pt>
              <c:pt idx="3">
                <c:v>12</c:v>
              </c:pt>
              <c:pt idx="4">
                <c:v>10</c:v>
              </c:pt>
              <c:pt idx="5">
                <c:v>10</c:v>
              </c:pt>
            </c:numLit>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9FC9D0F0-680B-4D42-9426-B747B3785B2C}"/>
              </a:ext>
            </a:extLst>
          </p:cNvPr>
          <p:cNvPicPr>
            <a:picLocks xmlns:a="http://schemas.openxmlformats.org/drawingml/2006/main" noChangeAspect="1"/>
          </p:cNvPicPr>
          <p:nvPr/>
        </p:nvPicPr>
        <p:blipFill>
          <a:blip xmlns:r="http://schemas.openxmlformats.org/officeDocument/2006/relationships" xmlns:a="http://schemas.openxmlformats.org/drawingml/2006/main" r:embed="R7b6454b8c3b74adf"/>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25C9E57B-072C-487F-98A4-98D308F0A42F}"/>
              </a:ext>
            </a:extLst>
          </p:cNvPr>
          <p:cNvPicPr>
            <a:picLocks xmlns:a="http://schemas.openxmlformats.org/drawingml/2006/main" noChangeAspect="1"/>
          </p:cNvPicPr>
          <p:nvPr/>
        </p:nvPicPr>
        <p:blipFill>
          <a:blip xmlns:r="http://schemas.openxmlformats.org/officeDocument/2006/relationships" xmlns:a="http://schemas.openxmlformats.org/drawingml/2006/main" r:embed="R8a71e08dd7944bc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41D71186-98E3-44CD-9139-FD37096B52FA}"/>
              </a:ext>
            </a:extLst>
          </p:cNvPr>
          <p:cNvPicPr>
            <a:picLocks xmlns:a="http://schemas.openxmlformats.org/drawingml/2006/main" noChangeAspect="1"/>
          </p:cNvPicPr>
          <p:nvPr/>
        </p:nvPicPr>
        <p:blipFill>
          <a:blip xmlns:r="http://schemas.openxmlformats.org/officeDocument/2006/relationships" xmlns:a="http://schemas.openxmlformats.org/drawingml/2006/main" r:embed="R9e2e388803a94fc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18359ACF-187A-4FB4-AC15-451EDF03A1E5}"/>
              </a:ext>
            </a:extLst>
          </p:cNvPr>
          <p:cNvPicPr>
            <a:picLocks xmlns:a="http://schemas.openxmlformats.org/drawingml/2006/main" noChangeAspect="1"/>
          </p:cNvPicPr>
          <p:nvPr/>
        </p:nvPicPr>
        <p:blipFill>
          <a:blip xmlns:r="http://schemas.openxmlformats.org/officeDocument/2006/relationships" xmlns:a="http://schemas.openxmlformats.org/drawingml/2006/main" r:embed="Ra92be96fbb8a4ccb"/>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12C0A280-1182-4093-9834-E6841D1FF6D6}"/>
              </a:ext>
            </a:extLst>
          </p:cNvPr>
          <p:cNvPicPr>
            <a:picLocks xmlns:a="http://schemas.openxmlformats.org/drawingml/2006/main" noChangeAspect="1"/>
          </p:cNvPicPr>
          <p:nvPr/>
        </p:nvPicPr>
        <p:blipFill>
          <a:blip xmlns:r="http://schemas.openxmlformats.org/officeDocument/2006/relationships" xmlns:a="http://schemas.openxmlformats.org/drawingml/2006/main" r:embed="R486c93b5ff4c48e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876620CF-2391-42F2-9E10-83DEBAF34847}"/>
              </a:ext>
            </a:extLst>
          </p:cNvPr>
          <p:cNvPicPr>
            <a:picLocks xmlns:a="http://schemas.openxmlformats.org/drawingml/2006/main" noChangeAspect="1"/>
          </p:cNvPicPr>
          <p:nvPr/>
        </p:nvPicPr>
        <p:blipFill>
          <a:blip xmlns:r="http://schemas.openxmlformats.org/officeDocument/2006/relationships" xmlns:a="http://schemas.openxmlformats.org/drawingml/2006/main" r:embed="R3a809c8be37d411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15648DB7-51AB-4F9C-AEA4-A51DB1178D4F}"/>
              </a:ext>
            </a:extLst>
          </p:cNvPr>
          <p:cNvPicPr>
            <a:picLocks xmlns:a="http://schemas.openxmlformats.org/drawingml/2006/main" noChangeAspect="1"/>
          </p:cNvPicPr>
          <p:nvPr/>
        </p:nvPicPr>
        <p:blipFill>
          <a:blip xmlns:r="http://schemas.openxmlformats.org/officeDocument/2006/relationships" xmlns:a="http://schemas.openxmlformats.org/drawingml/2006/main" r:embed="Rdc1a79612d1e4e4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5612F6A8-9701-48A6-9DA8-18AD5754445E}"/>
              </a:ext>
            </a:extLst>
          </p:cNvPr>
          <p:cNvPicPr>
            <a:picLocks xmlns:a="http://schemas.openxmlformats.org/drawingml/2006/main" noChangeAspect="1"/>
          </p:cNvPicPr>
          <p:nvPr/>
        </p:nvPicPr>
        <p:blipFill>
          <a:blip xmlns:r="http://schemas.openxmlformats.org/officeDocument/2006/relationships" xmlns:a="http://schemas.openxmlformats.org/drawingml/2006/main" r:embed="R5f53666491d445a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29B14F2-6B77-45B7-B900-B11C9C8AF904}"/>
              </a:ext>
            </a:extLst>
          </p:cNvPr>
          <p:cNvPicPr>
            <a:picLocks xmlns:a="http://schemas.openxmlformats.org/drawingml/2006/main" noChangeAspect="1"/>
          </p:cNvPicPr>
          <p:nvPr/>
        </p:nvPicPr>
        <p:blipFill>
          <a:blip xmlns:r="http://schemas.openxmlformats.org/officeDocument/2006/relationships" xmlns:a="http://schemas.openxmlformats.org/drawingml/2006/main" r:embed="R255a35e11acf4b9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8F3D8F-29D8-4A69-9EEE-8CE68620431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104462F0-4758-4C3E-901B-D9B7F7AFF346}"/>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07AF491B-AB08-48C1-8683-AA4F662959A5}"/>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D6F2C9D1-938C-476E-B220-C6AEA74B08F9}"/>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b127659886c04467"/>
          </a:graphicData>
        </a:graphic>
      </p:graphicFrame>
      <p:graphicFrame>
        <p:nvGraphicFramePr>
          <p:cNvPr id="6" name="Chart">
            <a:extLst xmlns:a="http://schemas.openxmlformats.org/drawingml/2006/main">
              <a:ext uri="{FF2B5EF4-FFF2-40B4-BE49-F238E27FC236}">
                <a16:creationId xmlns:a16="http://schemas.microsoft.com/office/drawing/2014/main" id="{22D46545-6B01-4F0A-B191-4DB930E3AB55}"/>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4a8f818d24564a96"/>
          </a:graphicData>
        </a:graphic>
      </p:graphicFrame>
    </p:spTree>
    <p:extLst>
      <p:ext uri="{BB962C8B-B14F-4D97-AF65-F5344CB8AC3E}">
        <p14:creationId xmlns:p14="http://schemas.microsoft.com/office/powerpoint/2010/main" val="14649971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B533D2F8-600C-48D3-9D7F-0460C9436C3C}"/>
              </a:ext>
            </a:extLst>
          </p:cNvPr>
          <p:cNvPicPr>
            <a:picLocks xmlns:a="http://schemas.openxmlformats.org/drawingml/2006/main" noChangeAspect="1"/>
          </p:cNvPicPr>
          <p:nvPr/>
        </p:nvPicPr>
        <p:blipFill>
          <a:blip xmlns:r="http://schemas.openxmlformats.org/officeDocument/2006/relationships" xmlns:a="http://schemas.openxmlformats.org/drawingml/2006/main" r:embed="Rd7f09727e8d6466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7C4DEC-0DF5-47B0-98B1-A58E79CFE4D9}"/>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F736D847-83B9-4289-8820-89904663EAC6}"/>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c3f82f63578d4fb8"/>
          </a:graphicData>
        </a:graphic>
      </p:graphicFrame>
      <p:sp>
        <p:nvSpPr>
          <p:cNvPr id="4" name="">
            <a:extLst xmlns:a="http://schemas.openxmlformats.org/drawingml/2006/main">
              <a:ext uri="{FF2B5EF4-FFF2-40B4-BE49-F238E27FC236}">
                <a16:creationId xmlns:a16="http://schemas.microsoft.com/office/drawing/2014/main" id="{D61BBC46-1CBE-4D47-A664-3BC4765A9F88}"/>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5659770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84D73E64-D74A-4774-88B0-480D5A2CB398}"/>
              </a:ext>
            </a:extLst>
          </p:cNvPr>
          <p:cNvPicPr>
            <a:picLocks xmlns:a="http://schemas.openxmlformats.org/drawingml/2006/main" noChangeAspect="1"/>
          </p:cNvPicPr>
          <p:nvPr/>
        </p:nvPicPr>
        <p:blipFill>
          <a:blip xmlns:r="http://schemas.openxmlformats.org/officeDocument/2006/relationships" xmlns:a="http://schemas.openxmlformats.org/drawingml/2006/main" r:embed="Rf8f604607bae49b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342926A3-6C52-4F33-A4AE-5CFBF317D2AE}"/>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E9912C6-1609-4999-9F1E-D2802D1BC22A}"/>
              </a:ext>
            </a:extLst>
          </p:cNvPr>
          <p:cNvPicPr>
            <a:picLocks xmlns:a="http://schemas.openxmlformats.org/drawingml/2006/main" noChangeAspect="1"/>
          </p:cNvPicPr>
          <p:nvPr/>
        </p:nvPicPr>
        <p:blipFill>
          <a:blip xmlns:r="http://schemas.openxmlformats.org/officeDocument/2006/relationships" xmlns:a="http://schemas.openxmlformats.org/drawingml/2006/main" r:embed="Rcb8bd1863d1a462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76766C-B521-4924-ABFF-D31B104B0717}"/>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63FE7B9F-D1F5-4CED-89A0-861E1091E2CB}"/>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08CC1182-8595-4A98-8AA2-CCD7C2574830}"/>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34297029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7A8D66C-E677-49EF-93A7-25C240EF3A52}"/>
              </a:ext>
            </a:extLst>
          </p:cNvPr>
          <p:cNvPicPr>
            <a:picLocks xmlns:a="http://schemas.openxmlformats.org/drawingml/2006/main" noChangeAspect="1"/>
          </p:cNvPicPr>
          <p:nvPr/>
        </p:nvPicPr>
        <p:blipFill>
          <a:blip xmlns:r="http://schemas.openxmlformats.org/officeDocument/2006/relationships" xmlns:a="http://schemas.openxmlformats.org/drawingml/2006/main" r:embed="R13bae212e8dd47b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5C4B4F-E6DB-414C-8EB1-AEC09FBC8B7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3E28064E-33F3-4E5D-8B05-80287627404B}"/>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629E447E-A519-4B69-A0CB-AF786974394C}"/>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67556845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2F3091C-C35E-4239-9069-4483283AA436}"/>
              </a:ext>
            </a:extLst>
          </p:cNvPr>
          <p:cNvPicPr>
            <a:picLocks xmlns:a="http://schemas.openxmlformats.org/drawingml/2006/main" noChangeAspect="1"/>
          </p:cNvPicPr>
          <p:nvPr/>
        </p:nvPicPr>
        <p:blipFill>
          <a:blip xmlns:r="http://schemas.openxmlformats.org/officeDocument/2006/relationships" xmlns:a="http://schemas.openxmlformats.org/drawingml/2006/main" r:embed="R463b88cc43c949d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225961-5443-40A0-9CD3-05EF4FE0933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26658D71-78CF-4B6A-A1E3-83C8B3C3B3A0}"/>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F7D3CF-0058-4281-9FE4-B2B6A0160EF8}"/>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09184E22-4009-4431-81E4-AE690E8B29AB}"/>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9037ABB9-2B88-49C4-AA50-5FCCB967C965}"/>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87D98949-B4B7-4966-B9DF-9979C51D3913}"/>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1455CBC1-33AD-4577-B3C0-EAF6AA3E5FD9}"/>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9E40E09F-AA1C-4B76-A322-2BF39D106C75}"/>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F2569FAB-1E24-4C91-B481-D6DA68000F97}"/>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599C2191-EE54-4C3E-A805-635D9FC4E4FC}"/>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68092252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F849FEC5-F3AF-4345-B14A-7E61C8C14703}"/>
              </a:ext>
            </a:extLst>
          </p:cNvPr>
          <p:cNvPicPr>
            <a:picLocks xmlns:a="http://schemas.openxmlformats.org/drawingml/2006/main" noChangeAspect="1"/>
          </p:cNvPicPr>
          <p:nvPr/>
        </p:nvPicPr>
        <p:blipFill>
          <a:blip xmlns:r="http://schemas.openxmlformats.org/officeDocument/2006/relationships" xmlns:a="http://schemas.openxmlformats.org/drawingml/2006/main" r:embed="R615bbac28e9a446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3304CC3A-06FC-4E93-975F-2B168A1F354E}"/>
              </a:ext>
            </a:extLst>
          </p:cNvPr>
          <p:cNvPicPr>
            <a:picLocks xmlns:a="http://schemas.openxmlformats.org/drawingml/2006/main" noChangeAspect="1"/>
          </p:cNvPicPr>
          <p:nvPr/>
        </p:nvPicPr>
        <p:blipFill>
          <a:blip xmlns:r="http://schemas.openxmlformats.org/officeDocument/2006/relationships" xmlns:a="http://schemas.openxmlformats.org/drawingml/2006/main" r:embed="R9b438cf4834c49b5"/>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D0DEC6D9-0B88-47B3-8DE4-BBE94ADA425D}"/>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0FFBDF4A-0F65-4339-8559-6B6E3B82EAA1}"/>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41F981C9-BACC-41E3-A453-7B03E674D347}"/>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9D5C6DD8-B4F8-4AB3-A32D-F88E2E6BED32}"/>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B3BCCC75-15F0-45B8-9CB3-1AA3632DA0D9}"/>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1F37C802-C898-4142-8D60-2B0DAB0FE330}"/>
              </a:ext>
            </a:extLst>
          </p:cNvPr>
          <p:cNvPicPr>
            <a:picLocks xmlns:a="http://schemas.openxmlformats.org/drawingml/2006/main" noChangeAspect="1"/>
          </p:cNvPicPr>
          <p:nvPr/>
        </p:nvPicPr>
        <p:blipFill>
          <a:blip xmlns:r="http://schemas.openxmlformats.org/officeDocument/2006/relationships" xmlns:a="http://schemas.openxmlformats.org/drawingml/2006/main" r:embed="R34bd746087fe409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4C0B9BC5-AC9D-40E5-BC99-F7DD9A1101FA}"/>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FAE2E96A-1724-4476-9569-2172E79643E0}"/>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AA764A99-E795-4EBD-8713-8BCD2436C48D}"/>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48FE1D0D-FB69-42E3-95B5-52A3133AA74C}"/>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ABC3CA02-C660-4CCB-9E1A-5D453E05F1FE}"/>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7BA004B5-ED77-4E70-BA2B-C050ED668607}"/>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EA5B2E75-90D1-41B2-92B6-7246D773105F}"/>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AB109B59-10EA-4B7D-81F2-F19EA5B05243}"/>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5CEE924F-DC6C-4B12-A171-617AC5EDFBCB}"/>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58CD074A-08DB-46B3-ACA8-B3E7D3570E4B}"/>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58CB4E94-45F9-444A-ADCF-A121EFE9A7B2}"/>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D8326803-24BB-4B2D-9D2D-3C33A764A212}"/>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81FE09AD-E185-4D6E-A303-107961AFA13A}"/>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013EA19D-40BA-4BB3-A18E-21318BF73B58}"/>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D7BB332F-98C5-4FAC-B273-4481BA05F7FF}"/>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0E79D2D2-401A-46A0-848B-43426CD2AE5C}"/>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42A3F0CF-3F4F-447F-BC6E-001EA40E6FEA}"/>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8DFAB860-FF44-45A3-898D-3511928D7E37}"/>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83678DFB-5C1B-49A0-A0D0-DB9A444A0473}"/>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6D39FAEF-0810-4016-B7A1-B1E1251BC116}"/>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7E5289D9-03FD-4A56-ACBA-EA14B1DC71A6}"/>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9A3A1FAB-7ABF-4ECA-9CBC-A1272F18D6E6}"/>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E1425B7D-D449-4014-A591-DA008D5EF8E3}"/>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EEFA586C-4D9F-4119-BBC0-F6EF32D09C1F}"/>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E7CF0382-2914-4687-98E3-579569C6EE13}"/>
              </a:ext>
            </a:extLst>
          </p:cNvPr>
          <p:cNvPicPr>
            <a:picLocks xmlns:a="http://schemas.openxmlformats.org/drawingml/2006/main" noChangeAspect="1"/>
          </p:cNvPicPr>
          <p:nvPr/>
        </p:nvPicPr>
        <p:blipFill>
          <a:blip xmlns:r="http://schemas.openxmlformats.org/officeDocument/2006/relationships" xmlns:a="http://schemas.openxmlformats.org/drawingml/2006/main" r:embed="R9c7a94ba779e4ad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D62002FB-855C-45B4-8AD5-1C9280140CF4}"/>
              </a:ext>
            </a:extLst>
          </p:cNvPr>
          <p:cNvPicPr>
            <a:picLocks xmlns:a="http://schemas.openxmlformats.org/drawingml/2006/main" noChangeAspect="1"/>
          </p:cNvPicPr>
          <p:nvPr/>
        </p:nvPicPr>
        <p:blipFill>
          <a:blip xmlns:r="http://schemas.openxmlformats.org/officeDocument/2006/relationships" xmlns:a="http://schemas.openxmlformats.org/drawingml/2006/main" r:embed="Rd349ca05baa4459e"/>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C8401341-8F6B-42D6-9533-799B7384E328}"/>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B8E6AA7D-3C98-46E6-9778-5FA394F9868C}"/>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BB5FF2A4-5C14-406F-9F6D-6B0D4A7566EC}"/>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A05581D6-37C6-4555-A1CC-4B122D7EB23A}"/>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86849A56-17AE-439C-AEEF-4605070CD311}"/>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9F1571C4-DF4A-4758-A856-12563A2A447C}"/>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A9ECA180-2C75-4C7D-89AF-EBF892F8EACE}"/>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884FE031-EA0E-4F80-866A-97CE23346480}"/>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DFAF1F23-DD15-474C-A34D-0EC5582EB4C0}"/>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8EFD940A-3E69-4B7E-B67B-A40018214D4D}"/>
              </a:ext>
            </a:extLst>
          </p:cNvPr>
          <p:cNvPicPr>
            <a:picLocks xmlns:a="http://schemas.openxmlformats.org/drawingml/2006/main" noChangeAspect="1"/>
          </p:cNvPicPr>
          <p:nvPr/>
        </p:nvPicPr>
        <p:blipFill>
          <a:blip xmlns:r="http://schemas.openxmlformats.org/officeDocument/2006/relationships" xmlns:a="http://schemas.openxmlformats.org/drawingml/2006/main" r:embed="R2f210c0ca42f483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CB63A29A-36D3-4573-A109-020771156C5C}"/>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A15486E7-86A8-4F58-9AF9-37460A706C1D}"/>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35D0DC9A-6E6A-44F5-8244-6227D6AF3B91}"/>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53BE8202-B3C4-4A79-B967-C2C60F2008C6}"/>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F7F585BC-A8B0-4AD6-9612-FABB0837E301}"/>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7035EEB4-E153-420D-B483-D2F7A22BC27B}"/>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5D658730-91C5-42E1-9AA4-64FE55D65F66}"/>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DD7FDA34-6109-45E9-9899-A97D6F2AFD27}"/>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2AE5930C-66EB-4507-BCBF-8AE31CB67AAF}"/>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9C4100FB-B9D3-4AFC-9A13-76D77EC3AF05}"/>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DD5BD74E-C5B8-4591-903A-9C61FCF37F85}"/>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CABFDDC0-B2D7-4B50-8C7B-4E989F6EF916}"/>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66CA7185-F236-43A1-BD4C-E4CF6B853778}"/>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3E81FF2C-B56B-41BE-B94B-F57152BB488E}"/>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D1447BB7-822E-4846-9A16-928C6A09A7E2}"/>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213FAF55-2FEB-4DA4-981E-04F74A5FC1A0}"/>
              </a:ext>
            </a:extLst>
          </p:cNvPr>
          <p:cNvPicPr>
            <a:picLocks xmlns:a="http://schemas.openxmlformats.org/drawingml/2006/main" noChangeAspect="1"/>
          </p:cNvPicPr>
          <p:nvPr/>
        </p:nvPicPr>
        <p:blipFill>
          <a:blip xmlns:r="http://schemas.openxmlformats.org/officeDocument/2006/relationships" xmlns:a="http://schemas.openxmlformats.org/drawingml/2006/main" r:embed="R5a6a4fa015454c1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CC05EE34-B384-445C-B8CE-5D7AC11E0282}"/>
              </a:ext>
            </a:extLst>
          </p:cNvPr>
          <p:cNvPicPr>
            <a:picLocks xmlns:a="http://schemas.openxmlformats.org/drawingml/2006/main" noChangeAspect="1"/>
          </p:cNvPicPr>
          <p:nvPr/>
        </p:nvPicPr>
        <p:blipFill>
          <a:blip xmlns:r="http://schemas.openxmlformats.org/officeDocument/2006/relationships" xmlns:a="http://schemas.openxmlformats.org/drawingml/2006/main" r:embed="Rdbfa948f30bb47d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4139689-ABED-4646-B4D6-BB422C467809}"/>
              </a:ext>
            </a:extLst>
          </p:cNvPr>
          <p:cNvPicPr>
            <a:picLocks xmlns:a="http://schemas.openxmlformats.org/drawingml/2006/main" noChangeAspect="1"/>
          </p:cNvPicPr>
          <p:nvPr/>
        </p:nvPicPr>
        <p:blipFill>
          <a:blip xmlns:r="http://schemas.openxmlformats.org/officeDocument/2006/relationships" xmlns:a="http://schemas.openxmlformats.org/drawingml/2006/main" r:embed="Rcf703156eab941b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CCC90B-A361-4F05-80FE-F91542B912A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1E76C75F-43AF-456C-82B8-907EA0C85034}"/>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AI-assisted technical assessment, 27 October 2026</a:t>
            </a:r>
          </a:p>
        </p:txBody>
      </p:sp>
      <p:graphicFrame>
        <p:nvGraphicFramePr>
          <p:cNvPr id="4" name="">
            <a:extLst xmlns:a="http://schemas.openxmlformats.org/drawingml/2006/main">
              <a:ext uri="{FF2B5EF4-FFF2-40B4-BE49-F238E27FC236}">
                <a16:creationId xmlns:a16="http://schemas.microsoft.com/office/drawing/2014/main" id="{848E920C-3F80-4209-A75D-222926E99B7D}"/>
              </a:ext>
            </a:extLst>
          </p:cNvPr>
          <p:cNvGraphicFramePr/>
          <p:nvPr/>
        </p:nvGraphicFramePr>
        <p:xfrm>
          <a:off xmlns:a="http://schemas.openxmlformats.org/drawingml/2006/main" x="533400" y="1514475"/>
          <a:ext xmlns:a="http://schemas.openxmlformats.org/drawingml/2006/main" cx="8058150" cy="3048000"/>
        </p:xfrm>
        <a:graphic xmlns:a="http://schemas.openxmlformats.org/drawingml/2006/main">
          <a:graphicData uri="http://schemas.openxmlformats.org/drawingml/2006/table">
            <a:tbl>
              <a:tblPr/>
              <a:tblGrid>
                <a:gridCol w="3790950"/>
                <a:gridCol w="1581150"/>
                <a:gridCol w="2686050"/>
              </a:tblGrid>
              <a:tr h="381000">
                <a:tc>
                  <a:txBody>
                    <a:bodyPr wrap="square" lIns="38100" tIns="38100" rIns="38100" bIns="38100"/>
                    <a:lstStyle/>
                    <a:p>
                      <a:pPr algn="ctr"/>
                      <a:r>
                        <a:rPr sz="1350" b="1">
                          <a:solidFill>
                            <a:srgbClr val="171717"/>
                          </a:solidFill>
                          <a:latin typeface="Cambria"/>
                          <a:ea typeface="Cambria"/>
                          <a:cs typeface="Cambria"/>
                        </a:rPr>
                        <a:t>Verification</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Evidence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81000">
                <a:tc>
                  <a:txBody>
                    <a:bodyPr wrap="square" lIns="38100" tIns="38100" rIns="38100" bIns="38100"/>
                    <a:lstStyle/>
                    <a:p>
                      <a:pPr algn="l"/>
                      <a:r>
                        <a:rPr sz="1350" b="0">
                          <a:solidFill>
                            <a:srgbClr val="171717"/>
                          </a:solidFill>
                          <a:latin typeface="Cambria"/>
                          <a:ea typeface="Cambria"/>
                          <a:cs typeface="Cambria"/>
                        </a:rPr>
                        <a:t>Build, TypeScript and lint</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Local checks completed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Unit tests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17 / 17</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Calculation checks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Controlled database scenarios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20 / 22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2 authorization failures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Anonymous browser routes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Redirected to login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TLS and anonymous API checks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TLS 1.3 and HTTP 401</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Client credential scan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105 files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No matching secret patterns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Live database controls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36 tables / 8 views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RLS / invoker security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74A474E-1421-46AD-A86A-FCE984AB4420}"/>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Executed test outcomes. These are separate from expert-survey ratings.</a:t>
            </a:r>
          </a:p>
        </p:txBody>
      </p:sp>
    </p:spTree>
    <p:extLst>
      <p:ext uri="{BB962C8B-B14F-4D97-AF65-F5344CB8AC3E}">
        <p14:creationId xmlns:p14="http://schemas.microsoft.com/office/powerpoint/2010/main" val="129123419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51870BE-B4E8-4571-82FF-6392F37C0A44}"/>
              </a:ext>
            </a:extLst>
          </p:cNvPr>
          <p:cNvPicPr>
            <a:picLocks xmlns:a="http://schemas.openxmlformats.org/drawingml/2006/main" noChangeAspect="1"/>
          </p:cNvPicPr>
          <p:nvPr/>
        </p:nvPicPr>
        <p:blipFill>
          <a:blip xmlns:r="http://schemas.openxmlformats.org/officeDocument/2006/relationships" xmlns:a="http://schemas.openxmlformats.org/drawingml/2006/main" r:embed="Rb3a7902783f342e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C15705-9E91-46DA-B140-4E627FCF686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6614896C-CFCD-4A10-9A58-AB4F70D38B0A}"/>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Authorization failures observed on 27 October 2026</a:t>
            </a:r>
          </a:p>
        </p:txBody>
      </p:sp>
      <p:graphicFrame>
        <p:nvGraphicFramePr>
          <p:cNvPr id="4" name="">
            <a:extLst xmlns:a="http://schemas.openxmlformats.org/drawingml/2006/main">
              <a:ext uri="{FF2B5EF4-FFF2-40B4-BE49-F238E27FC236}">
                <a16:creationId xmlns:a16="http://schemas.microsoft.com/office/drawing/2014/main" id="{D9AF7E38-620E-4463-9E37-53F806C0DD96}"/>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2190750"/>
                <a:gridCol w="1095375"/>
                <a:gridCol w="4772025"/>
              </a:tblGrid>
              <a:tr h="419100">
                <a:tc>
                  <a:txBody>
                    <a:bodyPr wrap="square" lIns="38100" tIns="38100" rIns="38100" bIns="38100"/>
                    <a:lstStyle/>
                    <a:p>
                      <a:pPr algn="ctr"/>
                      <a:r>
                        <a:rPr sz="1500" b="1">
                          <a:solidFill>
                            <a:srgbClr val="171717"/>
                          </a:solidFill>
                          <a:latin typeface="Cambria"/>
                          <a:ea typeface="Cambria"/>
                          <a:cs typeface="Cambria"/>
                        </a:rPr>
                        <a:t>Finding</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Priority</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Observed behavior and required action</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38100" tIns="38100" rIns="38100" bIns="38100"/>
                    <a:lstStyle/>
                    <a:p>
                      <a:pPr algn="l"/>
                      <a:r>
                        <a:rPr sz="1500" b="0">
                          <a:solidFill>
                            <a:srgbClr val="171717"/>
                          </a:solidFill>
                          <a:latin typeface="Cambria"/>
                          <a:ea typeface="Cambria"/>
                          <a:cs typeface="Cambria"/>
                        </a:rPr>
                        <a:t>MFA assurance for 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B42318"/>
                          </a:solidFill>
                          <a:latin typeface="Cambria"/>
                          <a:ea typeface="Cambria"/>
                          <a:cs typeface="Cambria"/>
                        </a:rPr>
                        <a:t>High</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MFA-enrolled account at AAL1 created a store.</a:t>
                      </a:r>
                    </a:p>
                    <a:p>
                      <a:pPr algn="l"/>
                      <a:r>
                        <a:rPr sz="1500" b="0">
                          <a:solidFill>
                            <a:srgbClr val="171717"/>
                          </a:solidFill>
                          <a:latin typeface="Cambria"/>
                          <a:ea typeface="Cambria"/>
                          <a:cs typeface="Cambria"/>
                        </a:rPr>
                        <a:t>Enforce assurance in the privileged function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38100" tIns="38100" rIns="38100" bIns="38100"/>
                    <a:lstStyle/>
                    <a:p>
                      <a:pPr algn="l"/>
                      <a:r>
                        <a:rPr sz="1500" b="0">
                          <a:solidFill>
                            <a:srgbClr val="171717"/>
                          </a:solidFill>
                          <a:latin typeface="Cambria"/>
                          <a:ea typeface="Cambria"/>
                          <a:cs typeface="Cambria"/>
                        </a:rPr>
                        <a:t>Anonymous audit-event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9D5B00"/>
                          </a:solidFill>
                          <a:latin typeface="Cambria"/>
                          <a:ea typeface="Cambria"/>
                          <a:cs typeface="Cambria"/>
                        </a:rPr>
                        <a:t>Medium</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anonymous caller inserted an audit event through an RPC.</a:t>
                      </a:r>
                    </a:p>
                    <a:p>
                      <a:pPr algn="l"/>
                      <a:r>
                        <a:rPr sz="1500" b="0">
                          <a:solidFill>
                            <a:srgbClr val="171717"/>
                          </a:solidFill>
                          <a:latin typeface="Cambria"/>
                          <a:ea typeface="Cambria"/>
                          <a:cs typeface="Cambria"/>
                        </a:rPr>
                        <a:t>Restrict execution, validate the caller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34EC87E-9DEC-42FC-881A-78ABE7DDDEEC}"/>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Conditional technical suitability</a:t>
            </a:r>
          </a:p>
        </p:txBody>
      </p:sp>
      <p:sp>
        <p:nvSpPr>
          <p:cNvPr id="6" name="">
            <a:extLst xmlns:a="http://schemas.openxmlformats.org/drawingml/2006/main">
              <a:ext uri="{FF2B5EF4-FFF2-40B4-BE49-F238E27FC236}">
                <a16:creationId xmlns:a16="http://schemas.microsoft.com/office/drawing/2014/main" id="{6BCE7A7B-F7A4-494B-9ED3-E931A2AE1A50}"/>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Remediation and retesting are required for a full security pass.</a:t>
            </a:r>
          </a:p>
        </p:txBody>
      </p:sp>
    </p:spTree>
    <p:extLst>
      <p:ext uri="{BB962C8B-B14F-4D97-AF65-F5344CB8AC3E}">
        <p14:creationId xmlns:p14="http://schemas.microsoft.com/office/powerpoint/2010/main" val="81044522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B3EF74C0-D3EC-4DB4-8F7A-6134CD0F343A}"/>
              </a:ext>
            </a:extLst>
          </p:cNvPr>
          <p:cNvPicPr>
            <a:picLocks xmlns:a="http://schemas.openxmlformats.org/drawingml/2006/main" noChangeAspect="1"/>
          </p:cNvPicPr>
          <p:nvPr/>
        </p:nvPicPr>
        <p:blipFill>
          <a:blip xmlns:r="http://schemas.openxmlformats.org/officeDocument/2006/relationships" xmlns:a="http://schemas.openxmlformats.org/drawingml/2006/main" r:embed="R849e548f67c8490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2026-10-27T16:29:31.7810000Z</dcterms:created>
  <dcterms:modified xsi:type="dcterms:W3CDTF">2026-10-27T16:29:31.7810000Z</dcterms:modified>
</coreProperties>
</file>