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ca19982dd4d18" /><Relationship Type="http://schemas.openxmlformats.org/officeDocument/2006/relationships/extended-properties" Target="/docProps/app.xml" Id="Reec77f8617ae4f83" /><Relationship Type="http://schemas.openxmlformats.org/officeDocument/2006/relationships/officeDocument" Target="/ppt/presentation.xml" Id="R4fc797e8e6904cc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e4a839edde04ba1"/>
  </p:sldMasterIdLst>
  <p:notesMasterIdLst>
    <p:notesMasterId xmlns:r="http://schemas.openxmlformats.org/officeDocument/2006/relationships" r:id="R2547249bf5494733"/>
  </p:notesMasterIdLst>
  <p:sldIdLst>
    <p:sldId xmlns:r="http://schemas.openxmlformats.org/officeDocument/2006/relationships" id="256" r:id="R5cb772cbc87f43a2"/>
    <p:sldId xmlns:r="http://schemas.openxmlformats.org/officeDocument/2006/relationships" id="257" r:id="Re9765995e1b54851"/>
    <p:sldId xmlns:r="http://schemas.openxmlformats.org/officeDocument/2006/relationships" id="258" r:id="R04aceb635d6840d1"/>
    <p:sldId xmlns:r="http://schemas.openxmlformats.org/officeDocument/2006/relationships" id="259" r:id="R647138c6a5d84753"/>
    <p:sldId xmlns:r="http://schemas.openxmlformats.org/officeDocument/2006/relationships" id="260" r:id="R2d66ee4c28f1420e"/>
    <p:sldId xmlns:r="http://schemas.openxmlformats.org/officeDocument/2006/relationships" id="261" r:id="R7377580a8bef4299"/>
    <p:sldId xmlns:r="http://schemas.openxmlformats.org/officeDocument/2006/relationships" id="262" r:id="R5d8dbdc7501d431c"/>
    <p:sldId xmlns:r="http://schemas.openxmlformats.org/officeDocument/2006/relationships" id="263" r:id="R2b5a2ec235bc428c"/>
    <p:sldId xmlns:r="http://schemas.openxmlformats.org/officeDocument/2006/relationships" id="264" r:id="Rfe91fb03dc57410a"/>
    <p:sldId xmlns:r="http://schemas.openxmlformats.org/officeDocument/2006/relationships" id="265" r:id="R82134e727708423c"/>
    <p:sldId xmlns:r="http://schemas.openxmlformats.org/officeDocument/2006/relationships" id="266" r:id="R88b77c9d300d4e9f"/>
    <p:sldId xmlns:r="http://schemas.openxmlformats.org/officeDocument/2006/relationships" id="267" r:id="Ra54edbbbd405439b"/>
    <p:sldId xmlns:r="http://schemas.openxmlformats.org/officeDocument/2006/relationships" id="268" r:id="Rccb20307d4af4814"/>
    <p:sldId xmlns:r="http://schemas.openxmlformats.org/officeDocument/2006/relationships" id="269" r:id="R51f95cc8b5c543ef"/>
    <p:sldId xmlns:r="http://schemas.openxmlformats.org/officeDocument/2006/relationships" id="270" r:id="R28c379d064d14402"/>
    <p:sldId xmlns:r="http://schemas.openxmlformats.org/officeDocument/2006/relationships" id="271" r:id="R66292cd5ad2642b4"/>
  </p:sldIdLst>
  <p:sldSz cx="9144000" cy="5143500"/>
  <p:notesSz cx="6858000" cy="9144000"/>
  <p:embeddedFontLst>
    <p:embeddedFont>
      <p:font typeface="Cambria"/>
      <p:regular xmlns:r="http://schemas.openxmlformats.org/officeDocument/2006/relationships" r:id="Rcb909459765d4c14"/>
      <p:bold xmlns:r="http://schemas.openxmlformats.org/officeDocument/2006/relationships" r:id="R4f35a843890748d0"/>
      <p:italic xmlns:r="http://schemas.openxmlformats.org/officeDocument/2006/relationships" r:id="Rb59335bf3dd545f3"/>
      <p:boldItalic xmlns:r="http://schemas.openxmlformats.org/officeDocument/2006/relationships" r:id="Rfc09bfb0bae6436e"/>
    </p:embeddedFont>
    <p:embeddedFont>
      <p:font typeface="Lato"/>
      <p:regular xmlns:r="http://schemas.openxmlformats.org/officeDocument/2006/relationships" r:id="Ra2978a06ee084c81"/>
      <p:bold xmlns:r="http://schemas.openxmlformats.org/officeDocument/2006/relationships" r:id="R7f4b3850661549ec"/>
      <p:italic xmlns:r="http://schemas.openxmlformats.org/officeDocument/2006/relationships" r:id="Ra15e75ba3ba24e6b"/>
      <p:boldItalic xmlns:r="http://schemas.openxmlformats.org/officeDocument/2006/relationships" r:id="R496197e6346a471b"/>
    </p:embeddedFont>
    <p:embeddedFont>
      <p:font typeface="Open Sans"/>
      <p:regular xmlns:r="http://schemas.openxmlformats.org/officeDocument/2006/relationships" r:id="R3f0e5c89b55944da"/>
      <p:bold xmlns:r="http://schemas.openxmlformats.org/officeDocument/2006/relationships" r:id="R3d3d930117224971"/>
      <p:italic xmlns:r="http://schemas.openxmlformats.org/officeDocument/2006/relationships" r:id="Refb5cdbf75144a22"/>
      <p:boldItalic xmlns:r="http://schemas.openxmlformats.org/officeDocument/2006/relationships" r:id="R049bf7cb81b146a4"/>
    </p:embeddedFont>
    <p:embeddedFont>
      <p:font typeface="Raleway"/>
      <p:regular xmlns:r="http://schemas.openxmlformats.org/officeDocument/2006/relationships" r:id="R614b139314804b07"/>
      <p:bold xmlns:r="http://schemas.openxmlformats.org/officeDocument/2006/relationships" r:id="Rda99f2c3c0444920"/>
      <p:italic xmlns:r="http://schemas.openxmlformats.org/officeDocument/2006/relationships" r:id="R022a760f5929453f"/>
      <p:boldItalic xmlns:r="http://schemas.openxmlformats.org/officeDocument/2006/relationships" r:id="R6bacfc2fedfb4ee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14fc51476b04ffd" /><Relationship Type="http://schemas.openxmlformats.org/officeDocument/2006/relationships/slideMaster" Target="/ppt/slideMasters/slideMaster1.xml" Id="R2e4a839edde04ba1" /><Relationship Type="http://schemas.openxmlformats.org/officeDocument/2006/relationships/notesMaster" Target="/ppt/notesMasters/notesMaster1.xml" Id="R2547249bf5494733" /><Relationship Type="http://schemas.openxmlformats.org/officeDocument/2006/relationships/presProps" Target="/ppt/presProps.xml" Id="R2cb9a50aea7048bd" /><Relationship Type="http://schemas.openxmlformats.org/officeDocument/2006/relationships/viewProps" Target="/ppt/viewProps.xml" Id="Rd74361e44ab04736" /><Relationship Type="http://schemas.openxmlformats.org/officeDocument/2006/relationships/tableStyles" Target="/ppt/tableStyles.xml" Id="R63fe3151344e43d7" /><Relationship Type="http://schemas.openxmlformats.org/officeDocument/2006/relationships/font" Target="/ppt/fonts/font.dat" Id="Rcb909459765d4c14" /><Relationship Type="http://schemas.openxmlformats.org/officeDocument/2006/relationships/font" Target="/ppt/fonts/font2.dat" Id="R4f35a843890748d0" /><Relationship Type="http://schemas.openxmlformats.org/officeDocument/2006/relationships/font" Target="/ppt/fonts/font3.dat" Id="Rb59335bf3dd545f3" /><Relationship Type="http://schemas.openxmlformats.org/officeDocument/2006/relationships/font" Target="/ppt/fonts/font4.dat" Id="Rfc09bfb0bae6436e" /><Relationship Type="http://schemas.openxmlformats.org/officeDocument/2006/relationships/font" Target="/ppt/fonts/font5.dat" Id="Ra2978a06ee084c81" /><Relationship Type="http://schemas.openxmlformats.org/officeDocument/2006/relationships/font" Target="/ppt/fonts/font6.dat" Id="R7f4b3850661549ec" /><Relationship Type="http://schemas.openxmlformats.org/officeDocument/2006/relationships/font" Target="/ppt/fonts/font7.dat" Id="Ra15e75ba3ba24e6b" /><Relationship Type="http://schemas.openxmlformats.org/officeDocument/2006/relationships/font" Target="/ppt/fonts/font8.dat" Id="R496197e6346a471b" /><Relationship Type="http://schemas.openxmlformats.org/officeDocument/2006/relationships/font" Target="/ppt/fonts/font9.dat" Id="R3f0e5c89b55944da" /><Relationship Type="http://schemas.openxmlformats.org/officeDocument/2006/relationships/font" Target="/ppt/fonts/font10.dat" Id="R3d3d930117224971" /><Relationship Type="http://schemas.openxmlformats.org/officeDocument/2006/relationships/font" Target="/ppt/fonts/font11.dat" Id="Refb5cdbf75144a22" /><Relationship Type="http://schemas.openxmlformats.org/officeDocument/2006/relationships/font" Target="/ppt/fonts/font12.dat" Id="R049bf7cb81b146a4" /><Relationship Type="http://schemas.openxmlformats.org/officeDocument/2006/relationships/font" Target="/ppt/fonts/font13.dat" Id="R614b139314804b07" /><Relationship Type="http://schemas.openxmlformats.org/officeDocument/2006/relationships/font" Target="/ppt/fonts/font14.dat" Id="Rda99f2c3c0444920" /><Relationship Type="http://schemas.openxmlformats.org/officeDocument/2006/relationships/font" Target="/ppt/fonts/font15.dat" Id="R022a760f5929453f" /><Relationship Type="http://schemas.openxmlformats.org/officeDocument/2006/relationships/font" Target="/ppt/fonts/font16.dat" Id="R6bacfc2fedfb4ee2" /><Relationship Type="http://schemas.openxmlformats.org/officeDocument/2006/relationships/slide" Target="/ppt/slides/slide1.xml" Id="R5cb772cbc87f43a2" /><Relationship Type="http://schemas.openxmlformats.org/officeDocument/2006/relationships/slide" Target="/ppt/slides/slide2.xml" Id="Re9765995e1b54851" /><Relationship Type="http://schemas.openxmlformats.org/officeDocument/2006/relationships/slide" Target="/ppt/slides/slide3.xml" Id="R04aceb635d6840d1" /><Relationship Type="http://schemas.openxmlformats.org/officeDocument/2006/relationships/slide" Target="/ppt/slides/slide4.xml" Id="R647138c6a5d84753" /><Relationship Type="http://schemas.openxmlformats.org/officeDocument/2006/relationships/slide" Target="/ppt/slides/slide5.xml" Id="R2d66ee4c28f1420e" /><Relationship Type="http://schemas.openxmlformats.org/officeDocument/2006/relationships/slide" Target="/ppt/slides/slide6.xml" Id="R7377580a8bef4299" /><Relationship Type="http://schemas.openxmlformats.org/officeDocument/2006/relationships/slide" Target="/ppt/slides/slide7.xml" Id="R5d8dbdc7501d431c" /><Relationship Type="http://schemas.openxmlformats.org/officeDocument/2006/relationships/slide" Target="/ppt/slides/slide8.xml" Id="R2b5a2ec235bc428c" /><Relationship Type="http://schemas.openxmlformats.org/officeDocument/2006/relationships/slide" Target="/ppt/slides/slide9.xml" Id="Rfe91fb03dc57410a" /><Relationship Type="http://schemas.openxmlformats.org/officeDocument/2006/relationships/slide" Target="/ppt/slides/slide10.xml" Id="R82134e727708423c" /><Relationship Type="http://schemas.openxmlformats.org/officeDocument/2006/relationships/slide" Target="/ppt/slides/slide11.xml" Id="R88b77c9d300d4e9f" /><Relationship Type="http://schemas.openxmlformats.org/officeDocument/2006/relationships/slide" Target="/ppt/slides/slide12.xml" Id="Ra54edbbbd405439b" /><Relationship Type="http://schemas.openxmlformats.org/officeDocument/2006/relationships/slide" Target="/ppt/slides/slide13.xml" Id="Rccb20307d4af4814" /><Relationship Type="http://schemas.openxmlformats.org/officeDocument/2006/relationships/slide" Target="/ppt/slides/slide14.xml" Id="R51f95cc8b5c543ef" /><Relationship Type="http://schemas.openxmlformats.org/officeDocument/2006/relationships/slide" Target="/ppt/slides/slide15.xml" Id="R28c379d064d14402" /><Relationship Type="http://schemas.openxmlformats.org/officeDocument/2006/relationships/slide" Target="/ppt/slides/slide16.xml" Id="R66292cd5ad2642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df1461e83d4f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76a9344d6f4389" /><Relationship Type="http://schemas.openxmlformats.org/officeDocument/2006/relationships/notesMaster" Target="/ppt/notesMasters/notesMaster1.xml" Id="R1c7cf285f64346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a1816231dc48f5" /><Relationship Type="http://schemas.openxmlformats.org/officeDocument/2006/relationships/notesMaster" Target="/ppt/notesMasters/notesMaster1.xml" Id="Rca7de9208fd44e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8e32a77915476d" /><Relationship Type="http://schemas.openxmlformats.org/officeDocument/2006/relationships/notesMaster" Target="/ppt/notesMasters/notesMaster1.xml" Id="Rf4916e6e7e9b41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fc7eebc8884729" /><Relationship Type="http://schemas.openxmlformats.org/officeDocument/2006/relationships/notesMaster" Target="/ppt/notesMasters/notesMaster1.xml" Id="Rbfc2c2dbd90e4b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e59472e33e490d" /><Relationship Type="http://schemas.openxmlformats.org/officeDocument/2006/relationships/notesMaster" Target="/ppt/notesMasters/notesMaster1.xml" Id="R76444297039944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75de11548d4929" /><Relationship Type="http://schemas.openxmlformats.org/officeDocument/2006/relationships/notesMaster" Target="/ppt/notesMasters/notesMaster1.xml" Id="R3050e6db3e0d40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822300955d463b" /><Relationship Type="http://schemas.openxmlformats.org/officeDocument/2006/relationships/notesMaster" Target="/ppt/notesMasters/notesMaster1.xml" Id="Rc36b159b8fdb46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0eee2f94334df7" /><Relationship Type="http://schemas.openxmlformats.org/officeDocument/2006/relationships/notesMaster" Target="/ppt/notesMasters/notesMaster1.xml" Id="Rca865480c37444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30d97ded964b97" /><Relationship Type="http://schemas.openxmlformats.org/officeDocument/2006/relationships/notesMaster" Target="/ppt/notesMasters/notesMaster1.xml" Id="R7ff90cd1cd6e49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c0f5883b88408e" /><Relationship Type="http://schemas.openxmlformats.org/officeDocument/2006/relationships/notesMaster" Target="/ppt/notesMasters/notesMaster1.xml" Id="R9bf9ef35bc7f44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43b2c0d5884ba2" /><Relationship Type="http://schemas.openxmlformats.org/officeDocument/2006/relationships/notesMaster" Target="/ppt/notesMasters/notesMaster1.xml" Id="Rd105e8765cd84a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578ef9467b415c" /><Relationship Type="http://schemas.openxmlformats.org/officeDocument/2006/relationships/notesMaster" Target="/ppt/notesMasters/notesMaster1.xml" Id="R06c9906802994c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4c47695f91451a" /><Relationship Type="http://schemas.openxmlformats.org/officeDocument/2006/relationships/notesMaster" Target="/ppt/notesMasters/notesMaster1.xml" Id="R5c5d485df99044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bbedf6af9b429c" /><Relationship Type="http://schemas.openxmlformats.org/officeDocument/2006/relationships/notesMaster" Target="/ppt/notesMasters/notesMaster1.xml" Id="R4e1c4bfd4a8e4e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54fb6990884beb" /><Relationship Type="http://schemas.openxmlformats.org/officeDocument/2006/relationships/notesMaster" Target="/ppt/notesMasters/notesMaster1.xml" Id="R6ce6ce1a742246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9f79c58df34828" /><Relationship Type="http://schemas.openxmlformats.org/officeDocument/2006/relationships/notesMaster" Target="/ppt/notesMasters/notesMaster1.xml" Id="Re0499b93db5e42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d8e0f6e25440ee" /><Relationship Type="http://schemas.openxmlformats.org/officeDocument/2006/relationships/image" Target="/ppt/media/image2.png" Id="R58fe798886ff4a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f422e26b424a5b" /><Relationship Type="http://schemas.openxmlformats.org/officeDocument/2006/relationships/image" Target="/ppt/media/image3.png" Id="R85cc05412abf46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d058e775824b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9e9083768345c2" /><Relationship Type="http://schemas.openxmlformats.org/officeDocument/2006/relationships/image" Target="/ppt/media/image4.png" Id="Re8a50ae0f18044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19b57c411d41a7" /><Relationship Type="http://schemas.openxmlformats.org/officeDocument/2006/relationships/image" Target="/ppt/media/image5.png" Id="Rf5b52c65b4a54b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0769c10e4d45f3" /><Relationship Type="http://schemas.openxmlformats.org/officeDocument/2006/relationships/image" Target="/ppt/media/image6.png" Id="Rf46c6c2472e34b4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e9f6ef054a4811" /><Relationship Type="http://schemas.openxmlformats.org/officeDocument/2006/relationships/image" Target="/ppt/media/image7.png" Id="Rd2be305130e7428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67a01bc0824f2a" /><Relationship Type="http://schemas.openxmlformats.org/officeDocument/2006/relationships/image" Target="/ppt/media/image8.png" Id="R0d69fccbcc294eb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b11e4195d0a426b" /><Relationship Type="http://schemas.openxmlformats.org/officeDocument/2006/relationships/image" Target="/ppt/media/image9.png" Id="R15a97d7c3a1844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48a48505e234745" /><Relationship Type="http://schemas.openxmlformats.org/officeDocument/2006/relationships/image" Target="/ppt/media/image10.png" Id="R647ebcd176ea4d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11e94602bf4a11" /><Relationship Type="http://schemas.openxmlformats.org/officeDocument/2006/relationships/image" Target="/ppt/media/image11.png" Id="R498023eb21444e6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c1965a9b9324648" /><Relationship Type="http://schemas.openxmlformats.org/officeDocument/2006/relationships/image" Target="/ppt/media/image12.png" Id="Rcaa6e68846b34de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afe34c908284199" /><Relationship Type="http://schemas.openxmlformats.org/officeDocument/2006/relationships/image" Target="/ppt/media/image13.png" Id="R1d8d15e37c1448e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9f465751a26418e"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1BB5926E-ABC1-482B-949D-746B2CF8E2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fe798886ff4a0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4E10472F-106D-4236-BEC4-B8347BC1C75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cc05412abf462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742C54A9-E717-4DCA-9259-8DD8DF79825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a50ae0f18044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FB031C37-111A-40D8-9173-49C2226074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b52c65b4a54bf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E5321114-3DF3-4DF0-9FEB-FDAA6CE38D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6c6c2472e34b4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0D44352B-5452-4804-854C-56F76813D62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2be305130e7428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7CA19E86-2AB9-450C-8E57-8B72A300DE3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d69fccbcc294eb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BC561F1E-2522-4A18-BFF0-284D9D2440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5a97d7c3a1844d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B2E82851-7F22-4AF1-9122-420FB1A71B5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7ebcd176ea4d7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48CF573A-6F5D-4138-8D06-F8F0238CDD9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98023eb21444e6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E00C7AD0-2E23-4F23-93C6-E5F6672789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aa6e68846b34de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200B5016-04D1-4BC3-8C9C-7BD90E2F20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8d15e37c1448e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37c2d83c9a8f459d" /><Relationship Type="http://schemas.openxmlformats.org/officeDocument/2006/relationships/theme" Target="/ppt/slideMasters/theme/theme2.xml" Id="Raf2e1e3dbbb84e71" /><Relationship Type="http://schemas.openxmlformats.org/officeDocument/2006/relationships/slideLayout" Target="/ppt/slideLayouts/slideLayout1.xml" Id="R70e2d69241a44d06" /><Relationship Type="http://schemas.openxmlformats.org/officeDocument/2006/relationships/slideLayout" Target="/ppt/slideLayouts/slideLayout2.xml" Id="Rae7c8417e4bb4185" /><Relationship Type="http://schemas.openxmlformats.org/officeDocument/2006/relationships/slideLayout" Target="/ppt/slideLayouts/slideLayout3.xml" Id="R2f3de74bf64448fd" /><Relationship Type="http://schemas.openxmlformats.org/officeDocument/2006/relationships/slideLayout" Target="/ppt/slideLayouts/slideLayout4.xml" Id="Re855236fa2af450d" /><Relationship Type="http://schemas.openxmlformats.org/officeDocument/2006/relationships/slideLayout" Target="/ppt/slideLayouts/slideLayout5.xml" Id="Rec126c6789d54b8e" /><Relationship Type="http://schemas.openxmlformats.org/officeDocument/2006/relationships/slideLayout" Target="/ppt/slideLayouts/slideLayout6.xml" Id="R1ef804f6d66e480e" /><Relationship Type="http://schemas.openxmlformats.org/officeDocument/2006/relationships/slideLayout" Target="/ppt/slideLayouts/slideLayout7.xml" Id="Rd6f937470fed4a96" /><Relationship Type="http://schemas.openxmlformats.org/officeDocument/2006/relationships/slideLayout" Target="/ppt/slideLayouts/slideLayout8.xml" Id="R0319472b5a68499e" /><Relationship Type="http://schemas.openxmlformats.org/officeDocument/2006/relationships/slideLayout" Target="/ppt/slideLayouts/slideLayout9.xml" Id="R49703fdb1c7049cd" /><Relationship Type="http://schemas.openxmlformats.org/officeDocument/2006/relationships/slideLayout" Target="/ppt/slideLayouts/slideLayout10.xml" Id="Rf674035015854208" /><Relationship Type="http://schemas.openxmlformats.org/officeDocument/2006/relationships/slideLayout" Target="/ppt/slideLayouts/slideLayout11.xml" Id="R7a51bc7705ef4d0a" /><Relationship Type="http://schemas.openxmlformats.org/officeDocument/2006/relationships/slideLayout" Target="/ppt/slideLayouts/slideLayout12.xml" Id="Rece0a62e2ff34e66" /><Relationship Type="http://schemas.openxmlformats.org/officeDocument/2006/relationships/slideLayout" Target="/ppt/slideLayouts/slideLayout13.xml" Id="Rdc18dca2f39e4ee1" /><Relationship Type="http://schemas.openxmlformats.org/officeDocument/2006/relationships/slideLayout" Target="/ppt/slideLayouts/slideLayout14.xml" Id="R1fff8af93cb6468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C8FC0B7A-E96A-4E2C-A5AF-FD59ADD0D4A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7c2d83c9a8f459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0e2d69241a44d06"/>
    <p:sldLayoutId xmlns:r="http://schemas.openxmlformats.org/officeDocument/2006/relationships" id="2147483650" r:id="Rae7c8417e4bb4185"/>
    <p:sldLayoutId xmlns:r="http://schemas.openxmlformats.org/officeDocument/2006/relationships" id="2147483651" r:id="R2f3de74bf64448fd"/>
    <p:sldLayoutId xmlns:r="http://schemas.openxmlformats.org/officeDocument/2006/relationships" id="2147483652" r:id="Re855236fa2af450d"/>
    <p:sldLayoutId xmlns:r="http://schemas.openxmlformats.org/officeDocument/2006/relationships" id="2147483653" r:id="Rec126c6789d54b8e"/>
    <p:sldLayoutId xmlns:r="http://schemas.openxmlformats.org/officeDocument/2006/relationships" id="2147483654" r:id="R1ef804f6d66e480e"/>
    <p:sldLayoutId xmlns:r="http://schemas.openxmlformats.org/officeDocument/2006/relationships" id="2147483655" r:id="Rd6f937470fed4a96"/>
    <p:sldLayoutId xmlns:r="http://schemas.openxmlformats.org/officeDocument/2006/relationships" id="2147483656" r:id="R0319472b5a68499e"/>
    <p:sldLayoutId xmlns:r="http://schemas.openxmlformats.org/officeDocument/2006/relationships" id="2147483657" r:id="R49703fdb1c7049cd"/>
    <p:sldLayoutId xmlns:r="http://schemas.openxmlformats.org/officeDocument/2006/relationships" id="2147483658" r:id="Rf674035015854208"/>
    <p:sldLayoutId xmlns:r="http://schemas.openxmlformats.org/officeDocument/2006/relationships" id="2147483659" r:id="R7a51bc7705ef4d0a"/>
    <p:sldLayoutId xmlns:r="http://schemas.openxmlformats.org/officeDocument/2006/relationships" id="2147483660" r:id="Rece0a62e2ff34e66"/>
    <p:sldLayoutId xmlns:r="http://schemas.openxmlformats.org/officeDocument/2006/relationships" id="2147483661" r:id="Rdc18dca2f39e4ee1"/>
    <p:sldLayoutId xmlns:r="http://schemas.openxmlformats.org/officeDocument/2006/relationships" id="2147483662" r:id="R1fff8af93cb6468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d0f12d3f7443c8" /><Relationship Type="http://schemas.openxmlformats.org/officeDocument/2006/relationships/image" Target="/ppt/media/image14.png" Id="R2af2fd4061854a5c" /><Relationship Type="http://schemas.openxmlformats.org/officeDocument/2006/relationships/notesSlide" Target="/ppt/notesSlides/notesSlide1.xml" Id="R8904e164504640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56c9a64f93d14867" /><Relationship Type="http://schemas.openxmlformats.org/officeDocument/2006/relationships/image" Target="/ppt/media/image15.png" Id="R04b424d433a84fbb" /><Relationship Type="http://schemas.openxmlformats.org/officeDocument/2006/relationships/notesSlide" Target="/ppt/notesSlides/notesSlide2.xml" Id="Rca7c5df407404a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6643ccec964648f4" /><Relationship Type="http://schemas.openxmlformats.org/officeDocument/2006/relationships/image" Target="/ppt/media/image15.png" Id="Rb5e5c8db335f40b5" /><Relationship Type="http://schemas.openxmlformats.org/officeDocument/2006/relationships/image" Target="/ppt/media/image16.png" Id="R9489015c1e784ced" /><Relationship Type="http://schemas.openxmlformats.org/officeDocument/2006/relationships/notesSlide" Target="/ppt/notesSlides/notesSlide3.xml" Id="R6f366fe5e46d48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95d0743505c4a33" /><Relationship Type="http://schemas.openxmlformats.org/officeDocument/2006/relationships/image" Target="/ppt/media/image15.png" Id="R89626acb25344344" /><Relationship Type="http://schemas.openxmlformats.org/officeDocument/2006/relationships/notesSlide" Target="/ppt/notesSlides/notesSlide4.xml" Id="R60981f76b5ed45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22e1cf0b2714d3c" /><Relationship Type="http://schemas.openxmlformats.org/officeDocument/2006/relationships/image" Target="/ppt/media/image15.png" Id="R9ad78e08fee240ad" /><Relationship Type="http://schemas.openxmlformats.org/officeDocument/2006/relationships/notesSlide" Target="/ppt/notesSlides/notesSlide5.xml" Id="Ra60f77cdc18a45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7da4d03ef614969" /><Relationship Type="http://schemas.openxmlformats.org/officeDocument/2006/relationships/image" Target="/ppt/media/image15.png" Id="Rcb8775d2236b4a3f" /><Relationship Type="http://schemas.openxmlformats.org/officeDocument/2006/relationships/notesSlide" Target="/ppt/notesSlides/notesSlide6.xml" Id="R5d3daf773dcb4f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1a529ac6f4a24a7b" /><Relationship Type="http://schemas.openxmlformats.org/officeDocument/2006/relationships/image" Target="/ppt/media/image15.png" Id="R237197794a424cd2" /><Relationship Type="http://schemas.openxmlformats.org/officeDocument/2006/relationships/notesSlide" Target="/ppt/notesSlides/notesSlide7.xml" Id="Re8139752f00542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5d76ce13f15b40b5" /><Relationship Type="http://schemas.openxmlformats.org/officeDocument/2006/relationships/image" Target="/ppt/media/image15.png" Id="Rb5557fd03be34972" /><Relationship Type="http://schemas.openxmlformats.org/officeDocument/2006/relationships/notesSlide" Target="/ppt/notesSlides/notesSlide8.xml" Id="R2c5028b14b9a43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237db62b1fc0485a" /><Relationship Type="http://schemas.openxmlformats.org/officeDocument/2006/relationships/image" Target="/ppt/media/image15.png" Id="Rf0ee1a3f9f7345bc" /><Relationship Type="http://schemas.openxmlformats.org/officeDocument/2006/relationships/image" Target="/ppt/media/image17.png" Id="Rca77cb2f96454702" /><Relationship Type="http://schemas.openxmlformats.org/officeDocument/2006/relationships/notesSlide" Target="/ppt/notesSlides/notesSlide9.xml" Id="R8cbf6828fc2d4d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a033fda617847c0" /><Relationship Type="http://schemas.openxmlformats.org/officeDocument/2006/relationships/image" Target="/ppt/media/image15.png" Id="R826bce1e88244aab" /><Relationship Type="http://schemas.openxmlformats.org/officeDocument/2006/relationships/notesSlide" Target="/ppt/notesSlides/notesSlide10.xml" Id="Rd68625271e114a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15c8368a927e4818" /><Relationship Type="http://schemas.openxmlformats.org/officeDocument/2006/relationships/image" Target="/ppt/media/image15.png" Id="R122d877e61b8414a" /><Relationship Type="http://schemas.openxmlformats.org/officeDocument/2006/relationships/notesSlide" Target="/ppt/notesSlides/notesSlide11.xml" Id="R182b777978174d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73abc1ad4eb44505" /><Relationship Type="http://schemas.openxmlformats.org/officeDocument/2006/relationships/image" Target="/ppt/media/image15.png" Id="R94e3d7d905b64b00" /><Relationship Type="http://schemas.openxmlformats.org/officeDocument/2006/relationships/notesSlide" Target="/ppt/notesSlides/notesSlide12.xml" Id="R7f9e679941474f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e0d93d4b94d4fc6" /><Relationship Type="http://schemas.openxmlformats.org/officeDocument/2006/relationships/image" Target="/ppt/media/image15.png" Id="R8988d915f11d44bb" /><Relationship Type="http://schemas.openxmlformats.org/officeDocument/2006/relationships/notesSlide" Target="/ppt/notesSlides/notesSlide13.xml" Id="R59ed314005da4d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1be3999fe9e3495b" /><Relationship Type="http://schemas.openxmlformats.org/officeDocument/2006/relationships/image" Target="/ppt/media/image15.png" Id="R356e0508533d4ba4" /><Relationship Type="http://schemas.openxmlformats.org/officeDocument/2006/relationships/notesSlide" Target="/ppt/notesSlides/notesSlide14.xml" Id="Rf447ddd9811f47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605796ae8b140da" /><Relationship Type="http://schemas.openxmlformats.org/officeDocument/2006/relationships/image" Target="/ppt/media/image15.png" Id="Ra1fb2f0432b54515" /><Relationship Type="http://schemas.openxmlformats.org/officeDocument/2006/relationships/notesSlide" Target="/ppt/notesSlides/notesSlide15.xml" Id="R6f2f0e8708f74c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b439fc5c9fe4759" /><Relationship Type="http://schemas.openxmlformats.org/officeDocument/2006/relationships/image" Target="/ppt/media/image15.png" Id="R9745b6b7a0b245b8" /><Relationship Type="http://schemas.openxmlformats.org/officeDocument/2006/relationships/notesSlide" Target="/ppt/notesSlides/notesSlide16.xml" Id="R43f84b963791495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D0CD6A9E-5425-474B-ABF3-96CA06F437C1}"/>
              </a:ext>
            </a:extLst>
          </p:cNvPr>
          <p:cNvPicPr>
            <a:picLocks xmlns:a="http://schemas.openxmlformats.org/drawingml/2006/main" noChangeAspect="1"/>
          </p:cNvPicPr>
          <p:nvPr/>
        </p:nvPicPr>
        <p:blipFill>
          <a:blip xmlns:r="http://schemas.openxmlformats.org/officeDocument/2006/relationships" xmlns:a="http://schemas.openxmlformats.org/drawingml/2006/main" r:embed="R2af2fd4061854a5c"/>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16</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A382271E-FD30-445E-B77A-682E19890CD9}"/>
              </a:ext>
            </a:extLst>
          </p:cNvPr>
          <p:cNvPicPr>
            <a:picLocks xmlns:a="http://schemas.openxmlformats.org/drawingml/2006/main" noChangeAspect="1"/>
          </p:cNvPicPr>
          <p:nvPr/>
        </p:nvPicPr>
        <p:blipFill>
          <a:blip xmlns:r="http://schemas.openxmlformats.org/officeDocument/2006/relationships" xmlns:a="http://schemas.openxmlformats.org/drawingml/2006/main" r:embed="R04b424d433a84fb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F0533B57-DFFD-4500-9BAE-B3FAB59F4158}"/>
              </a:ext>
            </a:extLst>
          </p:cNvPr>
          <p:cNvPicPr>
            <a:picLocks xmlns:a="http://schemas.openxmlformats.org/drawingml/2006/main" noChangeAspect="1"/>
          </p:cNvPicPr>
          <p:nvPr/>
        </p:nvPicPr>
        <p:blipFill>
          <a:blip xmlns:r="http://schemas.openxmlformats.org/officeDocument/2006/relationships" xmlns:a="http://schemas.openxmlformats.org/drawingml/2006/main" r:embed="Rb5e5c8db335f40b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11C0336E-02C5-442F-A510-D31F087D1FCB}"/>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A9AB2BF2-AF4B-46A5-9C1C-3BF02928465F}"/>
              </a:ext>
            </a:extLst>
          </p:cNvPr>
          <p:cNvPicPr>
            <a:picLocks xmlns:a="http://schemas.openxmlformats.org/drawingml/2006/main" noChangeAspect="1"/>
          </p:cNvPicPr>
          <p:nvPr/>
        </p:nvPicPr>
        <p:blipFill>
          <a:blip xmlns:r="http://schemas.openxmlformats.org/officeDocument/2006/relationships" xmlns:a="http://schemas.openxmlformats.org/drawingml/2006/main" r:embed="R9489015c1e784ced"/>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9F00811-F471-4D90-9D91-7BB29F88FB82}"/>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0D6BC338-074A-489D-B41D-1D0088B4C9AE}"/>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798CDB51-0E11-4DC9-BD8A-C84BAB22913A}"/>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9550FA81-23A7-486A-A9AA-162162FD2698}"/>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7BE09B2B-2174-477E-881A-67814D69ED78}"/>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defRPr sz="1500" b="1">
                <a:solidFill>
                  <a:srgbClr val="202C61"/>
                </a:solidFill>
                <a:latin typeface="Arial"/>
                <a:ea typeface="Arial"/>
                <a:cs typeface="Arial"/>
              </a:defRPr>
            </a:lvl1pPr>
            <a:lvl2pPr algn="l">
              <a:defRPr sz="1500" b="1">
                <a:solidFill>
                  <a:srgbClr val="202C61"/>
                </a:solidFill>
                <a:latin typeface="Arial"/>
                <a:ea typeface="Arial"/>
                <a:cs typeface="Arial"/>
              </a:defRPr>
            </a:lvl2pPr>
            <a:lvl3pPr algn="l">
              <a:defRPr sz="1500" b="1">
                <a:solidFill>
                  <a:srgbClr val="202C61"/>
                </a:solidFill>
                <a:latin typeface="Arial"/>
                <a:ea typeface="Arial"/>
                <a:cs typeface="Arial"/>
              </a:defRPr>
            </a:lvl3pPr>
            <a:lvl4pPr algn="l">
              <a:defRPr sz="1500" b="1">
                <a:solidFill>
                  <a:srgbClr val="202C61"/>
                </a:solidFill>
                <a:latin typeface="Arial"/>
                <a:ea typeface="Arial"/>
                <a:cs typeface="Arial"/>
              </a:defRPr>
            </a:lvl4pPr>
            <a:lvl5pPr algn="l">
              <a:defRPr sz="1500" b="1">
                <a:solidFill>
                  <a:srgbClr val="202C61"/>
                </a:solidFill>
                <a:latin typeface="Arial"/>
                <a:ea typeface="Arial"/>
                <a:cs typeface="Arial"/>
              </a:defRPr>
            </a:lvl5pPr>
            <a:lvl6pPr algn="l">
              <a:defRPr sz="1500" b="1">
                <a:solidFill>
                  <a:srgbClr val="202C61"/>
                </a:solidFill>
                <a:latin typeface="Arial"/>
                <a:ea typeface="Arial"/>
                <a:cs typeface="Arial"/>
              </a:defRPr>
            </a:lvl6pPr>
            <a:lvl7pPr algn="l">
              <a:defRPr sz="1500" b="1">
                <a:solidFill>
                  <a:srgbClr val="202C61"/>
                </a:solidFill>
                <a:latin typeface="Arial"/>
                <a:ea typeface="Arial"/>
                <a:cs typeface="Arial"/>
              </a:defRPr>
            </a:lvl7pPr>
            <a:lvl8pPr algn="l">
              <a:defRPr sz="1500" b="1">
                <a:solidFill>
                  <a:srgbClr val="202C61"/>
                </a:solidFill>
                <a:latin typeface="Arial"/>
                <a:ea typeface="Arial"/>
                <a:cs typeface="Arial"/>
              </a:defRPr>
            </a:lvl8pPr>
            <a:lvl9pPr algn="l">
              <a:defRPr sz="1500" b="1">
                <a:solidFill>
                  <a:srgbClr val="202C61"/>
                </a:solidFill>
                <a:latin typeface="Arial"/>
                <a:ea typeface="Arial"/>
                <a:cs typeface="Arial"/>
              </a:defRPr>
            </a:lvl9pPr>
          </a:lstStyle>
          <a:p xmlns:a="http://schemas.openxmlformats.org/drawingml/2006/main">
            <a:pPr algn="l">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DE1866-4381-4665-B58B-1841020D0441}"/>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E922063A-5DED-41A4-BF64-835F0E3E964B}"/>
              </a:ext>
            </a:extLst>
          </p:cNvPr>
          <p:cNvPicPr>
            <a:picLocks xmlns:a="http://schemas.openxmlformats.org/drawingml/2006/main" noChangeAspect="1"/>
          </p:cNvPicPr>
          <p:nvPr/>
        </p:nvPicPr>
        <p:blipFill>
          <a:blip xmlns:r="http://schemas.openxmlformats.org/officeDocument/2006/relationships" xmlns:a="http://schemas.openxmlformats.org/drawingml/2006/main" r:embed="R89626acb2534434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5C67850D-C2BC-452A-8FC5-1B07DE31AB3E}"/>
              </a:ext>
            </a:extLst>
          </p:cNvPr>
          <p:cNvPicPr>
            <a:picLocks xmlns:a="http://schemas.openxmlformats.org/drawingml/2006/main" noChangeAspect="1"/>
          </p:cNvPicPr>
          <p:nvPr/>
        </p:nvPicPr>
        <p:blipFill>
          <a:blip xmlns:r="http://schemas.openxmlformats.org/officeDocument/2006/relationships" xmlns:a="http://schemas.openxmlformats.org/drawingml/2006/main" r:embed="R9ad78e08fee240a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6AE27776-AFDA-4829-8700-D733C3609748}"/>
              </a:ext>
            </a:extLst>
          </p:cNvPr>
          <p:cNvPicPr>
            <a:picLocks xmlns:a="http://schemas.openxmlformats.org/drawingml/2006/main" noChangeAspect="1"/>
          </p:cNvPicPr>
          <p:nvPr/>
        </p:nvPicPr>
        <p:blipFill>
          <a:blip xmlns:r="http://schemas.openxmlformats.org/officeDocument/2006/relationships" xmlns:a="http://schemas.openxmlformats.org/drawingml/2006/main" r:embed="Rcb8775d2236b4a3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C41999CD-636C-4597-BA15-F852F36F05B3}"/>
              </a:ext>
            </a:extLst>
          </p:cNvPr>
          <p:cNvPicPr>
            <a:picLocks xmlns:a="http://schemas.openxmlformats.org/drawingml/2006/main" noChangeAspect="1"/>
          </p:cNvPicPr>
          <p:nvPr/>
        </p:nvPicPr>
        <p:blipFill>
          <a:blip xmlns:r="http://schemas.openxmlformats.org/officeDocument/2006/relationships" xmlns:a="http://schemas.openxmlformats.org/drawingml/2006/main" r:embed="R237197794a424cd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79B22CF0-9DA3-4EB1-AB26-436593529FD0}"/>
              </a:ext>
            </a:extLst>
          </p:cNvPr>
          <p:cNvPicPr>
            <a:picLocks xmlns:a="http://schemas.openxmlformats.org/drawingml/2006/main" noChangeAspect="1"/>
          </p:cNvPicPr>
          <p:nvPr/>
        </p:nvPicPr>
        <p:blipFill>
          <a:blip xmlns:r="http://schemas.openxmlformats.org/officeDocument/2006/relationships" xmlns:a="http://schemas.openxmlformats.org/drawingml/2006/main" r:embed="Rb5557fd03be3497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C041C57F-8DE0-4691-AD41-D0A43F3E058E}"/>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580E4181-431C-405D-A694-CFD0EFF2ABCF}"/>
              </a:ext>
            </a:extLst>
          </p:cNvPr>
          <p:cNvPicPr>
            <a:picLocks xmlns:a="http://schemas.openxmlformats.org/drawingml/2006/main" noChangeAspect="1"/>
          </p:cNvPicPr>
          <p:nvPr/>
        </p:nvPicPr>
        <p:blipFill>
          <a:blip xmlns:r="http://schemas.openxmlformats.org/officeDocument/2006/relationships" xmlns:a="http://schemas.openxmlformats.org/drawingml/2006/main" r:embed="Rf0ee1a3f9f7345b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F21B3D3E-823D-4AAA-8686-75E3993A8F01}"/>
              </a:ext>
            </a:extLst>
          </p:cNvPr>
          <p:cNvPicPr>
            <a:picLocks xmlns:a="http://schemas.openxmlformats.org/drawingml/2006/main" noChangeAspect="1"/>
          </p:cNvPicPr>
          <p:nvPr/>
        </p:nvPicPr>
        <p:blipFill>
          <a:blip xmlns:r="http://schemas.openxmlformats.org/officeDocument/2006/relationships" xmlns:a="http://schemas.openxmlformats.org/drawingml/2006/main" r:embed="Rca77cb2f96454702"/>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538CEDEC-AB04-4CC7-AD12-795D76906854}"/>
              </a:ext>
            </a:extLst>
          </p:cNvPr>
          <p:cNvCxnSpPr/>
          <p:nvPr/>
        </p:nvCxnSpPr>
        <p:spPr>
          <a:xfrm xmlns:a="http://schemas.openxmlformats.org/drawingml/2006/main" flipH="0" flipV="0">
            <a:off x="6762750" y="3000375"/>
            <a:ext cx="41910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D349F68A-72ED-40E3-857B-D9DED6DFBAF3}"/>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EEA85C12-D7C8-4079-ABAB-DE3B9F13D758}"/>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7AE62224-2B96-42A7-9E20-1FB973EFBA4E}"/>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4B27F321-DC29-46BD-9081-EF7C3CB3FF36}"/>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232B751F-052B-4ADE-B8FD-2B32BD8BFB42}"/>
              </a:ext>
            </a:extLst>
          </p:cNvPr>
          <p:cNvPicPr>
            <a:picLocks xmlns:a="http://schemas.openxmlformats.org/drawingml/2006/main" noChangeAspect="1"/>
          </p:cNvPicPr>
          <p:nvPr/>
        </p:nvPicPr>
        <p:blipFill>
          <a:blip xmlns:r="http://schemas.openxmlformats.org/officeDocument/2006/relationships" xmlns:a="http://schemas.openxmlformats.org/drawingml/2006/main" r:embed="R826bce1e88244aa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CD74FB13-D3C0-4AA6-BD00-734A1075E5BD}"/>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defRPr sz="1425" b="1">
                <a:solidFill>
                  <a:srgbClr val="202C61"/>
                </a:solidFill>
                <a:latin typeface="Arial"/>
                <a:ea typeface="Arial"/>
                <a:cs typeface="Arial"/>
              </a:defRPr>
            </a:lvl1pPr>
            <a:lvl2pPr algn="l">
              <a:defRPr sz="1425" b="1">
                <a:solidFill>
                  <a:srgbClr val="202C61"/>
                </a:solidFill>
                <a:latin typeface="Arial"/>
                <a:ea typeface="Arial"/>
                <a:cs typeface="Arial"/>
              </a:defRPr>
            </a:lvl2pPr>
            <a:lvl3pPr algn="l">
              <a:defRPr sz="1425" b="1">
                <a:solidFill>
                  <a:srgbClr val="202C61"/>
                </a:solidFill>
                <a:latin typeface="Arial"/>
                <a:ea typeface="Arial"/>
                <a:cs typeface="Arial"/>
              </a:defRPr>
            </a:lvl3pPr>
            <a:lvl4pPr algn="l">
              <a:defRPr sz="1425" b="1">
                <a:solidFill>
                  <a:srgbClr val="202C61"/>
                </a:solidFill>
                <a:latin typeface="Arial"/>
                <a:ea typeface="Arial"/>
                <a:cs typeface="Arial"/>
              </a:defRPr>
            </a:lvl4pPr>
            <a:lvl5pPr algn="l">
              <a:defRPr sz="1425" b="1">
                <a:solidFill>
                  <a:srgbClr val="202C61"/>
                </a:solidFill>
                <a:latin typeface="Arial"/>
                <a:ea typeface="Arial"/>
                <a:cs typeface="Arial"/>
              </a:defRPr>
            </a:lvl5pPr>
            <a:lvl6pPr algn="l">
              <a:defRPr sz="1425" b="1">
                <a:solidFill>
                  <a:srgbClr val="202C61"/>
                </a:solidFill>
                <a:latin typeface="Arial"/>
                <a:ea typeface="Arial"/>
                <a:cs typeface="Arial"/>
              </a:defRPr>
            </a:lvl6pPr>
            <a:lvl7pPr algn="l">
              <a:defRPr sz="1425" b="1">
                <a:solidFill>
                  <a:srgbClr val="202C61"/>
                </a:solidFill>
                <a:latin typeface="Arial"/>
                <a:ea typeface="Arial"/>
                <a:cs typeface="Arial"/>
              </a:defRPr>
            </a:lvl7pPr>
            <a:lvl8pPr algn="l">
              <a:defRPr sz="1425" b="1">
                <a:solidFill>
                  <a:srgbClr val="202C61"/>
                </a:solidFill>
                <a:latin typeface="Arial"/>
                <a:ea typeface="Arial"/>
                <a:cs typeface="Arial"/>
              </a:defRPr>
            </a:lvl8pPr>
            <a:lvl9pPr algn="l">
              <a:defRPr sz="1425" b="1">
                <a:solidFill>
                  <a:srgbClr val="202C61"/>
                </a:solidFill>
                <a:latin typeface="Arial"/>
                <a:ea typeface="Arial"/>
                <a:cs typeface="Arial"/>
              </a:defRPr>
            </a:lvl9pPr>
          </a:lstStyle>
          <a:p xmlns:a="http://schemas.openxmlformats.org/drawingml/2006/main">
            <a:pPr algn="l">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2346D544-742F-4C75-9790-DB97EF3BE627}"/>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3BCA5975-173F-4144-9B5D-572742F63033}"/>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defRPr sz="1425" b="1">
                <a:solidFill>
                  <a:srgbClr val="202C61"/>
                </a:solidFill>
                <a:latin typeface="Arial"/>
                <a:ea typeface="Arial"/>
                <a:cs typeface="Arial"/>
              </a:defRPr>
            </a:lvl1pPr>
            <a:lvl2pPr algn="l">
              <a:defRPr sz="1425" b="1">
                <a:solidFill>
                  <a:srgbClr val="202C61"/>
                </a:solidFill>
                <a:latin typeface="Arial"/>
                <a:ea typeface="Arial"/>
                <a:cs typeface="Arial"/>
              </a:defRPr>
            </a:lvl2pPr>
            <a:lvl3pPr algn="l">
              <a:defRPr sz="1425" b="1">
                <a:solidFill>
                  <a:srgbClr val="202C61"/>
                </a:solidFill>
                <a:latin typeface="Arial"/>
                <a:ea typeface="Arial"/>
                <a:cs typeface="Arial"/>
              </a:defRPr>
            </a:lvl3pPr>
            <a:lvl4pPr algn="l">
              <a:defRPr sz="1425" b="1">
                <a:solidFill>
                  <a:srgbClr val="202C61"/>
                </a:solidFill>
                <a:latin typeface="Arial"/>
                <a:ea typeface="Arial"/>
                <a:cs typeface="Arial"/>
              </a:defRPr>
            </a:lvl4pPr>
            <a:lvl5pPr algn="l">
              <a:defRPr sz="1425" b="1">
                <a:solidFill>
                  <a:srgbClr val="202C61"/>
                </a:solidFill>
                <a:latin typeface="Arial"/>
                <a:ea typeface="Arial"/>
                <a:cs typeface="Arial"/>
              </a:defRPr>
            </a:lvl5pPr>
            <a:lvl6pPr algn="l">
              <a:defRPr sz="1425" b="1">
                <a:solidFill>
                  <a:srgbClr val="202C61"/>
                </a:solidFill>
                <a:latin typeface="Arial"/>
                <a:ea typeface="Arial"/>
                <a:cs typeface="Arial"/>
              </a:defRPr>
            </a:lvl6pPr>
            <a:lvl7pPr algn="l">
              <a:defRPr sz="1425" b="1">
                <a:solidFill>
                  <a:srgbClr val="202C61"/>
                </a:solidFill>
                <a:latin typeface="Arial"/>
                <a:ea typeface="Arial"/>
                <a:cs typeface="Arial"/>
              </a:defRPr>
            </a:lvl7pPr>
            <a:lvl8pPr algn="l">
              <a:defRPr sz="1425" b="1">
                <a:solidFill>
                  <a:srgbClr val="202C61"/>
                </a:solidFill>
                <a:latin typeface="Arial"/>
                <a:ea typeface="Arial"/>
                <a:cs typeface="Arial"/>
              </a:defRPr>
            </a:lvl8pPr>
            <a:lvl9pPr algn="l">
              <a:defRPr sz="1425" b="1">
                <a:solidFill>
                  <a:srgbClr val="202C61"/>
                </a:solidFill>
                <a:latin typeface="Arial"/>
                <a:ea typeface="Arial"/>
                <a:cs typeface="Arial"/>
              </a:defRPr>
            </a:lvl9pPr>
          </a:lstStyle>
          <a:p xmlns:a="http://schemas.openxmlformats.org/drawingml/2006/main">
            <a:pPr algn="l">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EA471CD3-030D-4EFB-84F2-37004463652E}"/>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2D4F4142-456E-45BD-A508-DAAC6C83C927}"/>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A6CFC90A-2014-40D2-A056-43251C7F1593}"/>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AEF9C228-FB60-4868-BA1D-8B48E04349F3}"/>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7DB673A9-20A2-4677-894F-1E80DBC8F042}"/>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78FCA889-85D3-4BC0-BD39-5D53CE773DC3}"/>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4508C00D-3612-4461-B098-B83BFA6BEBC8}"/>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8D568F58-2E26-4AFC-8FDD-772188C45462}"/>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2429C976-A3D1-476B-B6EC-99EB6D928AC3}"/>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C6D89F92-D396-47B3-8549-835170F99F9F}"/>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3429B8B7-7701-439F-9B1C-3707EF994338}"/>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defRPr sz="1500" b="1">
                <a:solidFill>
                  <a:srgbClr val="202C61"/>
                </a:solidFill>
                <a:latin typeface="Arial"/>
                <a:ea typeface="Arial"/>
                <a:cs typeface="Arial"/>
              </a:defRPr>
            </a:lvl1pPr>
            <a:lvl2pPr algn="ctr">
              <a:defRPr sz="1500" b="1">
                <a:solidFill>
                  <a:srgbClr val="202C61"/>
                </a:solidFill>
                <a:latin typeface="Arial"/>
                <a:ea typeface="Arial"/>
                <a:cs typeface="Arial"/>
              </a:defRPr>
            </a:lvl2pPr>
            <a:lvl3pPr algn="ctr">
              <a:defRPr sz="1500" b="1">
                <a:solidFill>
                  <a:srgbClr val="202C61"/>
                </a:solidFill>
                <a:latin typeface="Arial"/>
                <a:ea typeface="Arial"/>
                <a:cs typeface="Arial"/>
              </a:defRPr>
            </a:lvl3pPr>
            <a:lvl4pPr algn="ctr">
              <a:defRPr sz="1500" b="1">
                <a:solidFill>
                  <a:srgbClr val="202C61"/>
                </a:solidFill>
                <a:latin typeface="Arial"/>
                <a:ea typeface="Arial"/>
                <a:cs typeface="Arial"/>
              </a:defRPr>
            </a:lvl4pPr>
            <a:lvl5pPr algn="ctr">
              <a:defRPr sz="1500" b="1">
                <a:solidFill>
                  <a:srgbClr val="202C61"/>
                </a:solidFill>
                <a:latin typeface="Arial"/>
                <a:ea typeface="Arial"/>
                <a:cs typeface="Arial"/>
              </a:defRPr>
            </a:lvl5pPr>
            <a:lvl6pPr algn="ctr">
              <a:defRPr sz="1500" b="1">
                <a:solidFill>
                  <a:srgbClr val="202C61"/>
                </a:solidFill>
                <a:latin typeface="Arial"/>
                <a:ea typeface="Arial"/>
                <a:cs typeface="Arial"/>
              </a:defRPr>
            </a:lvl6pPr>
            <a:lvl7pPr algn="ctr">
              <a:defRPr sz="1500" b="1">
                <a:solidFill>
                  <a:srgbClr val="202C61"/>
                </a:solidFill>
                <a:latin typeface="Arial"/>
                <a:ea typeface="Arial"/>
                <a:cs typeface="Arial"/>
              </a:defRPr>
            </a:lvl7pPr>
            <a:lvl8pPr algn="ctr">
              <a:defRPr sz="1500" b="1">
                <a:solidFill>
                  <a:srgbClr val="202C61"/>
                </a:solidFill>
                <a:latin typeface="Arial"/>
                <a:ea typeface="Arial"/>
                <a:cs typeface="Arial"/>
              </a:defRPr>
            </a:lvl8pPr>
            <a:lvl9pPr algn="ctr">
              <a:defRPr sz="1500" b="1">
                <a:solidFill>
                  <a:srgbClr val="202C61"/>
                </a:solidFill>
                <a:latin typeface="Arial"/>
                <a:ea typeface="Arial"/>
                <a:cs typeface="Arial"/>
              </a:defRPr>
            </a:lvl9pPr>
          </a:lstStyle>
          <a:p xmlns:a="http://schemas.openxmlformats.org/drawingml/2006/main">
            <a:pPr algn="ctr">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D8BA87A6-B09B-45D5-A49D-66E4AEDFAA57}"/>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defRPr sz="1125" b="0">
                <a:solidFill>
                  <a:srgbClr val="595959"/>
                </a:solidFill>
                <a:latin typeface="Arial"/>
                <a:ea typeface="Arial"/>
                <a:cs typeface="Arial"/>
              </a:defRPr>
            </a:lvl1pPr>
            <a:lvl2pPr algn="ctr">
              <a:defRPr sz="1125" b="0">
                <a:solidFill>
                  <a:srgbClr val="595959"/>
                </a:solidFill>
                <a:latin typeface="Arial"/>
                <a:ea typeface="Arial"/>
                <a:cs typeface="Arial"/>
              </a:defRPr>
            </a:lvl2pPr>
            <a:lvl3pPr algn="ctr">
              <a:defRPr sz="1125" b="0">
                <a:solidFill>
                  <a:srgbClr val="595959"/>
                </a:solidFill>
                <a:latin typeface="Arial"/>
                <a:ea typeface="Arial"/>
                <a:cs typeface="Arial"/>
              </a:defRPr>
            </a:lvl3pPr>
            <a:lvl4pPr algn="ctr">
              <a:defRPr sz="1125" b="0">
                <a:solidFill>
                  <a:srgbClr val="595959"/>
                </a:solidFill>
                <a:latin typeface="Arial"/>
                <a:ea typeface="Arial"/>
                <a:cs typeface="Arial"/>
              </a:defRPr>
            </a:lvl4pPr>
            <a:lvl5pPr algn="ctr">
              <a:defRPr sz="1125" b="0">
                <a:solidFill>
                  <a:srgbClr val="595959"/>
                </a:solidFill>
                <a:latin typeface="Arial"/>
                <a:ea typeface="Arial"/>
                <a:cs typeface="Arial"/>
              </a:defRPr>
            </a:lvl5pPr>
            <a:lvl6pPr algn="ctr">
              <a:defRPr sz="1125" b="0">
                <a:solidFill>
                  <a:srgbClr val="595959"/>
                </a:solidFill>
                <a:latin typeface="Arial"/>
                <a:ea typeface="Arial"/>
                <a:cs typeface="Arial"/>
              </a:defRPr>
            </a:lvl6pPr>
            <a:lvl7pPr algn="ctr">
              <a:defRPr sz="1125" b="0">
                <a:solidFill>
                  <a:srgbClr val="595959"/>
                </a:solidFill>
                <a:latin typeface="Arial"/>
                <a:ea typeface="Arial"/>
                <a:cs typeface="Arial"/>
              </a:defRPr>
            </a:lvl7pPr>
            <a:lvl8pPr algn="ctr">
              <a:defRPr sz="1125" b="0">
                <a:solidFill>
                  <a:srgbClr val="595959"/>
                </a:solidFill>
                <a:latin typeface="Arial"/>
                <a:ea typeface="Arial"/>
                <a:cs typeface="Arial"/>
              </a:defRPr>
            </a:lvl8pPr>
            <a:lvl9pPr algn="ctr">
              <a:defRPr sz="1125" b="0">
                <a:solidFill>
                  <a:srgbClr val="595959"/>
                </a:solidFill>
                <a:latin typeface="Arial"/>
                <a:ea typeface="Arial"/>
                <a:cs typeface="Arial"/>
              </a:defRPr>
            </a:lvl9pPr>
          </a:lstStyle>
          <a:p xmlns:a="http://schemas.openxmlformats.org/drawingml/2006/main">
            <a:pPr algn="ctr">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0DA76C3C-7AE3-49F3-9E7E-9952E3D8E7A1}"/>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A8C8B5B4-E8B5-408F-86DA-8E70B8D973A9}"/>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348CC45E-F446-42FC-8875-3BACAA1BE6AE}"/>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0A2E624-41F2-4E56-8F1A-04301280DDA2}"/>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1C0819F8-8644-47CF-B708-2AC085DA573F}"/>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1090409-59A0-45FF-8760-F20253F44AEF}"/>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ABB6DE01-7B18-419A-A61E-0F0559FDE856}"/>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3925D025-6EC6-42F1-902F-B56D958A92A0}"/>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4" name="">
            <a:extLst xmlns:a="http://schemas.openxmlformats.org/drawingml/2006/main">
              <a:ext uri="{FF2B5EF4-FFF2-40B4-BE49-F238E27FC236}">
                <a16:creationId xmlns:a16="http://schemas.microsoft.com/office/drawing/2014/main" id="{2A7A42E5-B7D7-4BCB-9B73-AB19D83715CE}"/>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5" name="">
            <a:extLst xmlns:a="http://schemas.openxmlformats.org/drawingml/2006/main">
              <a:ext uri="{FF2B5EF4-FFF2-40B4-BE49-F238E27FC236}">
                <a16:creationId xmlns:a16="http://schemas.microsoft.com/office/drawing/2014/main" id="{118A5702-7AD7-4164-BE20-90765D00188E}"/>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Validated records</a:t>
            </a:r>
          </a:p>
        </p:txBody>
      </p:sp>
      <p:sp>
        <p:nvSpPr>
          <p:cNvPr id="46" name="">
            <a:extLst xmlns:a="http://schemas.openxmlformats.org/drawingml/2006/main">
              <a:ext uri="{FF2B5EF4-FFF2-40B4-BE49-F238E27FC236}">
                <a16:creationId xmlns:a16="http://schemas.microsoft.com/office/drawing/2014/main" id="{1E6FC8C1-CF8F-4D11-95AE-209EE43D1E01}"/>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7" name="">
            <a:extLst xmlns:a="http://schemas.openxmlformats.org/drawingml/2006/main">
              <a:ext uri="{FF2B5EF4-FFF2-40B4-BE49-F238E27FC236}">
                <a16:creationId xmlns:a16="http://schemas.microsoft.com/office/drawing/2014/main" id="{45F05B8D-E500-4D1C-B812-06AABFFB5212}"/>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8" name="">
            <a:extLst xmlns:a="http://schemas.openxmlformats.org/drawingml/2006/main">
              <a:ext uri="{FF2B5EF4-FFF2-40B4-BE49-F238E27FC236}">
                <a16:creationId xmlns:a16="http://schemas.microsoft.com/office/drawing/2014/main" id="{CBE72C31-9F9B-4B9B-B43D-A5DD1DB667BE}"/>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Base units / movements</a:t>
            </a:r>
          </a:p>
        </p:txBody>
      </p:sp>
      <p:sp>
        <p:nvSpPr>
          <p:cNvPr id="49" name="">
            <a:extLst xmlns:a="http://schemas.openxmlformats.org/drawingml/2006/main">
              <a:ext uri="{FF2B5EF4-FFF2-40B4-BE49-F238E27FC236}">
                <a16:creationId xmlns:a16="http://schemas.microsoft.com/office/drawing/2014/main" id="{B62033F9-09E9-47FC-BB89-0CF18F4164AB}"/>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0" name="">
            <a:extLst xmlns:a="http://schemas.openxmlformats.org/drawingml/2006/main">
              <a:ext uri="{FF2B5EF4-FFF2-40B4-BE49-F238E27FC236}">
                <a16:creationId xmlns:a16="http://schemas.microsoft.com/office/drawing/2014/main" id="{A578DF43-8691-49D4-8755-5B97002DBD66}"/>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1" name="">
            <a:extLst xmlns:a="http://schemas.openxmlformats.org/drawingml/2006/main">
              <a:ext uri="{FF2B5EF4-FFF2-40B4-BE49-F238E27FC236}">
                <a16:creationId xmlns:a16="http://schemas.microsoft.com/office/drawing/2014/main" id="{5473FEEC-D537-4A13-8E7D-68880C69DF4B}"/>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Transaction-based reports</a:t>
            </a:r>
          </a:p>
        </p:txBody>
      </p:sp>
      <p:sp>
        <p:nvSpPr>
          <p:cNvPr id="52" name="">
            <a:extLst xmlns:a="http://schemas.openxmlformats.org/drawingml/2006/main">
              <a:ext uri="{FF2B5EF4-FFF2-40B4-BE49-F238E27FC236}">
                <a16:creationId xmlns:a16="http://schemas.microsoft.com/office/drawing/2014/main" id="{017F3C57-33EB-4655-B4D3-30D51303B30C}"/>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3" name="">
            <a:extLst xmlns:a="http://schemas.openxmlformats.org/drawingml/2006/main">
              <a:ext uri="{FF2B5EF4-FFF2-40B4-BE49-F238E27FC236}">
                <a16:creationId xmlns:a16="http://schemas.microsoft.com/office/drawing/2014/main" id="{077BEECB-D746-488B-986F-FD72C6543F77}"/>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defRPr sz="1200" b="1">
                <a:solidFill>
                  <a:srgbClr val="202C61"/>
                </a:solidFill>
                <a:latin typeface="Arial"/>
                <a:ea typeface="Arial"/>
                <a:cs typeface="Arial"/>
              </a:defRPr>
            </a:lvl1pPr>
            <a:lvl2pPr algn="ctr">
              <a:defRPr sz="1200" b="1">
                <a:solidFill>
                  <a:srgbClr val="202C61"/>
                </a:solidFill>
                <a:latin typeface="Arial"/>
                <a:ea typeface="Arial"/>
                <a:cs typeface="Arial"/>
              </a:defRPr>
            </a:lvl2pPr>
            <a:lvl3pPr algn="ctr">
              <a:defRPr sz="1200" b="1">
                <a:solidFill>
                  <a:srgbClr val="202C61"/>
                </a:solidFill>
                <a:latin typeface="Arial"/>
                <a:ea typeface="Arial"/>
                <a:cs typeface="Arial"/>
              </a:defRPr>
            </a:lvl3pPr>
            <a:lvl4pPr algn="ctr">
              <a:defRPr sz="1200" b="1">
                <a:solidFill>
                  <a:srgbClr val="202C61"/>
                </a:solidFill>
                <a:latin typeface="Arial"/>
                <a:ea typeface="Arial"/>
                <a:cs typeface="Arial"/>
              </a:defRPr>
            </a:lvl4pPr>
            <a:lvl5pPr algn="ctr">
              <a:defRPr sz="1200" b="1">
                <a:solidFill>
                  <a:srgbClr val="202C61"/>
                </a:solidFill>
                <a:latin typeface="Arial"/>
                <a:ea typeface="Arial"/>
                <a:cs typeface="Arial"/>
              </a:defRPr>
            </a:lvl5pPr>
            <a:lvl6pPr algn="ctr">
              <a:defRPr sz="1200" b="1">
                <a:solidFill>
                  <a:srgbClr val="202C61"/>
                </a:solidFill>
                <a:latin typeface="Arial"/>
                <a:ea typeface="Arial"/>
                <a:cs typeface="Arial"/>
              </a:defRPr>
            </a:lvl6pPr>
            <a:lvl7pPr algn="ctr">
              <a:defRPr sz="1200" b="1">
                <a:solidFill>
                  <a:srgbClr val="202C61"/>
                </a:solidFill>
                <a:latin typeface="Arial"/>
                <a:ea typeface="Arial"/>
                <a:cs typeface="Arial"/>
              </a:defRPr>
            </a:lvl7pPr>
            <a:lvl8pPr algn="ctr">
              <a:defRPr sz="1200" b="1">
                <a:solidFill>
                  <a:srgbClr val="202C61"/>
                </a:solidFill>
                <a:latin typeface="Arial"/>
                <a:ea typeface="Arial"/>
                <a:cs typeface="Arial"/>
              </a:defRPr>
            </a:lvl8pPr>
            <a:lvl9pPr algn="ctr">
              <a:defRPr sz="1200" b="1">
                <a:solidFill>
                  <a:srgbClr val="202C61"/>
                </a:solidFill>
                <a:latin typeface="Arial"/>
                <a:ea typeface="Arial"/>
                <a:cs typeface="Arial"/>
              </a:defRPr>
            </a:lvl9pPr>
          </a:lstStyle>
          <a:p xmlns:a="http://schemas.openxmlformats.org/drawingml/2006/main">
            <a:pPr algn="ctr">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4" name="">
            <a:extLst xmlns:a="http://schemas.openxmlformats.org/drawingml/2006/main">
              <a:ext uri="{FF2B5EF4-FFF2-40B4-BE49-F238E27FC236}">
                <a16:creationId xmlns:a16="http://schemas.microsoft.com/office/drawing/2014/main" id="{E07B2B57-7506-42E3-ADF1-78CEAC6DF49E}"/>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Bounded queue replay</a:t>
            </a:r>
          </a:p>
        </p:txBody>
      </p:sp>
      <p:sp>
        <p:nvSpPr>
          <p:cNvPr id="56" name="">
            <a:extLst xmlns:a="http://schemas.openxmlformats.org/drawingml/2006/main">
              <a:ext uri="{FF2B5EF4-FFF2-40B4-BE49-F238E27FC236}">
                <a16:creationId xmlns:a16="http://schemas.microsoft.com/office/drawing/2014/main" id="{D3A49E74-C8F5-4652-B3B4-1C6753E41DF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0A70CAC7-B9CE-4E12-A89D-603151CD1EE7}"/>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7CA716BF-7E4E-423E-B3C6-6BC3EEFD8CF9}"/>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A05A5BCF-5820-49C4-BAA7-7D90F4328C32}"/>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3E411D66-0090-488D-9910-1970E43A7C46}"/>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C3EEF09A-0B67-4B77-BF93-6E2CDF4DC8EE}"/>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E4D6D91F-3F61-4D23-B5AB-F264F2210CF0}"/>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2426411C-A08B-45F5-B10A-7B04F0BA1730}"/>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4DEF6356-416C-4E2B-A5FF-0E328C6A18E0}"/>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D0961769-A912-4BCE-B8C9-B895AE7B4A1B}"/>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8C3ED3E2-CD2B-4307-8844-F67585D00AA1}"/>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A8AB1C45-1322-400F-A358-F19056A050A5}"/>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1EBE816C-AFD2-4F02-81BE-AD88DAB013EE}"/>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C34F2AB2-F9F6-4AAA-8C4D-D1F6E431C399}"/>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655599FC-D8C2-4A71-8EB6-AC98412377F1}"/>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C94C55D1-12DC-4AAD-9FE0-69B388365BED}"/>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A65F4481-084D-4425-9A45-D3F813A8EF49}"/>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7AB87ABA-954E-4C7E-9106-05BFE523B5EB}"/>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0A270438-417C-4758-AEBA-9188AC8BF2F7}"/>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03CF27B7-AED9-463B-9668-B27958C6358C}"/>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0859E7D9-3D97-47F8-BCD6-28A952FCF56A}"/>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AA76033D-C397-4A95-BE4E-97A6672BBB11}"/>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ED4EB582-B437-4BBE-853D-8ECF6D114F03}"/>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2B34B0DC-364E-40AF-8109-5B5B7B4FD1AD}"/>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38551512-AE15-483D-82F8-0FF2AD55E0A8}"/>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6F4FE843-4E7B-4022-861F-A40E0A4DC784}"/>
              </a:ext>
            </a:extLst>
          </p:cNvPr>
          <p:cNvPicPr>
            <a:picLocks xmlns:a="http://schemas.openxmlformats.org/drawingml/2006/main" noChangeAspect="1"/>
          </p:cNvPicPr>
          <p:nvPr/>
        </p:nvPicPr>
        <p:blipFill>
          <a:blip xmlns:r="http://schemas.openxmlformats.org/officeDocument/2006/relationships" xmlns:a="http://schemas.openxmlformats.org/drawingml/2006/main" r:embed="R122d877e61b8414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58B8E221-4BC5-4D4E-B944-271B8889532A}"/>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A0B327E4-18B6-4971-A569-1FA54C2A1ECB}"/>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defRPr sz="1425" b="1">
                <a:solidFill>
                  <a:srgbClr val="202C61"/>
                </a:solidFill>
                <a:latin typeface="Arial"/>
                <a:ea typeface="Arial"/>
                <a:cs typeface="Arial"/>
              </a:defRPr>
            </a:lvl1pPr>
            <a:lvl2pPr algn="ctr">
              <a:defRPr sz="1425" b="1">
                <a:solidFill>
                  <a:srgbClr val="202C61"/>
                </a:solidFill>
                <a:latin typeface="Arial"/>
                <a:ea typeface="Arial"/>
                <a:cs typeface="Arial"/>
              </a:defRPr>
            </a:lvl2pPr>
            <a:lvl3pPr algn="ctr">
              <a:defRPr sz="1425" b="1">
                <a:solidFill>
                  <a:srgbClr val="202C61"/>
                </a:solidFill>
                <a:latin typeface="Arial"/>
                <a:ea typeface="Arial"/>
                <a:cs typeface="Arial"/>
              </a:defRPr>
            </a:lvl3pPr>
            <a:lvl4pPr algn="ctr">
              <a:defRPr sz="1425" b="1">
                <a:solidFill>
                  <a:srgbClr val="202C61"/>
                </a:solidFill>
                <a:latin typeface="Arial"/>
                <a:ea typeface="Arial"/>
                <a:cs typeface="Arial"/>
              </a:defRPr>
            </a:lvl4pPr>
            <a:lvl5pPr algn="ctr">
              <a:defRPr sz="1425" b="1">
                <a:solidFill>
                  <a:srgbClr val="202C61"/>
                </a:solidFill>
                <a:latin typeface="Arial"/>
                <a:ea typeface="Arial"/>
                <a:cs typeface="Arial"/>
              </a:defRPr>
            </a:lvl5pPr>
            <a:lvl6pPr algn="ctr">
              <a:defRPr sz="1425" b="1">
                <a:solidFill>
                  <a:srgbClr val="202C61"/>
                </a:solidFill>
                <a:latin typeface="Arial"/>
                <a:ea typeface="Arial"/>
                <a:cs typeface="Arial"/>
              </a:defRPr>
            </a:lvl6pPr>
            <a:lvl7pPr algn="ctr">
              <a:defRPr sz="1425" b="1">
                <a:solidFill>
                  <a:srgbClr val="202C61"/>
                </a:solidFill>
                <a:latin typeface="Arial"/>
                <a:ea typeface="Arial"/>
                <a:cs typeface="Arial"/>
              </a:defRPr>
            </a:lvl7pPr>
            <a:lvl8pPr algn="ctr">
              <a:defRPr sz="1425" b="1">
                <a:solidFill>
                  <a:srgbClr val="202C61"/>
                </a:solidFill>
                <a:latin typeface="Arial"/>
                <a:ea typeface="Arial"/>
                <a:cs typeface="Arial"/>
              </a:defRPr>
            </a:lvl8pPr>
            <a:lvl9pPr algn="ctr">
              <a:defRPr sz="1425" b="1">
                <a:solidFill>
                  <a:srgbClr val="202C61"/>
                </a:solidFill>
                <a:latin typeface="Arial"/>
                <a:ea typeface="Arial"/>
                <a:cs typeface="Arial"/>
              </a:defRPr>
            </a:lvl9pPr>
          </a:lstStyle>
          <a:p xmlns:a="http://schemas.openxmlformats.org/drawingml/2006/main">
            <a:pPr algn="ctr">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01629E4E-BA3C-4EBD-B333-847C358F9B2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F3D914E9-6C05-4D23-B5AD-18D4C2644B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3CC2848E-16DA-4B3B-A044-C2F36B6112C2}"/>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7FEABF18-5A10-4DFF-9FAE-2603E875DB8F}"/>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7169A3B-9564-482E-AF4B-39E1BC9E051F}"/>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34861E24-D549-4CD7-9BEF-B2CE34B5BF68}"/>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91233D34-7890-418D-B6EC-EB0060508E18}"/>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246A3CC2-B8B8-4283-BAE8-4715E5421E8A}"/>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defRPr sz="1425" b="1">
                <a:solidFill>
                  <a:srgbClr val="171717"/>
                </a:solidFill>
                <a:latin typeface="Arial"/>
                <a:ea typeface="Arial"/>
                <a:cs typeface="Arial"/>
              </a:defRPr>
            </a:lvl1pPr>
            <a:lvl2pPr algn="ctr">
              <a:defRPr sz="1425" b="1">
                <a:solidFill>
                  <a:srgbClr val="171717"/>
                </a:solidFill>
                <a:latin typeface="Arial"/>
                <a:ea typeface="Arial"/>
                <a:cs typeface="Arial"/>
              </a:defRPr>
            </a:lvl2pPr>
            <a:lvl3pPr algn="ctr">
              <a:defRPr sz="1425" b="1">
                <a:solidFill>
                  <a:srgbClr val="171717"/>
                </a:solidFill>
                <a:latin typeface="Arial"/>
                <a:ea typeface="Arial"/>
                <a:cs typeface="Arial"/>
              </a:defRPr>
            </a:lvl3pPr>
            <a:lvl4pPr algn="ctr">
              <a:defRPr sz="1425" b="1">
                <a:solidFill>
                  <a:srgbClr val="171717"/>
                </a:solidFill>
                <a:latin typeface="Arial"/>
                <a:ea typeface="Arial"/>
                <a:cs typeface="Arial"/>
              </a:defRPr>
            </a:lvl4pPr>
            <a:lvl5pPr algn="ctr">
              <a:defRPr sz="1425" b="1">
                <a:solidFill>
                  <a:srgbClr val="171717"/>
                </a:solidFill>
                <a:latin typeface="Arial"/>
                <a:ea typeface="Arial"/>
                <a:cs typeface="Arial"/>
              </a:defRPr>
            </a:lvl5pPr>
            <a:lvl6pPr algn="ctr">
              <a:defRPr sz="1425" b="1">
                <a:solidFill>
                  <a:srgbClr val="171717"/>
                </a:solidFill>
                <a:latin typeface="Arial"/>
                <a:ea typeface="Arial"/>
                <a:cs typeface="Arial"/>
              </a:defRPr>
            </a:lvl6pPr>
            <a:lvl7pPr algn="ctr">
              <a:defRPr sz="1425" b="1">
                <a:solidFill>
                  <a:srgbClr val="171717"/>
                </a:solidFill>
                <a:latin typeface="Arial"/>
                <a:ea typeface="Arial"/>
                <a:cs typeface="Arial"/>
              </a:defRPr>
            </a:lvl7pPr>
            <a:lvl8pPr algn="ctr">
              <a:defRPr sz="1425" b="1">
                <a:solidFill>
                  <a:srgbClr val="171717"/>
                </a:solidFill>
                <a:latin typeface="Arial"/>
                <a:ea typeface="Arial"/>
                <a:cs typeface="Arial"/>
              </a:defRPr>
            </a:lvl8pPr>
            <a:lvl9pPr algn="ctr">
              <a:defRPr sz="1425" b="1">
                <a:solidFill>
                  <a:srgbClr val="171717"/>
                </a:solidFill>
                <a:latin typeface="Arial"/>
                <a:ea typeface="Arial"/>
                <a:cs typeface="Arial"/>
              </a:defRPr>
            </a:lvl9pPr>
          </a:lstStyle>
          <a:p xmlns:a="http://schemas.openxmlformats.org/drawingml/2006/main">
            <a:pPr algn="ctr">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7259DD23-E0B4-4E8C-83B5-839842124050}"/>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2D40F132-0D8F-44D0-8421-00EBBA4BD5B1}"/>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5C2F199-95A1-45AA-9663-72F1F4A739CB}"/>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6AF9B462-2756-4DFB-9614-ACD763FC7840}"/>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3033C3E4-8740-4BB3-880F-2FFE8DD269A8}"/>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EE66B434-B6B7-46B4-B161-0EBCB3768E1E}"/>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E49A2473-5B0C-4677-9759-05641D1C6447}"/>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7D9F568A-2624-4DB8-8E73-DF98BE7388FD}"/>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A68226CE-64BD-417A-8340-C42B5E1339D9}"/>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9259516F-CC34-4A63-8B57-D5ED64CDE85A}"/>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D2CFB38B-8E54-4A45-BDC5-D256B5B25C0B}"/>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8FAE7AE9-BE0F-477C-8544-8107F4354F8F}"/>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E8777C60-7862-46EE-B5DF-BD6F5C623241}"/>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787DB5D8-B28A-4E9A-8D9B-187A62F952E3}"/>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0B46664C-72A9-44BC-8AA8-998474846737}"/>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9FB58278-0FB1-4EC5-979A-8B9D044F8320}"/>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defRPr sz="1275" b="0">
                <a:solidFill>
                  <a:srgbClr val="171717"/>
                </a:solidFill>
                <a:latin typeface="Arial"/>
                <a:ea typeface="Arial"/>
                <a:cs typeface="Arial"/>
              </a:defRPr>
            </a:lvl1pPr>
            <a:lvl2pPr algn="ctr">
              <a:defRPr sz="1275" b="0">
                <a:solidFill>
                  <a:srgbClr val="171717"/>
                </a:solidFill>
                <a:latin typeface="Arial"/>
                <a:ea typeface="Arial"/>
                <a:cs typeface="Arial"/>
              </a:defRPr>
            </a:lvl2pPr>
            <a:lvl3pPr algn="ctr">
              <a:defRPr sz="1275" b="0">
                <a:solidFill>
                  <a:srgbClr val="171717"/>
                </a:solidFill>
                <a:latin typeface="Arial"/>
                <a:ea typeface="Arial"/>
                <a:cs typeface="Arial"/>
              </a:defRPr>
            </a:lvl3pPr>
            <a:lvl4pPr algn="ctr">
              <a:defRPr sz="1275" b="0">
                <a:solidFill>
                  <a:srgbClr val="171717"/>
                </a:solidFill>
                <a:latin typeface="Arial"/>
                <a:ea typeface="Arial"/>
                <a:cs typeface="Arial"/>
              </a:defRPr>
            </a:lvl4pPr>
            <a:lvl5pPr algn="ctr">
              <a:defRPr sz="1275" b="0">
                <a:solidFill>
                  <a:srgbClr val="171717"/>
                </a:solidFill>
                <a:latin typeface="Arial"/>
                <a:ea typeface="Arial"/>
                <a:cs typeface="Arial"/>
              </a:defRPr>
            </a:lvl5pPr>
            <a:lvl6pPr algn="ctr">
              <a:defRPr sz="1275" b="0">
                <a:solidFill>
                  <a:srgbClr val="171717"/>
                </a:solidFill>
                <a:latin typeface="Arial"/>
                <a:ea typeface="Arial"/>
                <a:cs typeface="Arial"/>
              </a:defRPr>
            </a:lvl6pPr>
            <a:lvl7pPr algn="ctr">
              <a:defRPr sz="1275" b="0">
                <a:solidFill>
                  <a:srgbClr val="171717"/>
                </a:solidFill>
                <a:latin typeface="Arial"/>
                <a:ea typeface="Arial"/>
                <a:cs typeface="Arial"/>
              </a:defRPr>
            </a:lvl7pPr>
            <a:lvl8pPr algn="ctr">
              <a:defRPr sz="1275" b="0">
                <a:solidFill>
                  <a:srgbClr val="171717"/>
                </a:solidFill>
                <a:latin typeface="Arial"/>
                <a:ea typeface="Arial"/>
                <a:cs typeface="Arial"/>
              </a:defRPr>
            </a:lvl8pPr>
            <a:lvl9pPr algn="ctr">
              <a:defRPr sz="1275" b="0">
                <a:solidFill>
                  <a:srgbClr val="171717"/>
                </a:solidFill>
                <a:latin typeface="Arial"/>
                <a:ea typeface="Arial"/>
                <a:cs typeface="Arial"/>
              </a:defRPr>
            </a:lvl9pPr>
          </a:lstStyle>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50C8835E-3E50-4B9D-97C5-B19AF0E90268}"/>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BC9D972A-1D19-4EAB-9F88-9D160E712CEB}"/>
              </a:ext>
            </a:extLst>
          </p:cNvPr>
          <p:cNvPicPr>
            <a:picLocks xmlns:a="http://schemas.openxmlformats.org/drawingml/2006/main" noChangeAspect="1"/>
          </p:cNvPicPr>
          <p:nvPr/>
        </p:nvPicPr>
        <p:blipFill>
          <a:blip xmlns:r="http://schemas.openxmlformats.org/officeDocument/2006/relationships" xmlns:a="http://schemas.openxmlformats.org/drawingml/2006/main" r:embed="R94e3d7d905b64b0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8B7FF032-7972-4F04-B426-1115C9A517BE}"/>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57957DCB-2677-40B8-A5A3-FE48FCAE4BA7}"/>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9CD8DF47-BBBF-4042-A83D-0E2CB443CCC7}"/>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16621479-9F83-4E18-A064-38FF3F5F249D}"/>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7E07CAEA-3A70-4A45-98FA-B70AB8F289E7}"/>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86A79B67-A23F-45A0-8F5D-C117DDDEAF00}"/>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70002268-51F0-4C5F-93BC-80A41B5564C8}"/>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7855E5AB-F3D5-4D6C-B499-F2E2AF25F4D3}"/>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576EC753-F9E4-4276-A154-B81FD312DDBC}"/>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CF9BDB00-4CED-4299-823E-86DC5AB14D9C}"/>
              </a:ext>
            </a:extLst>
          </p:cNvPr>
          <p:cNvPicPr>
            <a:picLocks xmlns:a="http://schemas.openxmlformats.org/drawingml/2006/main" noChangeAspect="1"/>
          </p:cNvPicPr>
          <p:nvPr/>
        </p:nvPicPr>
        <p:blipFill>
          <a:blip xmlns:r="http://schemas.openxmlformats.org/officeDocument/2006/relationships" xmlns:a="http://schemas.openxmlformats.org/drawingml/2006/main" r:embed="R8988d915f11d44b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FC40759A-AACE-4DF5-B166-288A24955DD7}"/>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CBD9846A-45B7-43C2-9022-42FCEAF109DC}"/>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E5632494-E8A6-46DE-BCBA-4F72CC3205F3}"/>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10FEE99C-CDC2-4113-8618-75E7A4E97725}"/>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696632E8-8DEC-4025-915D-284208999CF9}"/>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8B961E4E-883B-409C-9467-2A9827DED6F7}"/>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C0196BF4-204C-41D1-9BAC-6882037DE3A7}"/>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0B2AF1F1-C4D2-4A35-93D7-B0754D322CCE}"/>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01F271BB-41D6-4F60-96E9-551DF2559215}"/>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D7BD87DD-37CF-48D5-A61C-570F39AD5B96}"/>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F73A24D2-2B85-4457-BAD7-41CB4D6186CE}"/>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C3FC4715-AF15-498F-BC35-C1C8E02D7EAD}"/>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A4048515-83FB-45BA-BBFB-84901BF6CC9A}"/>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039EDC82-0057-40E0-BF37-25BC4D09D5CE}"/>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600CF9CA-54D6-4F46-A808-01DF777B87E9}"/>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59EA9AFB-F6A1-4387-9DFA-C252ADE08A7E}"/>
              </a:ext>
            </a:extLst>
          </p:cNvPr>
          <p:cNvPicPr>
            <a:picLocks xmlns:a="http://schemas.openxmlformats.org/drawingml/2006/main" noChangeAspect="1"/>
          </p:cNvPicPr>
          <p:nvPr/>
        </p:nvPicPr>
        <p:blipFill>
          <a:blip xmlns:r="http://schemas.openxmlformats.org/officeDocument/2006/relationships" xmlns:a="http://schemas.openxmlformats.org/drawingml/2006/main" r:embed="R356e0508533d4ba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58B9EECB-0F50-4313-B0B4-8B676A63CB49}"/>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D7B7E39C-7DD9-4AFB-AD74-5B7E92C779A7}"/>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97DD5EC4-5A63-445E-9D55-B0299E63E75E}"/>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62BC183D-04D1-4BFC-8447-65B0B6BCCB26}"/>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defRPr sz="1350" b="0">
                <a:solidFill>
                  <a:srgbClr val="171717"/>
                </a:solidFill>
                <a:latin typeface="Arial"/>
                <a:ea typeface="Arial"/>
                <a:cs typeface="Arial"/>
              </a:defRPr>
            </a:lvl1pPr>
            <a:lvl2pPr algn="ctr">
              <a:defRPr sz="1350" b="0">
                <a:solidFill>
                  <a:srgbClr val="171717"/>
                </a:solidFill>
                <a:latin typeface="Arial"/>
                <a:ea typeface="Arial"/>
                <a:cs typeface="Arial"/>
              </a:defRPr>
            </a:lvl2pPr>
            <a:lvl3pPr algn="ctr">
              <a:defRPr sz="1350" b="0">
                <a:solidFill>
                  <a:srgbClr val="171717"/>
                </a:solidFill>
                <a:latin typeface="Arial"/>
                <a:ea typeface="Arial"/>
                <a:cs typeface="Arial"/>
              </a:defRPr>
            </a:lvl3pPr>
            <a:lvl4pPr algn="ctr">
              <a:defRPr sz="1350" b="0">
                <a:solidFill>
                  <a:srgbClr val="171717"/>
                </a:solidFill>
                <a:latin typeface="Arial"/>
                <a:ea typeface="Arial"/>
                <a:cs typeface="Arial"/>
              </a:defRPr>
            </a:lvl4pPr>
            <a:lvl5pPr algn="ctr">
              <a:defRPr sz="1350" b="0">
                <a:solidFill>
                  <a:srgbClr val="171717"/>
                </a:solidFill>
                <a:latin typeface="Arial"/>
                <a:ea typeface="Arial"/>
                <a:cs typeface="Arial"/>
              </a:defRPr>
            </a:lvl5pPr>
            <a:lvl6pPr algn="ctr">
              <a:defRPr sz="1350" b="0">
                <a:solidFill>
                  <a:srgbClr val="171717"/>
                </a:solidFill>
                <a:latin typeface="Arial"/>
                <a:ea typeface="Arial"/>
                <a:cs typeface="Arial"/>
              </a:defRPr>
            </a:lvl6pPr>
            <a:lvl7pPr algn="ctr">
              <a:defRPr sz="1350" b="0">
                <a:solidFill>
                  <a:srgbClr val="171717"/>
                </a:solidFill>
                <a:latin typeface="Arial"/>
                <a:ea typeface="Arial"/>
                <a:cs typeface="Arial"/>
              </a:defRPr>
            </a:lvl7pPr>
            <a:lvl8pPr algn="ctr">
              <a:defRPr sz="1350" b="0">
                <a:solidFill>
                  <a:srgbClr val="171717"/>
                </a:solidFill>
                <a:latin typeface="Arial"/>
                <a:ea typeface="Arial"/>
                <a:cs typeface="Arial"/>
              </a:defRPr>
            </a:lvl8pPr>
            <a:lvl9pPr algn="ctr">
              <a:defRPr sz="1350" b="0">
                <a:solidFill>
                  <a:srgbClr val="171717"/>
                </a:solidFill>
                <a:latin typeface="Arial"/>
                <a:ea typeface="Arial"/>
                <a:cs typeface="Arial"/>
              </a:defRPr>
            </a:lvl9pPr>
          </a:lstStyle>
          <a:p xmlns:a="http://schemas.openxmlformats.org/drawingml/2006/main">
            <a:pPr algn="ctr">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F7711F76-9C81-44FA-B7B9-7487B637EFA1}"/>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93576222-2045-4E3B-9485-A9A23FD69750}"/>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defRPr sz="1275" b="1">
                <a:solidFill>
                  <a:srgbClr val="19713C"/>
                </a:solidFill>
                <a:latin typeface="Arial"/>
                <a:ea typeface="Arial"/>
                <a:cs typeface="Arial"/>
              </a:defRPr>
            </a:lvl1pPr>
            <a:lvl2pPr algn="l">
              <a:defRPr sz="1275" b="1">
                <a:solidFill>
                  <a:srgbClr val="19713C"/>
                </a:solidFill>
                <a:latin typeface="Arial"/>
                <a:ea typeface="Arial"/>
                <a:cs typeface="Arial"/>
              </a:defRPr>
            </a:lvl2pPr>
            <a:lvl3pPr algn="l">
              <a:defRPr sz="1275" b="1">
                <a:solidFill>
                  <a:srgbClr val="19713C"/>
                </a:solidFill>
                <a:latin typeface="Arial"/>
                <a:ea typeface="Arial"/>
                <a:cs typeface="Arial"/>
              </a:defRPr>
            </a:lvl3pPr>
            <a:lvl4pPr algn="l">
              <a:defRPr sz="1275" b="1">
                <a:solidFill>
                  <a:srgbClr val="19713C"/>
                </a:solidFill>
                <a:latin typeface="Arial"/>
                <a:ea typeface="Arial"/>
                <a:cs typeface="Arial"/>
              </a:defRPr>
            </a:lvl4pPr>
            <a:lvl5pPr algn="l">
              <a:defRPr sz="1275" b="1">
                <a:solidFill>
                  <a:srgbClr val="19713C"/>
                </a:solidFill>
                <a:latin typeface="Arial"/>
                <a:ea typeface="Arial"/>
                <a:cs typeface="Arial"/>
              </a:defRPr>
            </a:lvl5pPr>
            <a:lvl6pPr algn="l">
              <a:defRPr sz="1275" b="1">
                <a:solidFill>
                  <a:srgbClr val="19713C"/>
                </a:solidFill>
                <a:latin typeface="Arial"/>
                <a:ea typeface="Arial"/>
                <a:cs typeface="Arial"/>
              </a:defRPr>
            </a:lvl6pPr>
            <a:lvl7pPr algn="l">
              <a:defRPr sz="1275" b="1">
                <a:solidFill>
                  <a:srgbClr val="19713C"/>
                </a:solidFill>
                <a:latin typeface="Arial"/>
                <a:ea typeface="Arial"/>
                <a:cs typeface="Arial"/>
              </a:defRPr>
            </a:lvl7pPr>
            <a:lvl8pPr algn="l">
              <a:defRPr sz="1275" b="1">
                <a:solidFill>
                  <a:srgbClr val="19713C"/>
                </a:solidFill>
                <a:latin typeface="Arial"/>
                <a:ea typeface="Arial"/>
                <a:cs typeface="Arial"/>
              </a:defRPr>
            </a:lvl8pPr>
            <a:lvl9pPr algn="l">
              <a:defRPr sz="1275" b="1">
                <a:solidFill>
                  <a:srgbClr val="19713C"/>
                </a:solidFill>
                <a:latin typeface="Arial"/>
                <a:ea typeface="Arial"/>
                <a:cs typeface="Arial"/>
              </a:defRPr>
            </a:lvl9pPr>
          </a:lstStyle>
          <a:p xmlns:a="http://schemas.openxmlformats.org/drawingml/2006/main">
            <a:pPr algn="l">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304F40E6-7226-4334-9405-9AD41163F146}"/>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8BEA2F89-7A08-42BA-BA95-67F5194CD4A1}"/>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defRPr sz="1200" b="1">
                <a:solidFill>
                  <a:srgbClr val="9D5B00"/>
                </a:solidFill>
                <a:latin typeface="Arial"/>
                <a:ea typeface="Arial"/>
                <a:cs typeface="Arial"/>
              </a:defRPr>
            </a:lvl1pPr>
            <a:lvl2pPr algn="l">
              <a:defRPr sz="1200" b="1">
                <a:solidFill>
                  <a:srgbClr val="9D5B00"/>
                </a:solidFill>
                <a:latin typeface="Arial"/>
                <a:ea typeface="Arial"/>
                <a:cs typeface="Arial"/>
              </a:defRPr>
            </a:lvl2pPr>
            <a:lvl3pPr algn="l">
              <a:defRPr sz="1200" b="1">
                <a:solidFill>
                  <a:srgbClr val="9D5B00"/>
                </a:solidFill>
                <a:latin typeface="Arial"/>
                <a:ea typeface="Arial"/>
                <a:cs typeface="Arial"/>
              </a:defRPr>
            </a:lvl3pPr>
            <a:lvl4pPr algn="l">
              <a:defRPr sz="1200" b="1">
                <a:solidFill>
                  <a:srgbClr val="9D5B00"/>
                </a:solidFill>
                <a:latin typeface="Arial"/>
                <a:ea typeface="Arial"/>
                <a:cs typeface="Arial"/>
              </a:defRPr>
            </a:lvl4pPr>
            <a:lvl5pPr algn="l">
              <a:defRPr sz="1200" b="1">
                <a:solidFill>
                  <a:srgbClr val="9D5B00"/>
                </a:solidFill>
                <a:latin typeface="Arial"/>
                <a:ea typeface="Arial"/>
                <a:cs typeface="Arial"/>
              </a:defRPr>
            </a:lvl5pPr>
            <a:lvl6pPr algn="l">
              <a:defRPr sz="1200" b="1">
                <a:solidFill>
                  <a:srgbClr val="9D5B00"/>
                </a:solidFill>
                <a:latin typeface="Arial"/>
                <a:ea typeface="Arial"/>
                <a:cs typeface="Arial"/>
              </a:defRPr>
            </a:lvl6pPr>
            <a:lvl7pPr algn="l">
              <a:defRPr sz="1200" b="1">
                <a:solidFill>
                  <a:srgbClr val="9D5B00"/>
                </a:solidFill>
                <a:latin typeface="Arial"/>
                <a:ea typeface="Arial"/>
                <a:cs typeface="Arial"/>
              </a:defRPr>
            </a:lvl7pPr>
            <a:lvl8pPr algn="l">
              <a:defRPr sz="1200" b="1">
                <a:solidFill>
                  <a:srgbClr val="9D5B00"/>
                </a:solidFill>
                <a:latin typeface="Arial"/>
                <a:ea typeface="Arial"/>
                <a:cs typeface="Arial"/>
              </a:defRPr>
            </a:lvl8pPr>
            <a:lvl9pPr algn="l">
              <a:defRPr sz="1200" b="1">
                <a:solidFill>
                  <a:srgbClr val="9D5B00"/>
                </a:solidFill>
                <a:latin typeface="Arial"/>
                <a:ea typeface="Arial"/>
                <a:cs typeface="Arial"/>
              </a:defRPr>
            </a:lvl9pPr>
          </a:lstStyle>
          <a:p xmlns:a="http://schemas.openxmlformats.org/drawingml/2006/main">
            <a:pPr algn="l">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B8929D6B-E4D9-47AE-B6C7-2A72FDF2E8D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defRPr sz="1725" b="1">
                <a:solidFill>
                  <a:srgbClr val="202C61"/>
                </a:solidFill>
                <a:latin typeface="Raleway"/>
                <a:ea typeface="Raleway"/>
                <a:cs typeface="Raleway"/>
              </a:defRPr>
            </a:lvl1pPr>
            <a:lvl2pPr algn="l">
              <a:defRPr sz="1725" b="1">
                <a:solidFill>
                  <a:srgbClr val="202C61"/>
                </a:solidFill>
                <a:latin typeface="Raleway"/>
                <a:ea typeface="Raleway"/>
                <a:cs typeface="Raleway"/>
              </a:defRPr>
            </a:lvl2pPr>
            <a:lvl3pPr algn="l">
              <a:defRPr sz="1725" b="1">
                <a:solidFill>
                  <a:srgbClr val="202C61"/>
                </a:solidFill>
                <a:latin typeface="Raleway"/>
                <a:ea typeface="Raleway"/>
                <a:cs typeface="Raleway"/>
              </a:defRPr>
            </a:lvl3pPr>
            <a:lvl4pPr algn="l">
              <a:defRPr sz="1725" b="1">
                <a:solidFill>
                  <a:srgbClr val="202C61"/>
                </a:solidFill>
                <a:latin typeface="Raleway"/>
                <a:ea typeface="Raleway"/>
                <a:cs typeface="Raleway"/>
              </a:defRPr>
            </a:lvl4pPr>
            <a:lvl5pPr algn="l">
              <a:defRPr sz="1725" b="1">
                <a:solidFill>
                  <a:srgbClr val="202C61"/>
                </a:solidFill>
                <a:latin typeface="Raleway"/>
                <a:ea typeface="Raleway"/>
                <a:cs typeface="Raleway"/>
              </a:defRPr>
            </a:lvl5pPr>
            <a:lvl6pPr algn="l">
              <a:defRPr sz="1725" b="1">
                <a:solidFill>
                  <a:srgbClr val="202C61"/>
                </a:solidFill>
                <a:latin typeface="Raleway"/>
                <a:ea typeface="Raleway"/>
                <a:cs typeface="Raleway"/>
              </a:defRPr>
            </a:lvl6pPr>
            <a:lvl7pPr algn="l">
              <a:defRPr sz="1725" b="1">
                <a:solidFill>
                  <a:srgbClr val="202C61"/>
                </a:solidFill>
                <a:latin typeface="Raleway"/>
                <a:ea typeface="Raleway"/>
                <a:cs typeface="Raleway"/>
              </a:defRPr>
            </a:lvl7pPr>
            <a:lvl8pPr algn="l">
              <a:defRPr sz="1725" b="1">
                <a:solidFill>
                  <a:srgbClr val="202C61"/>
                </a:solidFill>
                <a:latin typeface="Raleway"/>
                <a:ea typeface="Raleway"/>
                <a:cs typeface="Raleway"/>
              </a:defRPr>
            </a:lvl8pPr>
            <a:lvl9pPr algn="l">
              <a:defRPr sz="1725" b="1">
                <a:solidFill>
                  <a:srgbClr val="202C61"/>
                </a:solidFill>
                <a:latin typeface="Raleway"/>
                <a:ea typeface="Raleway"/>
                <a:cs typeface="Raleway"/>
              </a:defRPr>
            </a:lvl9pPr>
          </a:lstStyle>
          <a:p xmlns:a="http://schemas.openxmlformats.org/drawingml/2006/main">
            <a:pPr algn="l">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D2819B6B-F357-4968-B788-9E5B06885C8F}"/>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739E5F41-1F40-4F5D-B9F5-4550ED00BC58}"/>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0FEEA9C0-7CFC-495C-BCD1-BA06D4D37448}"/>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6D1F021C-5707-47D6-9D27-344E633BA4A6}"/>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390DB6B5-DEC8-4BC5-8054-51E2B8DFA90E}"/>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4E930350-A9B5-4B90-A60F-E725779338FB}"/>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35A57168-04E9-4765-838B-6829E9BB0A0A}"/>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EE13CF26-D38F-48ED-BFFA-D48AD8E97CBA}"/>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948B54FB-CAE0-4C19-B486-D4C08C602FED}"/>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2876075F-AF78-4832-B3FA-5EF30EEB261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E3CD9D02-268C-42D3-9429-0D5CF99792A3}"/>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32444C8B-B0D1-41F7-A4A8-4B8BA860537F}"/>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A09BB963-F601-4F0E-A764-D7C675538907}"/>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7361AB74-C24A-4123-9484-4744DC1788B8}"/>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5050326-6A17-4D21-92B7-A8DF233035BF}"/>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842043A-1515-4CCD-B007-455864754ECD}"/>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4108ECEF-5E34-4373-93C9-0A5F46064577}"/>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139F0574-DBE4-42E1-8C6B-C9BB7D572DDE}"/>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203BA515-4938-4378-97CB-27D2A2843319}"/>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16D450CE-4A7C-49FD-95F9-407DF58E5517}"/>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1F07EC75-8142-4DA3-A43F-EA5E9C972586}"/>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CD84FD09-0D4C-4431-A9C8-497D3B186AEF}"/>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C7BBC3C3-E9EC-45EE-BBDC-80E2D074A30F}"/>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A423F118-3406-4FAC-A2BB-001D685A0D71}"/>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2179FA16-40B5-4842-85DB-189C3AA3796E}"/>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228E1618-70D0-416D-B180-AF25D17E783A}"/>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defRPr sz="1650" b="1">
                <a:solidFill>
                  <a:srgbClr val="9D5B00"/>
                </a:solidFill>
                <a:latin typeface="Arial"/>
                <a:ea typeface="Arial"/>
                <a:cs typeface="Arial"/>
              </a:defRPr>
            </a:lvl1pPr>
            <a:lvl2pPr algn="l">
              <a:defRPr sz="1650" b="1">
                <a:solidFill>
                  <a:srgbClr val="9D5B00"/>
                </a:solidFill>
                <a:latin typeface="Arial"/>
                <a:ea typeface="Arial"/>
                <a:cs typeface="Arial"/>
              </a:defRPr>
            </a:lvl2pPr>
            <a:lvl3pPr algn="l">
              <a:defRPr sz="1650" b="1">
                <a:solidFill>
                  <a:srgbClr val="9D5B00"/>
                </a:solidFill>
                <a:latin typeface="Arial"/>
                <a:ea typeface="Arial"/>
                <a:cs typeface="Arial"/>
              </a:defRPr>
            </a:lvl3pPr>
            <a:lvl4pPr algn="l">
              <a:defRPr sz="1650" b="1">
                <a:solidFill>
                  <a:srgbClr val="9D5B00"/>
                </a:solidFill>
                <a:latin typeface="Arial"/>
                <a:ea typeface="Arial"/>
                <a:cs typeface="Arial"/>
              </a:defRPr>
            </a:lvl4pPr>
            <a:lvl5pPr algn="l">
              <a:defRPr sz="1650" b="1">
                <a:solidFill>
                  <a:srgbClr val="9D5B00"/>
                </a:solidFill>
                <a:latin typeface="Arial"/>
                <a:ea typeface="Arial"/>
                <a:cs typeface="Arial"/>
              </a:defRPr>
            </a:lvl5pPr>
            <a:lvl6pPr algn="l">
              <a:defRPr sz="1650" b="1">
                <a:solidFill>
                  <a:srgbClr val="9D5B00"/>
                </a:solidFill>
                <a:latin typeface="Arial"/>
                <a:ea typeface="Arial"/>
                <a:cs typeface="Arial"/>
              </a:defRPr>
            </a:lvl6pPr>
            <a:lvl7pPr algn="l">
              <a:defRPr sz="1650" b="1">
                <a:solidFill>
                  <a:srgbClr val="9D5B00"/>
                </a:solidFill>
                <a:latin typeface="Arial"/>
                <a:ea typeface="Arial"/>
                <a:cs typeface="Arial"/>
              </a:defRPr>
            </a:lvl7pPr>
            <a:lvl8pPr algn="l">
              <a:defRPr sz="1650" b="1">
                <a:solidFill>
                  <a:srgbClr val="9D5B00"/>
                </a:solidFill>
                <a:latin typeface="Arial"/>
                <a:ea typeface="Arial"/>
                <a:cs typeface="Arial"/>
              </a:defRPr>
            </a:lvl8pPr>
            <a:lvl9pPr algn="l">
              <a:defRPr sz="1650" b="1">
                <a:solidFill>
                  <a:srgbClr val="9D5B00"/>
                </a:solidFill>
                <a:latin typeface="Arial"/>
                <a:ea typeface="Arial"/>
                <a:cs typeface="Arial"/>
              </a:defRPr>
            </a:lvl9pPr>
          </a:lstStyle>
          <a:p xmlns:a="http://schemas.openxmlformats.org/drawingml/2006/main">
            <a:pPr algn="l">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6F82A9E8-D146-4F1D-BE9F-46F98DF5809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56EF9A4A-896F-4CE8-B8CB-99EEA2598416}"/>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2ACF42E1-971E-4962-A74D-C51F36ECCC7D}"/>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44A56BD7-0E76-4A52-A1BD-06DF4997F0E4}"/>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C5B869A4-F2FA-47DC-B891-9659533A9549}"/>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7254DAA-BB39-4F96-A98A-5B4EC3923077}"/>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BAE4BF96-F6EC-42DE-A06E-F2BEA489ED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431E65CF-8F9B-4980-AB81-C87ED66D32CE}"/>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C085BC5-B0F5-41C5-83A5-43BD10A446D3}"/>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F183E849-5ED8-4620-9780-A4A6F7BBC924}"/>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157C6594-BA94-49B4-AB87-48B4039A578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FD900395-AA32-4BBD-AC7A-40DF17AEE905}"/>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D2569AEA-2CAC-4D74-A9F4-07BDF73CF4D8}"/>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defRPr sz="1650" b="1">
                <a:solidFill>
                  <a:srgbClr val="19713C"/>
                </a:solidFill>
                <a:latin typeface="Arial"/>
                <a:ea typeface="Arial"/>
                <a:cs typeface="Arial"/>
              </a:defRPr>
            </a:lvl1pPr>
            <a:lvl2pPr algn="l">
              <a:defRPr sz="1650" b="1">
                <a:solidFill>
                  <a:srgbClr val="19713C"/>
                </a:solidFill>
                <a:latin typeface="Arial"/>
                <a:ea typeface="Arial"/>
                <a:cs typeface="Arial"/>
              </a:defRPr>
            </a:lvl2pPr>
            <a:lvl3pPr algn="l">
              <a:defRPr sz="1650" b="1">
                <a:solidFill>
                  <a:srgbClr val="19713C"/>
                </a:solidFill>
                <a:latin typeface="Arial"/>
                <a:ea typeface="Arial"/>
                <a:cs typeface="Arial"/>
              </a:defRPr>
            </a:lvl3pPr>
            <a:lvl4pPr algn="l">
              <a:defRPr sz="1650" b="1">
                <a:solidFill>
                  <a:srgbClr val="19713C"/>
                </a:solidFill>
                <a:latin typeface="Arial"/>
                <a:ea typeface="Arial"/>
                <a:cs typeface="Arial"/>
              </a:defRPr>
            </a:lvl4pPr>
            <a:lvl5pPr algn="l">
              <a:defRPr sz="1650" b="1">
                <a:solidFill>
                  <a:srgbClr val="19713C"/>
                </a:solidFill>
                <a:latin typeface="Arial"/>
                <a:ea typeface="Arial"/>
                <a:cs typeface="Arial"/>
              </a:defRPr>
            </a:lvl5pPr>
            <a:lvl6pPr algn="l">
              <a:defRPr sz="1650" b="1">
                <a:solidFill>
                  <a:srgbClr val="19713C"/>
                </a:solidFill>
                <a:latin typeface="Arial"/>
                <a:ea typeface="Arial"/>
                <a:cs typeface="Arial"/>
              </a:defRPr>
            </a:lvl6pPr>
            <a:lvl7pPr algn="l">
              <a:defRPr sz="1650" b="1">
                <a:solidFill>
                  <a:srgbClr val="19713C"/>
                </a:solidFill>
                <a:latin typeface="Arial"/>
                <a:ea typeface="Arial"/>
                <a:cs typeface="Arial"/>
              </a:defRPr>
            </a:lvl7pPr>
            <a:lvl8pPr algn="l">
              <a:defRPr sz="1650" b="1">
                <a:solidFill>
                  <a:srgbClr val="19713C"/>
                </a:solidFill>
                <a:latin typeface="Arial"/>
                <a:ea typeface="Arial"/>
                <a:cs typeface="Arial"/>
              </a:defRPr>
            </a:lvl8pPr>
            <a:lvl9pPr algn="l">
              <a:defRPr sz="1650" b="1">
                <a:solidFill>
                  <a:srgbClr val="19713C"/>
                </a:solidFill>
                <a:latin typeface="Arial"/>
                <a:ea typeface="Arial"/>
                <a:cs typeface="Arial"/>
              </a:defRPr>
            </a:lvl9pPr>
          </a:lstStyle>
          <a:p xmlns:a="http://schemas.openxmlformats.org/drawingml/2006/main">
            <a:pPr algn="l">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17C2CDAC-868E-4607-A2D2-29047675C8E4}"/>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D9B3EF22-A2A9-40C2-9928-33CF4D84E37B}"/>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4882D607-2A59-4F55-A155-426BF04D1283}"/>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EB83C376-B364-4D23-8C9F-0AB6DCE5BAE8}"/>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F5CAC26-782B-47CD-B1CD-A3EC16D7165F}"/>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34253FAA-55D3-4A1B-9A3D-8E468343846C}"/>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C78F973D-CF45-467E-B333-AC802E1457CB}"/>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1920A00-12C7-4021-AE66-8700EAAF3B85}"/>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682C5CCE-3BF3-4944-B36D-799FB9560A5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D490778A-B1D4-4EA4-9D2B-F629E702F173}"/>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A724995A-8DAF-4422-8084-4FE1B5A70F3C}"/>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11232C8F-894E-420E-8FAB-2E2645A0F3DC}"/>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276C3638-9BF6-48CD-947D-F6B3C211E3EC}"/>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defRPr sz="1200" b="0">
                <a:solidFill>
                  <a:srgbClr val="595959"/>
                </a:solidFill>
                <a:latin typeface="Arial"/>
                <a:ea typeface="Arial"/>
                <a:cs typeface="Arial"/>
              </a:defRPr>
            </a:lvl1pPr>
            <a:lvl2pPr algn="ctr">
              <a:defRPr sz="1200" b="0">
                <a:solidFill>
                  <a:srgbClr val="595959"/>
                </a:solidFill>
                <a:latin typeface="Arial"/>
                <a:ea typeface="Arial"/>
                <a:cs typeface="Arial"/>
              </a:defRPr>
            </a:lvl2pPr>
            <a:lvl3pPr algn="ctr">
              <a:defRPr sz="1200" b="0">
                <a:solidFill>
                  <a:srgbClr val="595959"/>
                </a:solidFill>
                <a:latin typeface="Arial"/>
                <a:ea typeface="Arial"/>
                <a:cs typeface="Arial"/>
              </a:defRPr>
            </a:lvl3pPr>
            <a:lvl4pPr algn="ctr">
              <a:defRPr sz="1200" b="0">
                <a:solidFill>
                  <a:srgbClr val="595959"/>
                </a:solidFill>
                <a:latin typeface="Arial"/>
                <a:ea typeface="Arial"/>
                <a:cs typeface="Arial"/>
              </a:defRPr>
            </a:lvl4pPr>
            <a:lvl5pPr algn="ctr">
              <a:defRPr sz="1200" b="0">
                <a:solidFill>
                  <a:srgbClr val="595959"/>
                </a:solidFill>
                <a:latin typeface="Arial"/>
                <a:ea typeface="Arial"/>
                <a:cs typeface="Arial"/>
              </a:defRPr>
            </a:lvl5pPr>
            <a:lvl6pPr algn="ctr">
              <a:defRPr sz="1200" b="0">
                <a:solidFill>
                  <a:srgbClr val="595959"/>
                </a:solidFill>
                <a:latin typeface="Arial"/>
                <a:ea typeface="Arial"/>
                <a:cs typeface="Arial"/>
              </a:defRPr>
            </a:lvl6pPr>
            <a:lvl7pPr algn="ctr">
              <a:defRPr sz="1200" b="0">
                <a:solidFill>
                  <a:srgbClr val="595959"/>
                </a:solidFill>
                <a:latin typeface="Arial"/>
                <a:ea typeface="Arial"/>
                <a:cs typeface="Arial"/>
              </a:defRPr>
            </a:lvl7pPr>
            <a:lvl8pPr algn="ctr">
              <a:defRPr sz="1200" b="0">
                <a:solidFill>
                  <a:srgbClr val="595959"/>
                </a:solidFill>
                <a:latin typeface="Arial"/>
                <a:ea typeface="Arial"/>
                <a:cs typeface="Arial"/>
              </a:defRPr>
            </a:lvl8pPr>
            <a:lvl9pPr algn="ctr">
              <a:defRPr sz="1200" b="0">
                <a:solidFill>
                  <a:srgbClr val="595959"/>
                </a:solidFill>
                <a:latin typeface="Arial"/>
                <a:ea typeface="Arial"/>
                <a:cs typeface="Arial"/>
              </a:defRPr>
            </a:lvl9pPr>
          </a:lstStyle>
          <a:p xmlns:a="http://schemas.openxmlformats.org/drawingml/2006/main">
            <a:pPr algn="ctr">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87548F46-7D44-4C80-93B7-FCD5CDDCA570}"/>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defRPr sz="1200" b="0">
                <a:solidFill>
                  <a:srgbClr val="595959"/>
                </a:solidFill>
                <a:latin typeface="Arial"/>
                <a:ea typeface="Arial"/>
                <a:cs typeface="Arial"/>
              </a:defRPr>
            </a:lvl1pPr>
            <a:lvl2pPr algn="ctr">
              <a:defRPr sz="1200" b="0">
                <a:solidFill>
                  <a:srgbClr val="595959"/>
                </a:solidFill>
                <a:latin typeface="Arial"/>
                <a:ea typeface="Arial"/>
                <a:cs typeface="Arial"/>
              </a:defRPr>
            </a:lvl2pPr>
            <a:lvl3pPr algn="ctr">
              <a:defRPr sz="1200" b="0">
                <a:solidFill>
                  <a:srgbClr val="595959"/>
                </a:solidFill>
                <a:latin typeface="Arial"/>
                <a:ea typeface="Arial"/>
                <a:cs typeface="Arial"/>
              </a:defRPr>
            </a:lvl3pPr>
            <a:lvl4pPr algn="ctr">
              <a:defRPr sz="1200" b="0">
                <a:solidFill>
                  <a:srgbClr val="595959"/>
                </a:solidFill>
                <a:latin typeface="Arial"/>
                <a:ea typeface="Arial"/>
                <a:cs typeface="Arial"/>
              </a:defRPr>
            </a:lvl4pPr>
            <a:lvl5pPr algn="ctr">
              <a:defRPr sz="1200" b="0">
                <a:solidFill>
                  <a:srgbClr val="595959"/>
                </a:solidFill>
                <a:latin typeface="Arial"/>
                <a:ea typeface="Arial"/>
                <a:cs typeface="Arial"/>
              </a:defRPr>
            </a:lvl5pPr>
            <a:lvl6pPr algn="ctr">
              <a:defRPr sz="1200" b="0">
                <a:solidFill>
                  <a:srgbClr val="595959"/>
                </a:solidFill>
                <a:latin typeface="Arial"/>
                <a:ea typeface="Arial"/>
                <a:cs typeface="Arial"/>
              </a:defRPr>
            </a:lvl6pPr>
            <a:lvl7pPr algn="ctr">
              <a:defRPr sz="1200" b="0">
                <a:solidFill>
                  <a:srgbClr val="595959"/>
                </a:solidFill>
                <a:latin typeface="Arial"/>
                <a:ea typeface="Arial"/>
                <a:cs typeface="Arial"/>
              </a:defRPr>
            </a:lvl7pPr>
            <a:lvl8pPr algn="ctr">
              <a:defRPr sz="1200" b="0">
                <a:solidFill>
                  <a:srgbClr val="595959"/>
                </a:solidFill>
                <a:latin typeface="Arial"/>
                <a:ea typeface="Arial"/>
                <a:cs typeface="Arial"/>
              </a:defRPr>
            </a:lvl8pPr>
            <a:lvl9pPr algn="ctr">
              <a:defRPr sz="1200" b="0">
                <a:solidFill>
                  <a:srgbClr val="595959"/>
                </a:solidFill>
                <a:latin typeface="Arial"/>
                <a:ea typeface="Arial"/>
                <a:cs typeface="Arial"/>
              </a:defRPr>
            </a:lvl9pPr>
          </a:lstStyle>
          <a:p xmlns:a="http://schemas.openxmlformats.org/drawingml/2006/main">
            <a:pPr algn="ctr">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C29EB84B-5839-43D3-9420-5B152AD9B504}"/>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5A71FF28-D9AD-4378-8DC4-517DE6DF09BF}"/>
              </a:ext>
            </a:extLst>
          </p:cNvPr>
          <p:cNvPicPr>
            <a:picLocks xmlns:a="http://schemas.openxmlformats.org/drawingml/2006/main" noChangeAspect="1"/>
          </p:cNvPicPr>
          <p:nvPr/>
        </p:nvPicPr>
        <p:blipFill>
          <a:blip xmlns:r="http://schemas.openxmlformats.org/officeDocument/2006/relationships" xmlns:a="http://schemas.openxmlformats.org/drawingml/2006/main" r:embed="Ra1fb2f0432b5451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2D11869B-487B-47A2-8A93-0465700C43CF}"/>
              </a:ext>
            </a:extLst>
          </p:cNvPr>
          <p:cNvPicPr>
            <a:picLocks xmlns:a="http://schemas.openxmlformats.org/drawingml/2006/main" noChangeAspect="1"/>
          </p:cNvPicPr>
          <p:nvPr/>
        </p:nvPicPr>
        <p:blipFill>
          <a:blip xmlns:r="http://schemas.openxmlformats.org/officeDocument/2006/relationships" xmlns:a="http://schemas.openxmlformats.org/drawingml/2006/main" r:embed="R9745b6b7a0b245b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2026-10-27T14:32:24.2400000Z</dcterms:created>
  <dcterms:modified xsi:type="dcterms:W3CDTF">2026-10-27T14:32:24.2400000Z</dcterms:modified>
</coreProperties>
</file>