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eb9027ae14a96" /><Relationship Type="http://schemas.openxmlformats.org/officeDocument/2006/relationships/extended-properties" Target="/docProps/app.xml" Id="R2f4ec2902e71437c" /><Relationship Type="http://schemas.openxmlformats.org/officeDocument/2006/relationships/officeDocument" Target="/ppt/presentation.xml" Id="R9db4d6ff27be4a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e11264bfd447d"/>
  </p:sldMasterIdLst>
  <p:notesMasterIdLst>
    <p:notesMasterId xmlns:r="http://schemas.openxmlformats.org/officeDocument/2006/relationships" r:id="Rcab73ed7111741d5"/>
  </p:notesMasterIdLst>
  <p:sldIdLst>
    <p:sldId xmlns:r="http://schemas.openxmlformats.org/officeDocument/2006/relationships" id="256" r:id="R965a750293d344c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820cdf015e414e" /><Relationship Type="http://schemas.openxmlformats.org/officeDocument/2006/relationships/slideMaster" Target="/ppt/slideMasters/slideMaster1.xml" Id="Rce2e11264bfd447d" /><Relationship Type="http://schemas.openxmlformats.org/officeDocument/2006/relationships/notesMaster" Target="/ppt/notesMasters/notesMaster1.xml" Id="Rcab73ed7111741d5" /><Relationship Type="http://schemas.openxmlformats.org/officeDocument/2006/relationships/presProps" Target="/ppt/presProps.xml" Id="Rdd218dd8d00648db" /><Relationship Type="http://schemas.openxmlformats.org/officeDocument/2006/relationships/tableStyles" Target="/ppt/tableStyles.xml" Id="Rff88b07c2bcb4fde" /><Relationship Type="http://schemas.openxmlformats.org/officeDocument/2006/relationships/slide" Target="/ppt/slides/slide1.xml" Id="R965a750293d344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d9f8452307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f1657bcf44f5b" /><Relationship Type="http://schemas.openxmlformats.org/officeDocument/2006/relationships/notesMaster" Target="/ppt/notesMasters/notesMaster1.xml" Id="R89580824501c4f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1f749d5384c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5c93be75749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204c6ec7244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f7edf91ab47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75c59571740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e4b951d584d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C28E47-F781-46AD-BC39-D72565178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4B4FB4-B0C2-4C5F-AEB6-2EE5E34DCE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DD9186-1299-4686-B127-204B38CCE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AFCFC-B61A-4BB3-A1C6-9CA91B45F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763CA4-0706-4E0B-BF1B-A2E09C6A33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D9E786-1CDD-4D4D-B0D6-ED14FF821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950DFF-00CE-4C06-9340-7E87F1BB7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512E39-5996-4CCC-84B3-44B30F83F3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D3C897-B055-47F5-9DF6-83A274D7D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2C833B-9420-4597-88A8-8A28F6ECE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171e64e4a4411" /><Relationship Type="http://schemas.openxmlformats.org/officeDocument/2006/relationships/slideLayout" Target="/ppt/slideLayouts/slideLayout1.xml" Id="R2d59bd1a20274475" /><Relationship Type="http://schemas.openxmlformats.org/officeDocument/2006/relationships/slideLayout" Target="/ppt/slideLayouts/slideLayout2.xml" Id="R522ec8c7ea774c2f" /><Relationship Type="http://schemas.openxmlformats.org/officeDocument/2006/relationships/slideLayout" Target="/ppt/slideLayouts/slideLayout3.xml" Id="Rbf0f8efa9db641d9" /><Relationship Type="http://schemas.openxmlformats.org/officeDocument/2006/relationships/slideLayout" Target="/ppt/slideLayouts/slideLayout4.xml" Id="R672428e105bf4403" /><Relationship Type="http://schemas.openxmlformats.org/officeDocument/2006/relationships/slideLayout" Target="/ppt/slideLayouts/slideLayout5.xml" Id="R2fb873205a3b4c7a" /><Relationship Type="http://schemas.openxmlformats.org/officeDocument/2006/relationships/slideLayout" Target="/ppt/slideLayouts/slideLayout6.xml" Id="Re438914d122849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9bd1a20274475"/>
    <p:sldLayoutId xmlns:r="http://schemas.openxmlformats.org/officeDocument/2006/relationships" id="2147483650" r:id="R522ec8c7ea774c2f"/>
    <p:sldLayoutId xmlns:r="http://schemas.openxmlformats.org/officeDocument/2006/relationships" id="2147483651" r:id="Rbf0f8efa9db641d9"/>
    <p:sldLayoutId xmlns:r="http://schemas.openxmlformats.org/officeDocument/2006/relationships" id="2147483652" r:id="R672428e105bf4403"/>
    <p:sldLayoutId xmlns:r="http://schemas.openxmlformats.org/officeDocument/2006/relationships" id="2147483653" r:id="R2fb873205a3b4c7a"/>
    <p:sldLayoutId xmlns:r="http://schemas.openxmlformats.org/officeDocument/2006/relationships" id="2147483654" r:id="Re438914d122849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9b7a9fe5745f2" /><Relationship Type="http://schemas.openxmlformats.org/officeDocument/2006/relationships/notesSlide" Target="/ppt/notesSlides/notesSlide1.xml" Id="Rd8beb8eb122f4b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B4BD2-D632-4120-9F5A-116DD968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428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>
                <a:solidFill>
                  <a:srgbClr val="F8FAFC"/>
                </a:solidFill>
              </a:defRPr>
            </a:defPPr>
            <a:lvl1pPr>
              <a:defRPr sz="4500">
                <a:solidFill>
                  <a:srgbClr val="F8FAFC"/>
                </a:solidFill>
              </a:defRPr>
            </a:lvl1pPr>
            <a:lvl2pPr>
              <a:defRPr sz="4500">
                <a:solidFill>
                  <a:srgbClr val="F8FAFC"/>
                </a:solidFill>
              </a:defRPr>
            </a:lvl2pPr>
            <a:lvl3pPr>
              <a:defRPr sz="4500">
                <a:solidFill>
                  <a:srgbClr val="F8FAFC"/>
                </a:solidFill>
              </a:defRPr>
            </a:lvl3pPr>
            <a:lvl4pPr>
              <a:defRPr sz="4500">
                <a:solidFill>
                  <a:srgbClr val="F8FAFC"/>
                </a:solidFill>
              </a:defRPr>
            </a:lvl4pPr>
            <a:lvl5pPr>
              <a:defRPr sz="4500">
                <a:solidFill>
                  <a:srgbClr val="F8FAFC"/>
                </a:solidFill>
              </a:defRPr>
            </a:lvl5pPr>
            <a:lvl6pPr>
              <a:defRPr sz="4500">
                <a:solidFill>
                  <a:srgbClr val="F8FAFC"/>
                </a:solidFill>
              </a:defRPr>
            </a:lvl6pPr>
            <a:lvl7pPr>
              <a:defRPr sz="4500">
                <a:solidFill>
                  <a:srgbClr val="F8FAFC"/>
                </a:solidFill>
              </a:defRPr>
            </a:lvl7pPr>
            <a:lvl8pPr>
              <a:defRPr sz="4500">
                <a:solidFill>
                  <a:srgbClr val="F8FAFC"/>
                </a:solidFill>
              </a:defRPr>
            </a:lvl8pPr>
            <a:lvl9pPr>
              <a:defRPr sz="450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4500">
                <a:solidFill>
                  <a:srgbClr val="F8FAFC"/>
                </a:solidFill>
              </a:defRPr>
            </a:pPr>
            <a:r>
              <a:rPr sz="4500">
                <a:solidFill>
                  <a:srgbClr val="F8FAFC"/>
                </a:solidFill>
              </a:rPr>
              <a:t>Kodigo technical pre-defense</a:t>
            </a:r>
          </a:p>
        </p:txBody>
      </p:sp>
    </p:spTree>
    <p:extLst>
      <p:ext uri="{BB962C8B-B14F-4D97-AF65-F5344CB8AC3E}">
        <p14:creationId xmlns:p14="http://schemas.microsoft.com/office/powerpoint/2010/main" val="1989826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2026-10-20T15:23:55.4250000Z</dcterms:created>
  <dcterms:modified xsi:type="dcterms:W3CDTF">2026-10-20T15:23:55.4250000Z</dcterms:modified>
</coreProperties>
</file>